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8" r:id="rId1"/>
    <p:sldMasterId id="2147483685" r:id="rId2"/>
  </p:sldMasterIdLst>
  <p:notesMasterIdLst>
    <p:notesMasterId r:id="rId18"/>
  </p:notesMasterIdLst>
  <p:sldIdLst>
    <p:sldId id="514" r:id="rId3"/>
    <p:sldId id="530" r:id="rId4"/>
    <p:sldId id="524" r:id="rId5"/>
    <p:sldId id="527" r:id="rId6"/>
    <p:sldId id="526" r:id="rId7"/>
    <p:sldId id="519" r:id="rId8"/>
    <p:sldId id="528" r:id="rId9"/>
    <p:sldId id="529" r:id="rId10"/>
    <p:sldId id="506" r:id="rId11"/>
    <p:sldId id="503" r:id="rId12"/>
    <p:sldId id="504" r:id="rId13"/>
    <p:sldId id="515" r:id="rId14"/>
    <p:sldId id="516" r:id="rId15"/>
    <p:sldId id="517" r:id="rId16"/>
    <p:sldId id="521" r:id="rId17"/>
  </p:sldIdLst>
  <p:sldSz cx="9144000" cy="5143500" type="screen16x9"/>
  <p:notesSz cx="6858000" cy="9144000"/>
  <p:embeddedFontLst>
    <p:embeddedFont>
      <p:font typeface="Acrom" panose="020B0604020202020204" charset="-52"/>
      <p:regular r:id="rId19"/>
    </p:embeddedFont>
    <p:embeddedFont>
      <p:font typeface="Acrom Bold" panose="020B0604020202020204" charset="-52"/>
      <p:bold r:id="rId20"/>
    </p:embeddedFont>
    <p:embeddedFont>
      <p:font typeface="Acrom ExtraBold" panose="020B0604020202020204" charset="-52"/>
      <p:bold r:id="rId2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000000"/>
    <a:srgbClr val="FFFFFF"/>
    <a:srgbClr val="50852F"/>
    <a:srgbClr val="5F9E38"/>
    <a:srgbClr val="6CB640"/>
    <a:srgbClr val="00CEFE"/>
    <a:srgbClr val="5DE0FF"/>
    <a:srgbClr val="C1F3FF"/>
    <a:srgbClr val="007D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73" autoAdjust="0"/>
    <p:restoredTop sz="96433" autoAdjust="0"/>
  </p:normalViewPr>
  <p:slideViewPr>
    <p:cSldViewPr>
      <p:cViewPr varScale="1">
        <p:scale>
          <a:sx n="135" d="100"/>
          <a:sy n="135" d="100"/>
        </p:scale>
        <p:origin x="132" y="22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420F6-EE28-447A-BA82-F9AA48FF3F8C}" type="datetimeFigureOut">
              <a:rPr lang="ru-RU" smtClean="0"/>
              <a:pPr/>
              <a:t>04.09.2024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5E2C8-E51C-40F3-9A72-4A3C3DEE508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622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5E2C8-E51C-40F3-9A72-4A3C3DEE5088}" type="slidenum">
              <a:rPr lang="ru-RU" smtClean="0">
                <a:solidFill>
                  <a:prstClr val="black"/>
                </a:solidFill>
              </a:rPr>
              <a:pPr/>
              <a:t>9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904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7889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microsoft.com/office/2007/relationships/hdphoto" Target="../media/hdphoto2.wdp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gif"/><Relationship Id="rId3" Type="http://schemas.openxmlformats.org/officeDocument/2006/relationships/image" Target="../media/image10.png"/><Relationship Id="rId7" Type="http://schemas.openxmlformats.org/officeDocument/2006/relationships/image" Target="../media/image24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8F2C7FDD-BB90-2EAC-CC9A-84AFF7FA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B410CCA0-31C2-4F24-9170-702CE9A98896}" type="datetime1">
              <a:rPr lang="ru-RU" smtClean="0"/>
              <a:t>04.09.2024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93A3844-29DE-1B73-0A9B-B5DA2AF0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BB41C1D9-2BAB-F0D1-B591-D5133BE9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2066925"/>
            <a:ext cx="8541643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30BB8-E4F2-DF31-04C2-E55E5F899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0108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sp>
        <p:nvSpPr>
          <p:cNvPr id="43" name="Текст 39"/>
          <p:cNvSpPr>
            <a:spLocks noGrp="1"/>
          </p:cNvSpPr>
          <p:nvPr>
            <p:ph type="body" sz="quarter" idx="11"/>
          </p:nvPr>
        </p:nvSpPr>
        <p:spPr>
          <a:xfrm>
            <a:off x="350838" y="2066925"/>
            <a:ext cx="7605712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8"/>
              </a:buBlip>
              <a:defRPr sz="2000">
                <a:solidFill>
                  <a:schemeClr val="bg1"/>
                </a:solidFill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8"/>
              </a:buBlip>
              <a:defRPr sz="1800">
                <a:solidFill>
                  <a:schemeClr val="bg1"/>
                </a:solidFill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8"/>
              </a:buBlip>
              <a:defRPr sz="1600">
                <a:solidFill>
                  <a:schemeClr val="bg1"/>
                </a:solidFill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2" name="Текст 37"/>
          <p:cNvSpPr>
            <a:spLocks noGrp="1"/>
          </p:cNvSpPr>
          <p:nvPr>
            <p:ph type="body" sz="quarter" idx="10" hasCustomPrompt="1"/>
          </p:nvPr>
        </p:nvSpPr>
        <p:spPr>
          <a:xfrm>
            <a:off x="350838" y="1419225"/>
            <a:ext cx="2945436" cy="383169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Заголовок 34"/>
          <p:cNvSpPr>
            <a:spLocks noGrp="1"/>
          </p:cNvSpPr>
          <p:nvPr>
            <p:ph type="title" hasCustomPrompt="1"/>
          </p:nvPr>
        </p:nvSpPr>
        <p:spPr>
          <a:xfrm>
            <a:off x="351237" y="716531"/>
            <a:ext cx="7749155" cy="369332"/>
          </a:xfrm>
          <a:noFill/>
        </p:spPr>
        <p:txBody>
          <a:bodyPr wrap="square" rtlCol="0">
            <a:spAutoFit/>
          </a:bodyPr>
          <a:lstStyle>
            <a:lvl1pPr algn="l">
              <a:defRPr lang="ru-RU" sz="1800">
                <a:solidFill>
                  <a:srgbClr val="262626"/>
                </a:solidFill>
                <a:latin typeface="Acrom ExtraBold" pitchFamily="50" charset="-52"/>
                <a:ea typeface="+mn-ea"/>
                <a:cs typeface="+mn-cs"/>
              </a:defRPr>
            </a:lvl1pPr>
          </a:lstStyle>
          <a:p>
            <a:pPr marL="0" lvl="0" algn="l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215976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">
            <a:extLst>
              <a:ext uri="{FF2B5EF4-FFF2-40B4-BE49-F238E27FC236}">
                <a16:creationId xmlns:a16="http://schemas.microsoft.com/office/drawing/2014/main" id="{1D48A0FE-9536-29C0-B7D0-1F66CF436D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EEC3E89B-C9D2-4E41-BC08-855927DCE4F1}" type="datetime1">
              <a:rPr lang="ru-RU" smtClean="0"/>
              <a:t>04.09.2024</a:t>
            </a:fld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5AF862F-6F41-B134-6BBE-BEEB44663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4E2BD42-6F67-28EC-EADC-8BA24112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B421E783-F97A-5F3F-D1CC-6D20305A28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0" y="1433513"/>
            <a:ext cx="4321175" cy="3683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2066923"/>
            <a:ext cx="4321175" cy="2305051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8BBB94-2676-906E-39F4-A268322BC7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2856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5365DC2F-61D5-9AAB-975D-7A0D222728B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350838" y="4858732"/>
            <a:ext cx="1124818" cy="274637"/>
          </a:xfrm>
        </p:spPr>
        <p:txBody>
          <a:bodyPr/>
          <a:lstStyle/>
          <a:p>
            <a:fld id="{D3BAE29A-1BEE-432D-A58B-6F3944F114EE}" type="datetime1">
              <a:rPr lang="ru-RU" smtClean="0"/>
              <a:t>04.09.2024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C272CE33-125F-A707-F331-AEF3B91CC83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1547664" y="4858733"/>
            <a:ext cx="6048671" cy="27463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2" name="Slide Number Placeholder">
            <a:extLst>
              <a:ext uri="{FF2B5EF4-FFF2-40B4-BE49-F238E27FC236}">
                <a16:creationId xmlns:a16="http://schemas.microsoft.com/office/drawing/2014/main" id="{6BFD863C-0DDE-E649-2043-41D74C4E0ED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D5C77E5-19BC-410D-82EA-404658A4611A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1419225"/>
            <a:ext cx="4321175" cy="2952750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C6FBF-E5DA-665A-B020-D02706ACF4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235" y="716531"/>
            <a:ext cx="8541939" cy="369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8244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7FA593AB-53EC-EDA8-4E45-9F167EDD75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EA06C222-5C8F-48E4-98DF-8B9E855A89F1}" type="datetime1">
              <a:rPr lang="ru-RU" smtClean="0"/>
              <a:t>04.09.2024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969CAC6C-A332-A25F-15F6-D73BB0313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77BC1F54-DF73-9D42-DC4B-CF1721D64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6FF6F3-678B-48DD-DAF7-06B5AD87F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7676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  <a:noFill/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62628"/>
            <a:ext cx="9143998" cy="880872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sp>
        <p:nvSpPr>
          <p:cNvPr id="35" name="Заголовок 34"/>
          <p:cNvSpPr>
            <a:spLocks noGrp="1"/>
          </p:cNvSpPr>
          <p:nvPr>
            <p:ph type="title" hasCustomPrompt="1"/>
          </p:nvPr>
        </p:nvSpPr>
        <p:spPr>
          <a:xfrm>
            <a:off x="351237" y="716531"/>
            <a:ext cx="7749155" cy="369332"/>
          </a:xfrm>
          <a:noFill/>
        </p:spPr>
        <p:txBody>
          <a:bodyPr wrap="square" rtlCol="0">
            <a:spAutoFit/>
          </a:bodyPr>
          <a:lstStyle>
            <a:lvl1pPr algn="l">
              <a:defRPr lang="ru-RU" sz="1800">
                <a:solidFill>
                  <a:schemeClr val="bg1"/>
                </a:solidFill>
                <a:latin typeface="Acrom ExtraBold" pitchFamily="50" charset="-52"/>
                <a:ea typeface="+mn-ea"/>
                <a:cs typeface="+mn-cs"/>
              </a:defRPr>
            </a:lvl1pPr>
          </a:lstStyle>
          <a:p>
            <a:pPr marL="0" lvl="0" algn="l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7947751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CA8B4-969C-4179-E89C-015DCFCBC6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C645F276-4CFE-ED6C-14E6-FFA499B33C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/>
        <p:txBody>
          <a:bodyPr wrap="square"/>
          <a:lstStyle>
            <a:lvl1pPr>
              <a:defRPr/>
            </a:lvl1pPr>
          </a:lstStyle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142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вершающ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555526"/>
            <a:ext cx="1990348" cy="60350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787774"/>
            <a:ext cx="307849" cy="307849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726456" y="2248774"/>
            <a:ext cx="59474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РОССИЯ, 630090, НОВОСИБИРСК, УЛ. ПИРОГОВА, 2</a:t>
            </a:r>
            <a:endParaRPr lang="en-US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726456" y="3924074"/>
            <a:ext cx="20701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WWW.NSU.RU/N/</a:t>
            </a: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777" y="2787774"/>
            <a:ext cx="307849" cy="307849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632215" y="3075806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nsu24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2787774"/>
            <a:ext cx="310897" cy="307849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5274608" y="3075806"/>
            <a:ext cx="1653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@</a:t>
            </a:r>
            <a:r>
              <a:rPr lang="ru-RU" sz="1600" dirty="0" err="1">
                <a:solidFill>
                  <a:schemeClr val="bg1"/>
                </a:solidFill>
                <a:latin typeface="Acrom" pitchFamily="50" charset="-52"/>
              </a:rPr>
              <a:t>nsuniversity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557032"/>
            <a:ext cx="966976" cy="966976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702376" y="3072368"/>
            <a:ext cx="22246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Acrom" pitchFamily="50" charset="-52"/>
              </a:rPr>
              <a:t>nsuniversity.official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238443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g"/><Relationship Id="rId14" Type="http://schemas.openxmlformats.org/officeDocument/2006/relationships/image" Target="../media/image6.png"/></Relationships>
</file>

<file path=ppt/slideMasters/_rels/slideMaster2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theme" Target="../theme/theme2.xml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5" Type="http://schemas.openxmlformats.org/officeDocument/2006/relationships/image" Target="../media/image16.png"/><Relationship Id="rId10" Type="http://schemas.openxmlformats.org/officeDocument/2006/relationships/image" Target="../media/image19.png"/><Relationship Id="rId4" Type="http://schemas.openxmlformats.org/officeDocument/2006/relationships/image" Target="../media/image15.jpeg"/><Relationship Id="rId9" Type="http://schemas.openxmlformats.org/officeDocument/2006/relationships/image" Target="../media/image1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8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>
            <a:extLst>
              <a:ext uri="{FF2B5EF4-FFF2-40B4-BE49-F238E27FC236}">
                <a16:creationId xmlns:a16="http://schemas.microsoft.com/office/drawing/2014/main" id="{9B33D274-B6B1-E2DB-BE57-EEB1AA1C8EF1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  <a:noFill/>
        </p:spPr>
      </p:pic>
      <p:pic>
        <p:nvPicPr>
          <p:cNvPr id="15" name="BottomGutter">
            <a:extLst>
              <a:ext uri="{FF2B5EF4-FFF2-40B4-BE49-F238E27FC236}">
                <a16:creationId xmlns:a16="http://schemas.microsoft.com/office/drawing/2014/main" id="{C050C21E-2DCE-7642-AC5B-F79436CC620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856"/>
          <a:stretch/>
        </p:blipFill>
        <p:spPr>
          <a:xfrm>
            <a:off x="1" y="4499190"/>
            <a:ext cx="9143998" cy="644310"/>
          </a:xfrm>
          <a:prstGeom prst="rect">
            <a:avLst/>
          </a:prstGeom>
        </p:spPr>
      </p:pic>
      <p:pic>
        <p:nvPicPr>
          <p:cNvPr id="7" name="TopGutter">
            <a:extLst>
              <a:ext uri="{FF2B5EF4-FFF2-40B4-BE49-F238E27FC236}">
                <a16:creationId xmlns:a16="http://schemas.microsoft.com/office/drawing/2014/main" id="{858D3652-D041-9F6C-9E85-EE8258D7A38B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sp>
        <p:nvSpPr>
          <p:cNvPr id="4" name="Date Placeholder">
            <a:extLst>
              <a:ext uri="{FF2B5EF4-FFF2-40B4-BE49-F238E27FC236}">
                <a16:creationId xmlns:a16="http://schemas.microsoft.com/office/drawing/2014/main" id="{F6631BE6-C540-9F06-1408-D5DAFE4CC7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1236" y="4858733"/>
            <a:ext cx="112442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BAE29A-1BEE-432D-A58B-6F3944F114EE}" type="datetime1">
              <a:rPr lang="ru-RU" smtClean="0"/>
              <a:t>04.09.2024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203AFB7-5C34-3102-5A43-1D87CB96B0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7664" y="4858733"/>
            <a:ext cx="604867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43316F-8F60-660A-EB0D-F436D4FDA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5306" y="4682109"/>
            <a:ext cx="394546" cy="313943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BD5C77E5-19BC-410D-82EA-404658A4611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F01035C1-6DDC-A5E1-CB54-AEB8F2B5E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236" y="1370013"/>
            <a:ext cx="8164114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59F61F2A-946C-4ED4-F435-730061947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pic>
        <p:nvPicPr>
          <p:cNvPr id="12" name="ЗвёздочкаЗаголовка">
            <a:extLst>
              <a:ext uri="{FF2B5EF4-FFF2-40B4-BE49-F238E27FC236}">
                <a16:creationId xmlns:a16="http://schemas.microsoft.com/office/drawing/2014/main" id="{FB3F1185-8665-1B69-1268-F2D4AEFABB6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pic>
        <p:nvPicPr>
          <p:cNvPr id="14" name="ЗвёздочкаНомера">
            <a:extLst>
              <a:ext uri="{FF2B5EF4-FFF2-40B4-BE49-F238E27FC236}">
                <a16:creationId xmlns:a16="http://schemas.microsoft.com/office/drawing/2014/main" id="{405211ED-D317-9A6C-C87D-2F05449DEA0D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73" b="56441"/>
          <a:stretch/>
        </p:blipFill>
        <p:spPr>
          <a:xfrm>
            <a:off x="8750038" y="4680520"/>
            <a:ext cx="142442" cy="13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42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55" r:id="rId2"/>
    <p:sldLayoutId id="2147483683" r:id="rId3"/>
    <p:sldLayoutId id="2147483680" r:id="rId4"/>
    <p:sldLayoutId id="2147483681" r:id="rId5"/>
    <p:sldLayoutId id="2147483687" r:id="rId6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1800" kern="1200">
          <a:solidFill>
            <a:schemeClr val="bg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12">
            <a:extLst>
              <a:ext uri="{FF2B5EF4-FFF2-40B4-BE49-F238E27FC236}">
                <a16:creationId xmlns:a16="http://schemas.microsoft.com/office/drawing/2014/main" id="{A774F97C-D077-5D46-222E-2516201CB63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746" y="0"/>
            <a:ext cx="5192253" cy="5143500"/>
          </a:xfrm>
          <a:prstGeom prst="rect">
            <a:avLst/>
          </a:prstGeom>
        </p:spPr>
      </p:pic>
      <p:pic>
        <p:nvPicPr>
          <p:cNvPr id="8" name="Asterisk">
            <a:extLst>
              <a:ext uri="{FF2B5EF4-FFF2-40B4-BE49-F238E27FC236}">
                <a16:creationId xmlns:a16="http://schemas.microsoft.com/office/drawing/2014/main" id="{D333FEBB-EBF5-7FBD-4829-084774DD955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483518"/>
            <a:ext cx="896114" cy="850394"/>
          </a:xfrm>
          <a:prstGeom prst="rect">
            <a:avLst/>
          </a:prstGeom>
        </p:spPr>
      </p:pic>
      <p:pic>
        <p:nvPicPr>
          <p:cNvPr id="9" name="Рисунок 15">
            <a:extLst>
              <a:ext uri="{FF2B5EF4-FFF2-40B4-BE49-F238E27FC236}">
                <a16:creationId xmlns:a16="http://schemas.microsoft.com/office/drawing/2014/main" id="{0BD73755-EB14-577B-F4C9-A77F7FCF877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52085" cy="5143499"/>
          </a:xfrm>
          <a:prstGeom prst="rect">
            <a:avLst/>
          </a:prstGeom>
        </p:spPr>
      </p:pic>
      <p:pic>
        <p:nvPicPr>
          <p:cNvPr id="10" name="Рисунок 16">
            <a:extLst>
              <a:ext uri="{FF2B5EF4-FFF2-40B4-BE49-F238E27FC236}">
                <a16:creationId xmlns:a16="http://schemas.microsoft.com/office/drawing/2014/main" id="{327461AB-451C-E280-61A3-E51A2A202B98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339502"/>
            <a:ext cx="3206503" cy="3185166"/>
          </a:xfrm>
          <a:prstGeom prst="rect">
            <a:avLst/>
          </a:prstGeom>
        </p:spPr>
      </p:pic>
      <p:pic>
        <p:nvPicPr>
          <p:cNvPr id="11" name="Рисунок 17">
            <a:extLst>
              <a:ext uri="{FF2B5EF4-FFF2-40B4-BE49-F238E27FC236}">
                <a16:creationId xmlns:a16="http://schemas.microsoft.com/office/drawing/2014/main" id="{F78A891D-02CC-B741-9D04-F6A91F88DC3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4229069"/>
            <a:ext cx="1655067" cy="50292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73725AA-F208-BAB1-BC9D-BCA5F8833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362" y="1677262"/>
            <a:ext cx="4332104" cy="18474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14" name="Subtitle 1">
            <a:extLst>
              <a:ext uri="{FF2B5EF4-FFF2-40B4-BE49-F238E27FC236}">
                <a16:creationId xmlns:a16="http://schemas.microsoft.com/office/drawing/2014/main" id="{46B62068-49A8-7B4B-4EC6-41C46C4BA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04362" y="3524667"/>
            <a:ext cx="4332104" cy="919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47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5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10.png"/><Relationship Id="rId7" Type="http://schemas.openxmlformats.org/officeDocument/2006/relationships/image" Target="../media/image6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0.png"/><Relationship Id="rId5" Type="http://schemas.openxmlformats.org/officeDocument/2006/relationships/image" Target="../media/image25.gif"/><Relationship Id="rId10" Type="http://schemas.openxmlformats.org/officeDocument/2006/relationships/image" Target="../media/image64.png"/><Relationship Id="rId4" Type="http://schemas.openxmlformats.org/officeDocument/2006/relationships/image" Target="../media/image21.png"/><Relationship Id="rId9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04362" y="1677262"/>
            <a:ext cx="4849404" cy="1421928"/>
          </a:xfrm>
        </p:spPr>
        <p:txBody>
          <a:bodyPr wrap="none">
            <a:spAutoFit/>
          </a:bodyPr>
          <a:lstStyle/>
          <a:p>
            <a:r>
              <a:rPr lang="ru-RU" sz="3200" dirty="0"/>
              <a:t>НОВОСИБИРСКИЙ </a:t>
            </a:r>
            <a:br>
              <a:rPr lang="ru-RU" sz="3200" dirty="0"/>
            </a:br>
            <a:r>
              <a:rPr lang="ru-RU" sz="3200" dirty="0"/>
              <a:t>ГОСУДАРСТВЕННЫЙ </a:t>
            </a:r>
            <a:br>
              <a:rPr lang="ru-RU" sz="3200" dirty="0"/>
            </a:br>
            <a:r>
              <a:rPr lang="ru-RU" sz="3200" dirty="0"/>
              <a:t>УНИВЕРСИТЕТ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55D118-EC03-3BAF-711F-6D2F5AAC6F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753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09272A-8512-3C7F-9AD4-EC6A3B45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3E89B-C9D2-4E41-BC08-855927DCE4F1}" type="datetime1">
              <a:rPr lang="ru-RU" smtClean="0"/>
              <a:t>04.09.2024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254BB-8CA7-8AE9-F75C-CBB565CE17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648FE7-CC9B-299E-11AA-7C1C2463B1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2E1765-B6D3-66CE-1DBD-309E92661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C3A8E3-27BB-F93C-A0B7-1A7708C84EAD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51236" y="716531"/>
            <a:ext cx="7749155" cy="369332"/>
          </a:xfrm>
        </p:spPr>
        <p:txBody>
          <a:bodyPr>
            <a:normAutofit fontScale="85000" lnSpcReduction="20000"/>
          </a:bodyPr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90B242F-BDB4-7A46-9D01-F2A2110D42FB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C536C96-8899-08DB-7EFB-C1C17A3A20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819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0DCD21-2C16-4807-8A2F-D98E5DFFB0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/>
          <a:p>
            <a:fld id="{C397CCB7-9923-4B37-826C-CDD95FEBA4F1}" type="datetime1">
              <a:rPr lang="ru-RU" smtClean="0"/>
              <a:pPr/>
              <a:t>04.09.2024</a:t>
            </a:fld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CD7F8CBA-D503-EFA0-8C95-184E52B63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189C46-EABE-CFDB-1FA0-7E991A3BC8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81E41A5-AC2A-DBB6-9F2F-6006EE1E03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F306FAE-5E40-E761-EB82-A60C5604B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812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0DCD21-2C16-4807-8A2F-D98E5DFFB0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340842" cy="274637"/>
          </a:xfrm>
        </p:spPr>
        <p:txBody>
          <a:bodyPr/>
          <a:lstStyle/>
          <a:p>
            <a:fld id="{FC678A88-FA27-40F4-8DCB-DABB922D7307}" type="datetime1">
              <a:rPr lang="ru-RU" smtClean="0"/>
              <a:t>04.09.2024</a:t>
            </a:fld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C746BBEB-C160-0118-EB98-08891F47BF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44E94774-CFA6-9BAA-1BF2-D086382415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12AD103C-A827-7F1E-7FCC-47F57FACF8D0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51236" y="716531"/>
            <a:ext cx="8541643" cy="369332"/>
          </a:xfrm>
        </p:spPr>
        <p:txBody>
          <a:bodyPr>
            <a:normAutofit fontScale="85000" lnSpcReduction="20000"/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117A1F-B962-A421-9659-F7525BF0C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424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0DCD21-2C16-4807-8A2F-D98E5DFFB031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350838" y="4858733"/>
            <a:ext cx="1340842" cy="274637"/>
          </a:xfrm>
        </p:spPr>
        <p:txBody>
          <a:bodyPr/>
          <a:lstStyle/>
          <a:p>
            <a:fld id="{0A3D91C4-F8A4-4B3B-BDB4-3B3B45076E24}" type="datetime1">
              <a:rPr lang="ru-RU" smtClean="0"/>
              <a:t>04.09.2024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49691F-15B1-A374-FF3D-6B8AF867B9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869A87-6490-C261-B502-423A25F517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DA82A4-A06C-16AB-68E5-D65B3B93090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DBC9E7-51FE-163B-F76D-C380F912E14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51236" y="716531"/>
            <a:ext cx="7749155" cy="369332"/>
          </a:xfrm>
        </p:spPr>
        <p:txBody>
          <a:bodyPr>
            <a:normAutofit fontScale="85000" lnSpcReduction="20000"/>
          </a:bodyPr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8976D50-5C1B-A277-8E2D-458C23323223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4572000" y="1419225"/>
            <a:ext cx="4321175" cy="29527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87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7B26B7-E955-53D7-F7AD-20BC4B828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4CA20-5E19-D36E-2CFB-A71FC527C0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353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9D7CF7-F3C0-9389-C03E-A2A9FDA0F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8D2D71-68B7-D6B0-0A89-84527B6792C4}"/>
              </a:ext>
            </a:extLst>
          </p:cNvPr>
          <p:cNvSpPr txBox="1"/>
          <p:nvPr/>
        </p:nvSpPr>
        <p:spPr>
          <a:xfrm>
            <a:off x="295857" y="1347614"/>
            <a:ext cx="66236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rgbClr val="6BB540"/>
                </a:solidFill>
                <a:latin typeface="Acrom ExtraBold" pitchFamily="50" charset="-52"/>
              </a:rPr>
              <a:t>6</a:t>
            </a:r>
            <a:endParaRPr lang="en-US" sz="6000" dirty="0">
              <a:solidFill>
                <a:srgbClr val="6BB540"/>
              </a:solidFill>
              <a:latin typeface="Acrom ExtraBold" pitchFamily="50" charset="-52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5CBFF3-26F9-5FFC-CA52-A736B807A888}"/>
              </a:ext>
            </a:extLst>
          </p:cNvPr>
          <p:cNvSpPr txBox="1"/>
          <p:nvPr/>
        </p:nvSpPr>
        <p:spPr>
          <a:xfrm>
            <a:off x="351237" y="2137961"/>
            <a:ext cx="14398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crom Bold" pitchFamily="50" charset="-52"/>
              </a:rPr>
              <a:t>ФАКУЛЬТЕТОВ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Acrom Bold" pitchFamily="50" charset="-52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44C240-485F-FBCB-9EE4-2249BA467BCD}"/>
              </a:ext>
            </a:extLst>
          </p:cNvPr>
          <p:cNvSpPr txBox="1"/>
          <p:nvPr/>
        </p:nvSpPr>
        <p:spPr>
          <a:xfrm>
            <a:off x="295857" y="2800548"/>
            <a:ext cx="68800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solidFill>
                  <a:srgbClr val="6BB540"/>
                </a:solidFill>
                <a:latin typeface="Acrom ExtraBold" pitchFamily="50" charset="-52"/>
              </a:rPr>
              <a:t>3</a:t>
            </a:r>
            <a:endParaRPr lang="en-US" sz="6000" dirty="0">
              <a:solidFill>
                <a:srgbClr val="6BB540"/>
              </a:solidFill>
              <a:latin typeface="Acrom ExtraBold" pitchFamily="50" charset="-52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C746AE-7350-5E61-2800-EB261AD56BDD}"/>
              </a:ext>
            </a:extLst>
          </p:cNvPr>
          <p:cNvSpPr txBox="1"/>
          <p:nvPr/>
        </p:nvSpPr>
        <p:spPr>
          <a:xfrm>
            <a:off x="351237" y="3590895"/>
            <a:ext cx="11464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crom Bold" pitchFamily="50" charset="-52"/>
              </a:rPr>
              <a:t>ИНСТИТУТА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Acrom Bold" pitchFamily="50" charset="-52"/>
            </a:endParaRPr>
          </a:p>
        </p:txBody>
      </p:sp>
      <p:pic>
        <p:nvPicPr>
          <p:cNvPr id="29" name="Рисунок 12">
            <a:extLst>
              <a:ext uri="{FF2B5EF4-FFF2-40B4-BE49-F238E27FC236}">
                <a16:creationId xmlns:a16="http://schemas.microsoft.com/office/drawing/2014/main" id="{75D58449-294F-77DD-30D0-77CE05744B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1563638"/>
            <a:ext cx="877826" cy="76200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4A36654-946B-03A9-CC1D-EC19A3BC060D}"/>
              </a:ext>
            </a:extLst>
          </p:cNvPr>
          <p:cNvSpPr txBox="1"/>
          <p:nvPr/>
        </p:nvSpPr>
        <p:spPr>
          <a:xfrm>
            <a:off x="1736067" y="2338254"/>
            <a:ext cx="9637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crom Bold" pitchFamily="50" charset="-52"/>
              </a:rPr>
              <a:t>ФИЗИЧЕСКИЙ</a:t>
            </a:r>
          </a:p>
          <a:p>
            <a:pPr algn="ctr"/>
            <a:r>
              <a:rPr lang="ru-RU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crom Bold" pitchFamily="50" charset="-52"/>
              </a:rPr>
              <a:t>ФАКУЛЬТЕТ</a:t>
            </a:r>
            <a:endParaRPr lang="en-US" sz="800" dirty="0">
              <a:solidFill>
                <a:schemeClr val="tx1">
                  <a:lumMod val="85000"/>
                  <a:lumOff val="15000"/>
                </a:schemeClr>
              </a:solidFill>
              <a:latin typeface="Acrom Bold" pitchFamily="50" charset="-52"/>
            </a:endParaRPr>
          </a:p>
        </p:txBody>
      </p:sp>
      <p:pic>
        <p:nvPicPr>
          <p:cNvPr id="31" name="Рисунок 14">
            <a:extLst>
              <a:ext uri="{FF2B5EF4-FFF2-40B4-BE49-F238E27FC236}">
                <a16:creationId xmlns:a16="http://schemas.microsoft.com/office/drawing/2014/main" id="{4EECD6A9-14A0-FA1D-3CEA-CBCB9EE873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5838" y="1563638"/>
            <a:ext cx="877826" cy="762002"/>
          </a:xfrm>
          <a:prstGeom prst="rect">
            <a:avLst/>
          </a:prstGeom>
        </p:spPr>
      </p:pic>
      <p:pic>
        <p:nvPicPr>
          <p:cNvPr id="32" name="Рисунок 15">
            <a:extLst>
              <a:ext uri="{FF2B5EF4-FFF2-40B4-BE49-F238E27FC236}">
                <a16:creationId xmlns:a16="http://schemas.microsoft.com/office/drawing/2014/main" id="{C94FCC70-B797-1783-C3FD-EA46DA5EA4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988" y="1563638"/>
            <a:ext cx="874778" cy="762002"/>
          </a:xfrm>
          <a:prstGeom prst="rect">
            <a:avLst/>
          </a:prstGeom>
        </p:spPr>
      </p:pic>
      <p:pic>
        <p:nvPicPr>
          <p:cNvPr id="33" name="Рисунок 16">
            <a:extLst>
              <a:ext uri="{FF2B5EF4-FFF2-40B4-BE49-F238E27FC236}">
                <a16:creationId xmlns:a16="http://schemas.microsoft.com/office/drawing/2014/main" id="{420F57BA-D26D-5225-1FDC-139D282D324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7090" y="1561687"/>
            <a:ext cx="874778" cy="762002"/>
          </a:xfrm>
          <a:prstGeom prst="rect">
            <a:avLst/>
          </a:prstGeom>
        </p:spPr>
      </p:pic>
      <p:pic>
        <p:nvPicPr>
          <p:cNvPr id="34" name="Рисунок 17">
            <a:extLst>
              <a:ext uri="{FF2B5EF4-FFF2-40B4-BE49-F238E27FC236}">
                <a16:creationId xmlns:a16="http://schemas.microsoft.com/office/drawing/2014/main" id="{017AE9C0-870F-1B8A-69CE-7AC11CE97D3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192" y="1561687"/>
            <a:ext cx="877826" cy="762002"/>
          </a:xfrm>
          <a:prstGeom prst="rect">
            <a:avLst/>
          </a:prstGeom>
        </p:spPr>
      </p:pic>
      <p:pic>
        <p:nvPicPr>
          <p:cNvPr id="35" name="Рисунок 18">
            <a:extLst>
              <a:ext uri="{FF2B5EF4-FFF2-40B4-BE49-F238E27FC236}">
                <a16:creationId xmlns:a16="http://schemas.microsoft.com/office/drawing/2014/main" id="{3C7371E6-F978-1909-07C5-3FD10B11813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1561687"/>
            <a:ext cx="877826" cy="762002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1BA5832-B150-BCE3-DB4D-AA20750DEE9D}"/>
              </a:ext>
            </a:extLst>
          </p:cNvPr>
          <p:cNvSpPr txBox="1"/>
          <p:nvPr/>
        </p:nvSpPr>
        <p:spPr>
          <a:xfrm>
            <a:off x="2859607" y="2338254"/>
            <a:ext cx="1050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crom Bold" pitchFamily="50" charset="-52"/>
              </a:rPr>
              <a:t>ФАКУЛЬТЕТ</a:t>
            </a:r>
          </a:p>
          <a:p>
            <a:pPr algn="ctr"/>
            <a:r>
              <a:rPr lang="ru-RU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crom Bold" pitchFamily="50" charset="-52"/>
              </a:rPr>
              <a:t>ЕСТЕСТВЕННЫХ</a:t>
            </a:r>
          </a:p>
          <a:p>
            <a:pPr algn="ctr"/>
            <a:r>
              <a:rPr lang="ru-RU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crom Bold" pitchFamily="50" charset="-52"/>
              </a:rPr>
              <a:t>НАУК</a:t>
            </a:r>
            <a:endParaRPr lang="en-US" sz="800" dirty="0">
              <a:solidFill>
                <a:schemeClr val="tx1">
                  <a:lumMod val="85000"/>
                  <a:lumOff val="15000"/>
                </a:schemeClr>
              </a:solidFill>
              <a:latin typeface="Acrom Bold" pitchFamily="50" charset="-52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FB246F-4C9E-FD51-070F-69E9CEA407AC}"/>
              </a:ext>
            </a:extLst>
          </p:cNvPr>
          <p:cNvSpPr txBox="1"/>
          <p:nvPr/>
        </p:nvSpPr>
        <p:spPr>
          <a:xfrm>
            <a:off x="3952874" y="2338254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crom Bold" pitchFamily="50" charset="-52"/>
              </a:rPr>
              <a:t>МЕХАНИКО-</a:t>
            </a:r>
          </a:p>
          <a:p>
            <a:pPr algn="ctr"/>
            <a:r>
              <a:rPr lang="ru-RU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crom Bold" pitchFamily="50" charset="-52"/>
              </a:rPr>
              <a:t>МАТЕМАТИЧЕСКИЙ</a:t>
            </a:r>
          </a:p>
          <a:p>
            <a:pPr algn="ctr"/>
            <a:r>
              <a:rPr lang="ru-RU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crom Bold" pitchFamily="50" charset="-52"/>
              </a:rPr>
              <a:t>ФАКУЛЬТЕТ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9B80A0-509D-F4D9-9690-D62AF940FA69}"/>
              </a:ext>
            </a:extLst>
          </p:cNvPr>
          <p:cNvSpPr txBox="1"/>
          <p:nvPr/>
        </p:nvSpPr>
        <p:spPr>
          <a:xfrm>
            <a:off x="5160025" y="2338254"/>
            <a:ext cx="1168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crom Bold" pitchFamily="50" charset="-52"/>
              </a:rPr>
              <a:t>ГЕОЛОГО-</a:t>
            </a:r>
          </a:p>
          <a:p>
            <a:pPr algn="ctr"/>
            <a:r>
              <a:rPr lang="ru-RU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crom Bold" pitchFamily="50" charset="-52"/>
              </a:rPr>
              <a:t>ГЕОФИЗИЧЕСКИЙ</a:t>
            </a:r>
          </a:p>
          <a:p>
            <a:pPr algn="ctr"/>
            <a:r>
              <a:rPr lang="ru-RU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crom Bold" pitchFamily="50" charset="-52"/>
              </a:rPr>
              <a:t>ФАКУЛЬТЕТ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FE5805E-9F39-74E4-04A4-EEAE0D874539}"/>
              </a:ext>
            </a:extLst>
          </p:cNvPr>
          <p:cNvSpPr txBox="1"/>
          <p:nvPr/>
        </p:nvSpPr>
        <p:spPr>
          <a:xfrm>
            <a:off x="6257295" y="2338254"/>
            <a:ext cx="1335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crom Bold" pitchFamily="50" charset="-52"/>
              </a:rPr>
              <a:t>ФАКУЛЬТЕТ</a:t>
            </a:r>
          </a:p>
          <a:p>
            <a:pPr algn="ctr"/>
            <a:r>
              <a:rPr lang="ru-RU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crom Bold" pitchFamily="50" charset="-52"/>
              </a:rPr>
              <a:t>ИНФОРМАЦИОННЫХ</a:t>
            </a:r>
          </a:p>
          <a:p>
            <a:pPr algn="ctr"/>
            <a:r>
              <a:rPr lang="ru-RU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crom Bold" pitchFamily="50" charset="-52"/>
              </a:rPr>
              <a:t>ТЕХНОЛОГИЙ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B7E29AD-3FDB-5705-2C66-1F8C9A5DAC3C}"/>
              </a:ext>
            </a:extLst>
          </p:cNvPr>
          <p:cNvSpPr txBox="1"/>
          <p:nvPr/>
        </p:nvSpPr>
        <p:spPr>
          <a:xfrm>
            <a:off x="7512385" y="2338254"/>
            <a:ext cx="11897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crom Bold" pitchFamily="50" charset="-52"/>
              </a:rPr>
              <a:t>ЭКОНОМИЧЕСКИЙ</a:t>
            </a:r>
          </a:p>
          <a:p>
            <a:pPr algn="ctr"/>
            <a:r>
              <a:rPr lang="ru-RU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crom Bold" pitchFamily="50" charset="-52"/>
              </a:rPr>
              <a:t>ФАКУЛЬТЕТ</a:t>
            </a:r>
          </a:p>
        </p:txBody>
      </p:sp>
      <p:pic>
        <p:nvPicPr>
          <p:cNvPr id="41" name="Рисунок 24">
            <a:extLst>
              <a:ext uri="{FF2B5EF4-FFF2-40B4-BE49-F238E27FC236}">
                <a16:creationId xmlns:a16="http://schemas.microsoft.com/office/drawing/2014/main" id="{36E7DB81-45A5-51C7-F134-957D7681BC2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3050644"/>
            <a:ext cx="1191770" cy="1033274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64518BDA-59EB-BCD0-D69B-DBCC3DA81C5D}"/>
              </a:ext>
            </a:extLst>
          </p:cNvPr>
          <p:cNvSpPr txBox="1"/>
          <p:nvPr/>
        </p:nvSpPr>
        <p:spPr>
          <a:xfrm>
            <a:off x="2843808" y="3336449"/>
            <a:ext cx="1051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crom Bold" pitchFamily="50" charset="-52"/>
              </a:rPr>
              <a:t>ИНСТИТУТ</a:t>
            </a:r>
          </a:p>
          <a:p>
            <a:r>
              <a:rPr lang="ru-RU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crom Bold" pitchFamily="50" charset="-52"/>
              </a:rPr>
              <a:t>МЕДИЦИНЫ</a:t>
            </a:r>
          </a:p>
          <a:p>
            <a:r>
              <a:rPr lang="ru-RU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crom Bold" pitchFamily="50" charset="-52"/>
              </a:rPr>
              <a:t>И ПСИХОЛОГИИ</a:t>
            </a:r>
            <a:endParaRPr lang="en-US" sz="800" dirty="0">
              <a:solidFill>
                <a:schemeClr val="tx1">
                  <a:lumMod val="85000"/>
                  <a:lumOff val="15000"/>
                </a:schemeClr>
              </a:solidFill>
              <a:latin typeface="Acrom Bold" pitchFamily="50" charset="-52"/>
            </a:endParaRPr>
          </a:p>
        </p:txBody>
      </p:sp>
      <p:pic>
        <p:nvPicPr>
          <p:cNvPr id="43" name="Рисунок 26">
            <a:extLst>
              <a:ext uri="{FF2B5EF4-FFF2-40B4-BE49-F238E27FC236}">
                <a16:creationId xmlns:a16="http://schemas.microsoft.com/office/drawing/2014/main" id="{0732CC9A-B321-08FD-776B-5C91629CA28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569" y="3050644"/>
            <a:ext cx="1191770" cy="1033274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65D97775-7B3D-1880-DBEF-C35FC3E7FF5C}"/>
              </a:ext>
            </a:extLst>
          </p:cNvPr>
          <p:cNvSpPr txBox="1"/>
          <p:nvPr/>
        </p:nvSpPr>
        <p:spPr>
          <a:xfrm>
            <a:off x="5249339" y="3398004"/>
            <a:ext cx="10983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crom Bold" pitchFamily="50" charset="-52"/>
              </a:rPr>
              <a:t>ГУМАНИТАРНЫЙ</a:t>
            </a:r>
          </a:p>
          <a:p>
            <a:r>
              <a:rPr lang="ru-RU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crom Bold" pitchFamily="50" charset="-52"/>
              </a:rPr>
              <a:t>ИНСТИТУТ</a:t>
            </a:r>
            <a:endParaRPr lang="en-US" sz="800" dirty="0">
              <a:solidFill>
                <a:schemeClr val="tx1">
                  <a:lumMod val="85000"/>
                  <a:lumOff val="15000"/>
                </a:schemeClr>
              </a:solidFill>
              <a:latin typeface="Acrom Bold" pitchFamily="50" charset="-52"/>
            </a:endParaRPr>
          </a:p>
        </p:txBody>
      </p:sp>
      <p:pic>
        <p:nvPicPr>
          <p:cNvPr id="45" name="Рисунок 28">
            <a:extLst>
              <a:ext uri="{FF2B5EF4-FFF2-40B4-BE49-F238E27FC236}">
                <a16:creationId xmlns:a16="http://schemas.microsoft.com/office/drawing/2014/main" id="{26B6190E-D853-F552-5E97-753921A011C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072" y="3050644"/>
            <a:ext cx="1191770" cy="103327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EBFA8345-A18B-3F2C-4BF2-BBAC013C7A91}"/>
              </a:ext>
            </a:extLst>
          </p:cNvPr>
          <p:cNvSpPr txBox="1"/>
          <p:nvPr/>
        </p:nvSpPr>
        <p:spPr>
          <a:xfrm>
            <a:off x="7619935" y="3336449"/>
            <a:ext cx="962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crom Bold" pitchFamily="50" charset="-52"/>
              </a:rPr>
              <a:t>ИНСТИТУТ</a:t>
            </a:r>
          </a:p>
          <a:p>
            <a:r>
              <a:rPr lang="ru-RU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crom Bold" pitchFamily="50" charset="-52"/>
              </a:rPr>
              <a:t>ФИЛОСОФИИ</a:t>
            </a:r>
          </a:p>
          <a:p>
            <a:r>
              <a:rPr lang="ru-RU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crom Bold" pitchFamily="50" charset="-52"/>
              </a:rPr>
              <a:t>И ПРАВА</a:t>
            </a:r>
            <a:endParaRPr lang="en-US" sz="800" dirty="0">
              <a:solidFill>
                <a:schemeClr val="tx1">
                  <a:lumMod val="85000"/>
                  <a:lumOff val="15000"/>
                </a:schemeClr>
              </a:solidFill>
              <a:latin typeface="Acrom Bold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0816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930167-0638-EF1A-32D5-EC1A7CB008EB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350838" y="4858733"/>
            <a:ext cx="1340842" cy="274637"/>
          </a:xfrm>
        </p:spPr>
        <p:txBody>
          <a:bodyPr/>
          <a:lstStyle/>
          <a:p>
            <a:fld id="{EA06C222-5C8F-48E4-98DF-8B9E855A89F1}" type="datetime1">
              <a:rPr lang="ru-RU" smtClean="0"/>
              <a:t>04.09.2024</a:t>
            </a:fld>
            <a:endParaRPr lang="en-US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4D739A2-0342-ED91-6CAC-03B2438DB2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F649182-FE00-1F7D-2E80-9BC7094AFB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ТЕСТ ПОДЗАГОЛОВКА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609920-F43D-4280-D469-E8E601BD3CF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1D02C809-C322-7353-83B8-9CFE70FF0AD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51236" y="716531"/>
            <a:ext cx="7749155" cy="36933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76D96FE5-1713-5837-D6DE-9E4709B48405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Шестиугольник 40">
            <a:extLst>
              <a:ext uri="{FF2B5EF4-FFF2-40B4-BE49-F238E27FC236}">
                <a16:creationId xmlns:a16="http://schemas.microsoft.com/office/drawing/2014/main" id="{B239EF93-D354-7629-0182-C1CD07B5A8D2}"/>
              </a:ext>
            </a:extLst>
          </p:cNvPr>
          <p:cNvSpPr>
            <a:spLocks noChangeAspect="1"/>
          </p:cNvSpPr>
          <p:nvPr/>
        </p:nvSpPr>
        <p:spPr>
          <a:xfrm>
            <a:off x="3419872" y="1560569"/>
            <a:ext cx="972442" cy="864393"/>
          </a:xfrm>
          <a:prstGeom prst="hexagon">
            <a:avLst/>
          </a:prstGeom>
          <a:noFill/>
          <a:ln w="38100">
            <a:solidFill>
              <a:srgbClr val="6BB6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ru-RU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Acrom ExtraBold" panose="00000900000000000000" pitchFamily="50" charset="-52"/>
              </a:rPr>
              <a:t>ПРИМЕР</a:t>
            </a:r>
          </a:p>
          <a:p>
            <a:pPr algn="ctr"/>
            <a:r>
              <a:rPr lang="ru-RU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Acrom ExtraBold" panose="00000900000000000000" pitchFamily="50" charset="-52"/>
              </a:rPr>
              <a:t>ТЕКСТА</a:t>
            </a:r>
          </a:p>
        </p:txBody>
      </p:sp>
      <p:sp>
        <p:nvSpPr>
          <p:cNvPr id="10" name="Шестиугольник 41">
            <a:extLst>
              <a:ext uri="{FF2B5EF4-FFF2-40B4-BE49-F238E27FC236}">
                <a16:creationId xmlns:a16="http://schemas.microsoft.com/office/drawing/2014/main" id="{8BA6EE6E-B6F4-058C-FF04-5509E9CBE9D5}"/>
              </a:ext>
            </a:extLst>
          </p:cNvPr>
          <p:cNvSpPr>
            <a:spLocks noChangeAspect="1"/>
          </p:cNvSpPr>
          <p:nvPr/>
        </p:nvSpPr>
        <p:spPr>
          <a:xfrm>
            <a:off x="4241767" y="2025913"/>
            <a:ext cx="972442" cy="864393"/>
          </a:xfrm>
          <a:prstGeom prst="hexagon">
            <a:avLst/>
          </a:prstGeom>
          <a:noFill/>
          <a:ln w="38100">
            <a:solidFill>
              <a:srgbClr val="6BB6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endParaRPr lang="ru-RU" sz="1000" dirty="0">
              <a:solidFill>
                <a:prstClr val="black">
                  <a:lumMod val="85000"/>
                  <a:lumOff val="15000"/>
                </a:prstClr>
              </a:solidFill>
              <a:latin typeface="Acrom ExtraBold" panose="00000900000000000000" pitchFamily="50" charset="-52"/>
            </a:endParaRPr>
          </a:p>
        </p:txBody>
      </p:sp>
      <p:sp>
        <p:nvSpPr>
          <p:cNvPr id="11" name="Шестиугольник 43">
            <a:extLst>
              <a:ext uri="{FF2B5EF4-FFF2-40B4-BE49-F238E27FC236}">
                <a16:creationId xmlns:a16="http://schemas.microsoft.com/office/drawing/2014/main" id="{F29EAB49-EBF1-0DE7-9098-B9140C22C06E}"/>
              </a:ext>
            </a:extLst>
          </p:cNvPr>
          <p:cNvSpPr>
            <a:spLocks noChangeAspect="1"/>
          </p:cNvSpPr>
          <p:nvPr/>
        </p:nvSpPr>
        <p:spPr>
          <a:xfrm>
            <a:off x="5075126" y="1559754"/>
            <a:ext cx="972442" cy="864393"/>
          </a:xfrm>
          <a:prstGeom prst="hexagon">
            <a:avLst/>
          </a:prstGeom>
          <a:noFill/>
          <a:ln w="38100">
            <a:solidFill>
              <a:srgbClr val="6BB6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endParaRPr lang="ru-RU" sz="1000" dirty="0">
              <a:solidFill>
                <a:prstClr val="black">
                  <a:lumMod val="85000"/>
                  <a:lumOff val="15000"/>
                </a:prstClr>
              </a:solidFill>
              <a:latin typeface="Acrom ExtraBold" panose="00000900000000000000" pitchFamily="50" charset="-52"/>
            </a:endParaRPr>
          </a:p>
        </p:txBody>
      </p:sp>
      <p:sp>
        <p:nvSpPr>
          <p:cNvPr id="12" name="Шестиугольник 44">
            <a:extLst>
              <a:ext uri="{FF2B5EF4-FFF2-40B4-BE49-F238E27FC236}">
                <a16:creationId xmlns:a16="http://schemas.microsoft.com/office/drawing/2014/main" id="{98D57C03-EF32-3271-0394-D8488AB3B319}"/>
              </a:ext>
            </a:extLst>
          </p:cNvPr>
          <p:cNvSpPr>
            <a:spLocks noChangeAspect="1"/>
          </p:cNvSpPr>
          <p:nvPr/>
        </p:nvSpPr>
        <p:spPr>
          <a:xfrm>
            <a:off x="5897020" y="2025913"/>
            <a:ext cx="978974" cy="864393"/>
          </a:xfrm>
          <a:prstGeom prst="hexagon">
            <a:avLst/>
          </a:prstGeom>
          <a:noFill/>
          <a:ln w="38100">
            <a:solidFill>
              <a:srgbClr val="6BB6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endParaRPr lang="ru-RU" sz="1000" dirty="0">
              <a:solidFill>
                <a:prstClr val="black">
                  <a:lumMod val="85000"/>
                  <a:lumOff val="15000"/>
                </a:prstClr>
              </a:solidFill>
              <a:latin typeface="Acrom ExtraBold" panose="00000900000000000000" pitchFamily="50" charset="-52"/>
            </a:endParaRPr>
          </a:p>
        </p:txBody>
      </p:sp>
      <p:sp>
        <p:nvSpPr>
          <p:cNvPr id="13" name="Шестиугольник 45">
            <a:extLst>
              <a:ext uri="{FF2B5EF4-FFF2-40B4-BE49-F238E27FC236}">
                <a16:creationId xmlns:a16="http://schemas.microsoft.com/office/drawing/2014/main" id="{5B4AA309-70B0-667C-2661-7F638DB1FC35}"/>
              </a:ext>
            </a:extLst>
          </p:cNvPr>
          <p:cNvSpPr>
            <a:spLocks noChangeAspect="1"/>
          </p:cNvSpPr>
          <p:nvPr/>
        </p:nvSpPr>
        <p:spPr>
          <a:xfrm>
            <a:off x="5075126" y="2491257"/>
            <a:ext cx="972442" cy="864393"/>
          </a:xfrm>
          <a:prstGeom prst="hexagon">
            <a:avLst/>
          </a:prstGeom>
          <a:noFill/>
          <a:ln w="38100">
            <a:solidFill>
              <a:srgbClr val="6BB6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endParaRPr lang="ru-RU" sz="1000" dirty="0">
              <a:solidFill>
                <a:prstClr val="black">
                  <a:lumMod val="85000"/>
                  <a:lumOff val="15000"/>
                </a:prstClr>
              </a:solidFill>
              <a:latin typeface="Acrom ExtraBold" panose="00000900000000000000" pitchFamily="50" charset="-52"/>
            </a:endParaRPr>
          </a:p>
        </p:txBody>
      </p:sp>
      <p:sp>
        <p:nvSpPr>
          <p:cNvPr id="14" name="Шестиугольник 46">
            <a:extLst>
              <a:ext uri="{FF2B5EF4-FFF2-40B4-BE49-F238E27FC236}">
                <a16:creationId xmlns:a16="http://schemas.microsoft.com/office/drawing/2014/main" id="{7886E75F-7AC7-C0E4-2288-6E645F9F9C58}"/>
              </a:ext>
            </a:extLst>
          </p:cNvPr>
          <p:cNvSpPr>
            <a:spLocks noChangeAspect="1"/>
          </p:cNvSpPr>
          <p:nvPr/>
        </p:nvSpPr>
        <p:spPr>
          <a:xfrm>
            <a:off x="4241767" y="2971252"/>
            <a:ext cx="972442" cy="864393"/>
          </a:xfrm>
          <a:prstGeom prst="hexagon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6BB6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endParaRPr lang="ru-RU" sz="1000" dirty="0">
              <a:solidFill>
                <a:prstClr val="black">
                  <a:lumMod val="85000"/>
                  <a:lumOff val="15000"/>
                </a:prstClr>
              </a:solidFill>
              <a:latin typeface="Acrom ExtraBold" panose="00000900000000000000" pitchFamily="50" charset="-52"/>
            </a:endParaRPr>
          </a:p>
        </p:txBody>
      </p:sp>
      <p:sp>
        <p:nvSpPr>
          <p:cNvPr id="15" name="Шестиугольник 48">
            <a:extLst>
              <a:ext uri="{FF2B5EF4-FFF2-40B4-BE49-F238E27FC236}">
                <a16:creationId xmlns:a16="http://schemas.microsoft.com/office/drawing/2014/main" id="{13C3B53C-A30D-053C-E0BE-83B96FC324BB}"/>
              </a:ext>
            </a:extLst>
          </p:cNvPr>
          <p:cNvSpPr>
            <a:spLocks noChangeAspect="1"/>
          </p:cNvSpPr>
          <p:nvPr/>
        </p:nvSpPr>
        <p:spPr>
          <a:xfrm>
            <a:off x="3421277" y="3429184"/>
            <a:ext cx="972442" cy="864393"/>
          </a:xfrm>
          <a:prstGeom prst="hexagon">
            <a:avLst/>
          </a:prstGeom>
          <a:noFill/>
          <a:ln w="28575">
            <a:solidFill>
              <a:srgbClr val="6BB64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endParaRPr lang="ru-RU" sz="1000" dirty="0">
              <a:solidFill>
                <a:prstClr val="black">
                  <a:lumMod val="85000"/>
                  <a:lumOff val="15000"/>
                </a:prstClr>
              </a:solidFill>
              <a:latin typeface="Acrom ExtraBold" panose="00000900000000000000" pitchFamily="50" charset="-52"/>
            </a:endParaRPr>
          </a:p>
        </p:txBody>
      </p:sp>
      <p:sp>
        <p:nvSpPr>
          <p:cNvPr id="16" name="Шестиугольник 51">
            <a:extLst>
              <a:ext uri="{FF2B5EF4-FFF2-40B4-BE49-F238E27FC236}">
                <a16:creationId xmlns:a16="http://schemas.microsoft.com/office/drawing/2014/main" id="{8E673FD2-74B4-A5D3-F531-6F07A99067C3}"/>
              </a:ext>
            </a:extLst>
          </p:cNvPr>
          <p:cNvSpPr>
            <a:spLocks noChangeAspect="1"/>
          </p:cNvSpPr>
          <p:nvPr/>
        </p:nvSpPr>
        <p:spPr>
          <a:xfrm>
            <a:off x="5076056" y="3432777"/>
            <a:ext cx="972442" cy="864393"/>
          </a:xfrm>
          <a:prstGeom prst="hexagon">
            <a:avLst/>
          </a:prstGeom>
          <a:noFill/>
          <a:ln w="28575">
            <a:solidFill>
              <a:srgbClr val="6BB64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endParaRPr lang="ru-RU" sz="1000" dirty="0">
              <a:solidFill>
                <a:prstClr val="black">
                  <a:lumMod val="85000"/>
                  <a:lumOff val="15000"/>
                </a:prstClr>
              </a:solidFill>
              <a:latin typeface="Acrom ExtraBold" panose="00000900000000000000" pitchFamily="50" charset="-52"/>
            </a:endParaRPr>
          </a:p>
        </p:txBody>
      </p:sp>
      <p:sp>
        <p:nvSpPr>
          <p:cNvPr id="17" name="Шестиугольник 56">
            <a:extLst>
              <a:ext uri="{FF2B5EF4-FFF2-40B4-BE49-F238E27FC236}">
                <a16:creationId xmlns:a16="http://schemas.microsoft.com/office/drawing/2014/main" id="{848ADB52-336E-DCB9-07CF-BDABA42E189B}"/>
              </a:ext>
            </a:extLst>
          </p:cNvPr>
          <p:cNvSpPr>
            <a:spLocks noChangeAspect="1"/>
          </p:cNvSpPr>
          <p:nvPr/>
        </p:nvSpPr>
        <p:spPr>
          <a:xfrm>
            <a:off x="6728510" y="3435549"/>
            <a:ext cx="972442" cy="864393"/>
          </a:xfrm>
          <a:prstGeom prst="hexagon">
            <a:avLst/>
          </a:prstGeom>
          <a:noFill/>
          <a:ln w="28575">
            <a:solidFill>
              <a:srgbClr val="6BB64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endParaRPr lang="ru-RU" sz="1000" dirty="0">
              <a:solidFill>
                <a:prstClr val="black">
                  <a:lumMod val="85000"/>
                  <a:lumOff val="15000"/>
                </a:prstClr>
              </a:solidFill>
              <a:latin typeface="Acrom ExtraBold" panose="00000900000000000000" pitchFamily="50" charset="-52"/>
            </a:endParaRPr>
          </a:p>
        </p:txBody>
      </p:sp>
      <p:sp>
        <p:nvSpPr>
          <p:cNvPr id="18" name="Шестиугольник 57">
            <a:extLst>
              <a:ext uri="{FF2B5EF4-FFF2-40B4-BE49-F238E27FC236}">
                <a16:creationId xmlns:a16="http://schemas.microsoft.com/office/drawing/2014/main" id="{B9B0DCBB-10CF-7AAF-B338-649E95AA4B2A}"/>
              </a:ext>
            </a:extLst>
          </p:cNvPr>
          <p:cNvSpPr>
            <a:spLocks noChangeAspect="1"/>
          </p:cNvSpPr>
          <p:nvPr/>
        </p:nvSpPr>
        <p:spPr>
          <a:xfrm>
            <a:off x="7522447" y="2968280"/>
            <a:ext cx="1008112" cy="864393"/>
          </a:xfrm>
          <a:prstGeom prst="hexagon">
            <a:avLst/>
          </a:prstGeom>
          <a:noFill/>
          <a:ln w="28575">
            <a:solidFill>
              <a:srgbClr val="6BB64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endParaRPr lang="ru-RU" sz="1000" dirty="0">
              <a:solidFill>
                <a:prstClr val="black">
                  <a:lumMod val="85000"/>
                  <a:lumOff val="15000"/>
                </a:prstClr>
              </a:solidFill>
              <a:latin typeface="Acrom ExtraBold" panose="00000900000000000000" pitchFamily="50" charset="-52"/>
            </a:endParaRPr>
          </a:p>
        </p:txBody>
      </p:sp>
      <p:sp>
        <p:nvSpPr>
          <p:cNvPr id="19" name="Шестиугольник 58">
            <a:extLst>
              <a:ext uri="{FF2B5EF4-FFF2-40B4-BE49-F238E27FC236}">
                <a16:creationId xmlns:a16="http://schemas.microsoft.com/office/drawing/2014/main" id="{9B8BCD06-ABE1-2100-AA17-D63A30E11A82}"/>
              </a:ext>
            </a:extLst>
          </p:cNvPr>
          <p:cNvSpPr>
            <a:spLocks noChangeAspect="1"/>
          </p:cNvSpPr>
          <p:nvPr/>
        </p:nvSpPr>
        <p:spPr>
          <a:xfrm>
            <a:off x="5903552" y="2971252"/>
            <a:ext cx="972442" cy="864393"/>
          </a:xfrm>
          <a:prstGeom prst="hexagon">
            <a:avLst/>
          </a:prstGeom>
          <a:noFill/>
          <a:ln w="28575">
            <a:solidFill>
              <a:srgbClr val="6BB64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endParaRPr lang="ru-RU" sz="1000" dirty="0">
              <a:solidFill>
                <a:prstClr val="black">
                  <a:lumMod val="85000"/>
                  <a:lumOff val="15000"/>
                </a:prstClr>
              </a:solidFill>
              <a:latin typeface="Acrom ExtraBold" panose="00000900000000000000" pitchFamily="50" charset="-52"/>
            </a:endParaRPr>
          </a:p>
        </p:txBody>
      </p:sp>
      <p:pic>
        <p:nvPicPr>
          <p:cNvPr id="20" name="Рисунок 8">
            <a:extLst>
              <a:ext uri="{FF2B5EF4-FFF2-40B4-BE49-F238E27FC236}">
                <a16:creationId xmlns:a16="http://schemas.microsoft.com/office/drawing/2014/main" id="{FC27FD84-F263-6951-BEA5-0418A7961B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480" y="3043300"/>
            <a:ext cx="781017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291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Шестиугольник 40"/>
          <p:cNvSpPr>
            <a:spLocks noChangeAspect="1"/>
          </p:cNvSpPr>
          <p:nvPr/>
        </p:nvSpPr>
        <p:spPr>
          <a:xfrm>
            <a:off x="3419872" y="1560569"/>
            <a:ext cx="972442" cy="864393"/>
          </a:xfrm>
          <a:prstGeom prst="hexagon">
            <a:avLst/>
          </a:prstGeom>
          <a:noFill/>
          <a:ln w="38100">
            <a:solidFill>
              <a:srgbClr val="6BB6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ru-RU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Acrom ExtraBold" panose="00000900000000000000" pitchFamily="50" charset="-52"/>
              </a:rPr>
              <a:t>ПРИМЕР</a:t>
            </a:r>
          </a:p>
          <a:p>
            <a:pPr algn="ctr"/>
            <a:r>
              <a:rPr lang="ru-RU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Acrom ExtraBold" panose="00000900000000000000" pitchFamily="50" charset="-52"/>
              </a:rPr>
              <a:t>ТЕКСТА</a:t>
            </a:r>
          </a:p>
        </p:txBody>
      </p:sp>
      <p:sp>
        <p:nvSpPr>
          <p:cNvPr id="42" name="Шестиугольник 41"/>
          <p:cNvSpPr>
            <a:spLocks noChangeAspect="1"/>
          </p:cNvSpPr>
          <p:nvPr/>
        </p:nvSpPr>
        <p:spPr>
          <a:xfrm>
            <a:off x="4241767" y="2025913"/>
            <a:ext cx="972442" cy="864393"/>
          </a:xfrm>
          <a:prstGeom prst="hexagon">
            <a:avLst/>
          </a:prstGeom>
          <a:noFill/>
          <a:ln w="38100">
            <a:solidFill>
              <a:srgbClr val="6BB6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endParaRPr lang="ru-RU" sz="1000" dirty="0">
              <a:solidFill>
                <a:prstClr val="black">
                  <a:lumMod val="85000"/>
                  <a:lumOff val="15000"/>
                </a:prstClr>
              </a:solidFill>
              <a:latin typeface="Acrom ExtraBold" panose="00000900000000000000" pitchFamily="50" charset="-52"/>
            </a:endParaRPr>
          </a:p>
        </p:txBody>
      </p:sp>
      <p:sp>
        <p:nvSpPr>
          <p:cNvPr id="43" name="Шестиугольник 42"/>
          <p:cNvSpPr>
            <a:spLocks noChangeAspect="1"/>
          </p:cNvSpPr>
          <p:nvPr/>
        </p:nvSpPr>
        <p:spPr>
          <a:xfrm>
            <a:off x="3419872" y="2496673"/>
            <a:ext cx="972442" cy="864393"/>
          </a:xfrm>
          <a:prstGeom prst="hexagon">
            <a:avLst/>
          </a:prstGeom>
          <a:noFill/>
          <a:ln w="38100">
            <a:solidFill>
              <a:srgbClr val="6BB6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endParaRPr lang="ru-RU" sz="1000" dirty="0">
              <a:solidFill>
                <a:prstClr val="black">
                  <a:lumMod val="85000"/>
                  <a:lumOff val="15000"/>
                </a:prstClr>
              </a:solidFill>
              <a:latin typeface="Acrom ExtraBold" panose="00000900000000000000" pitchFamily="50" charset="-52"/>
            </a:endParaRPr>
          </a:p>
        </p:txBody>
      </p:sp>
      <p:sp>
        <p:nvSpPr>
          <p:cNvPr id="44" name="Шестиугольник 43"/>
          <p:cNvSpPr>
            <a:spLocks noChangeAspect="1"/>
          </p:cNvSpPr>
          <p:nvPr/>
        </p:nvSpPr>
        <p:spPr>
          <a:xfrm>
            <a:off x="5075126" y="1559754"/>
            <a:ext cx="972442" cy="864393"/>
          </a:xfrm>
          <a:prstGeom prst="hexagon">
            <a:avLst/>
          </a:prstGeom>
          <a:noFill/>
          <a:ln w="38100">
            <a:solidFill>
              <a:srgbClr val="6BB6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endParaRPr lang="ru-RU" sz="1000" dirty="0">
              <a:solidFill>
                <a:prstClr val="black">
                  <a:lumMod val="85000"/>
                  <a:lumOff val="15000"/>
                </a:prstClr>
              </a:solidFill>
              <a:latin typeface="Acrom ExtraBold" panose="00000900000000000000" pitchFamily="50" charset="-52"/>
            </a:endParaRPr>
          </a:p>
        </p:txBody>
      </p:sp>
      <p:sp>
        <p:nvSpPr>
          <p:cNvPr id="45" name="Шестиугольник 44"/>
          <p:cNvSpPr>
            <a:spLocks noChangeAspect="1"/>
          </p:cNvSpPr>
          <p:nvPr/>
        </p:nvSpPr>
        <p:spPr>
          <a:xfrm>
            <a:off x="5897020" y="2025913"/>
            <a:ext cx="978974" cy="864393"/>
          </a:xfrm>
          <a:prstGeom prst="hexagon">
            <a:avLst/>
          </a:prstGeom>
          <a:noFill/>
          <a:ln w="38100">
            <a:solidFill>
              <a:srgbClr val="6BB6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endParaRPr lang="ru-RU" sz="1000" dirty="0">
              <a:solidFill>
                <a:prstClr val="black">
                  <a:lumMod val="85000"/>
                  <a:lumOff val="15000"/>
                </a:prstClr>
              </a:solidFill>
              <a:latin typeface="Acrom ExtraBold" panose="00000900000000000000" pitchFamily="50" charset="-52"/>
            </a:endParaRPr>
          </a:p>
        </p:txBody>
      </p:sp>
      <p:sp>
        <p:nvSpPr>
          <p:cNvPr id="46" name="Шестиугольник 45"/>
          <p:cNvSpPr>
            <a:spLocks noChangeAspect="1"/>
          </p:cNvSpPr>
          <p:nvPr/>
        </p:nvSpPr>
        <p:spPr>
          <a:xfrm>
            <a:off x="5075126" y="2491257"/>
            <a:ext cx="972442" cy="864393"/>
          </a:xfrm>
          <a:prstGeom prst="hexagon">
            <a:avLst/>
          </a:prstGeom>
          <a:noFill/>
          <a:ln w="38100">
            <a:solidFill>
              <a:srgbClr val="6BB6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endParaRPr lang="ru-RU" sz="1000" dirty="0">
              <a:solidFill>
                <a:prstClr val="black">
                  <a:lumMod val="85000"/>
                  <a:lumOff val="15000"/>
                </a:prstClr>
              </a:solidFill>
              <a:latin typeface="Acrom ExtraBold" panose="00000900000000000000" pitchFamily="50" charset="-52"/>
            </a:endParaRPr>
          </a:p>
        </p:txBody>
      </p:sp>
      <p:sp>
        <p:nvSpPr>
          <p:cNvPr id="47" name="Шестиугольник 46"/>
          <p:cNvSpPr>
            <a:spLocks noChangeAspect="1"/>
          </p:cNvSpPr>
          <p:nvPr/>
        </p:nvSpPr>
        <p:spPr>
          <a:xfrm>
            <a:off x="4241767" y="2971252"/>
            <a:ext cx="972442" cy="864393"/>
          </a:xfrm>
          <a:prstGeom prst="hexagon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6BB6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endParaRPr lang="ru-RU" sz="1000" dirty="0">
              <a:solidFill>
                <a:prstClr val="black">
                  <a:lumMod val="85000"/>
                  <a:lumOff val="15000"/>
                </a:prstClr>
              </a:solidFill>
              <a:latin typeface="Acrom ExtraBold" panose="00000900000000000000" pitchFamily="50" charset="-52"/>
            </a:endParaRPr>
          </a:p>
        </p:txBody>
      </p:sp>
      <p:sp>
        <p:nvSpPr>
          <p:cNvPr id="49" name="Шестиугольник 48"/>
          <p:cNvSpPr>
            <a:spLocks noChangeAspect="1"/>
          </p:cNvSpPr>
          <p:nvPr/>
        </p:nvSpPr>
        <p:spPr>
          <a:xfrm>
            <a:off x="3421277" y="3429184"/>
            <a:ext cx="972442" cy="864393"/>
          </a:xfrm>
          <a:prstGeom prst="hexagon">
            <a:avLst/>
          </a:prstGeom>
          <a:noFill/>
          <a:ln w="28575">
            <a:solidFill>
              <a:srgbClr val="6BB64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endParaRPr lang="ru-RU" sz="1000" dirty="0">
              <a:solidFill>
                <a:prstClr val="black">
                  <a:lumMod val="85000"/>
                  <a:lumOff val="15000"/>
                </a:prstClr>
              </a:solidFill>
              <a:latin typeface="Acrom ExtraBold" panose="00000900000000000000" pitchFamily="50" charset="-52"/>
            </a:endParaRPr>
          </a:p>
        </p:txBody>
      </p:sp>
      <p:sp>
        <p:nvSpPr>
          <p:cNvPr id="52" name="Шестиугольник 51"/>
          <p:cNvSpPr>
            <a:spLocks noChangeAspect="1"/>
          </p:cNvSpPr>
          <p:nvPr/>
        </p:nvSpPr>
        <p:spPr>
          <a:xfrm>
            <a:off x="5076056" y="3432777"/>
            <a:ext cx="972442" cy="864393"/>
          </a:xfrm>
          <a:prstGeom prst="hexagon">
            <a:avLst/>
          </a:prstGeom>
          <a:noFill/>
          <a:ln w="28575">
            <a:solidFill>
              <a:srgbClr val="6BB64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endParaRPr lang="ru-RU" sz="1000" dirty="0">
              <a:solidFill>
                <a:prstClr val="black">
                  <a:lumMod val="85000"/>
                  <a:lumOff val="15000"/>
                </a:prstClr>
              </a:solidFill>
              <a:latin typeface="Acrom ExtraBold" panose="00000900000000000000" pitchFamily="50" charset="-52"/>
            </a:endParaRPr>
          </a:p>
        </p:txBody>
      </p:sp>
      <p:sp>
        <p:nvSpPr>
          <p:cNvPr id="57" name="Шестиугольник 56"/>
          <p:cNvSpPr>
            <a:spLocks noChangeAspect="1"/>
          </p:cNvSpPr>
          <p:nvPr/>
        </p:nvSpPr>
        <p:spPr>
          <a:xfrm>
            <a:off x="6728510" y="3435549"/>
            <a:ext cx="972442" cy="864393"/>
          </a:xfrm>
          <a:prstGeom prst="hexagon">
            <a:avLst/>
          </a:prstGeom>
          <a:noFill/>
          <a:ln w="28575">
            <a:solidFill>
              <a:srgbClr val="6BB64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endParaRPr lang="ru-RU" sz="1000" dirty="0">
              <a:solidFill>
                <a:prstClr val="black">
                  <a:lumMod val="85000"/>
                  <a:lumOff val="15000"/>
                </a:prstClr>
              </a:solidFill>
              <a:latin typeface="Acrom ExtraBold" panose="00000900000000000000" pitchFamily="50" charset="-52"/>
            </a:endParaRPr>
          </a:p>
        </p:txBody>
      </p:sp>
      <p:sp>
        <p:nvSpPr>
          <p:cNvPr id="58" name="Шестиугольник 57"/>
          <p:cNvSpPr>
            <a:spLocks noChangeAspect="1"/>
          </p:cNvSpPr>
          <p:nvPr/>
        </p:nvSpPr>
        <p:spPr>
          <a:xfrm>
            <a:off x="7522447" y="2968280"/>
            <a:ext cx="1008112" cy="864393"/>
          </a:xfrm>
          <a:prstGeom prst="hexagon">
            <a:avLst/>
          </a:prstGeom>
          <a:noFill/>
          <a:ln w="28575">
            <a:solidFill>
              <a:srgbClr val="6BB64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endParaRPr lang="ru-RU" sz="1000" dirty="0">
              <a:solidFill>
                <a:prstClr val="black">
                  <a:lumMod val="85000"/>
                  <a:lumOff val="15000"/>
                </a:prstClr>
              </a:solidFill>
              <a:latin typeface="Acrom ExtraBold" panose="00000900000000000000" pitchFamily="50" charset="-52"/>
            </a:endParaRPr>
          </a:p>
        </p:txBody>
      </p:sp>
      <p:sp>
        <p:nvSpPr>
          <p:cNvPr id="59" name="Шестиугольник 58"/>
          <p:cNvSpPr>
            <a:spLocks noChangeAspect="1"/>
          </p:cNvSpPr>
          <p:nvPr/>
        </p:nvSpPr>
        <p:spPr>
          <a:xfrm>
            <a:off x="5903552" y="2971252"/>
            <a:ext cx="972442" cy="864393"/>
          </a:xfrm>
          <a:prstGeom prst="hexagon">
            <a:avLst/>
          </a:prstGeom>
          <a:noFill/>
          <a:ln w="28575">
            <a:solidFill>
              <a:srgbClr val="6BB64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endParaRPr lang="ru-RU" sz="1000" dirty="0">
              <a:solidFill>
                <a:prstClr val="black">
                  <a:lumMod val="85000"/>
                  <a:lumOff val="15000"/>
                </a:prstClr>
              </a:solidFill>
              <a:latin typeface="Acrom ExtraBold" panose="00000900000000000000" pitchFamily="50" charset="-52"/>
            </a:endParaRPr>
          </a:p>
        </p:txBody>
      </p:sp>
      <p:sp>
        <p:nvSpPr>
          <p:cNvPr id="8" name="Шестиугольник 7"/>
          <p:cNvSpPr/>
          <p:nvPr/>
        </p:nvSpPr>
        <p:spPr>
          <a:xfrm>
            <a:off x="4619988" y="3313448"/>
            <a:ext cx="216000" cy="180000"/>
          </a:xfrm>
          <a:prstGeom prst="hexagon">
            <a:avLst/>
          </a:prstGeom>
          <a:solidFill>
            <a:srgbClr val="6BB6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  <a:latin typeface="Acrom ExtraBold" panose="00000900000000000000" pitchFamily="50" charset="-52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480" y="3043300"/>
            <a:ext cx="781017" cy="720000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5B505-4410-8A8C-AF4E-A1CC106B3F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222E10-B49D-E6A2-C53A-D2557B9234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СЛАЙДА</a:t>
            </a:r>
          </a:p>
        </p:txBody>
      </p:sp>
    </p:spTree>
    <p:extLst>
      <p:ext uri="{BB962C8B-B14F-4D97-AF65-F5344CB8AC3E}">
        <p14:creationId xmlns:p14="http://schemas.microsoft.com/office/powerpoint/2010/main" val="199946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Содержимое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2132388"/>
              </p:ext>
            </p:extLst>
          </p:nvPr>
        </p:nvGraphicFramePr>
        <p:xfrm>
          <a:off x="323528" y="1635646"/>
          <a:ext cx="7632846" cy="233915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72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4435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0" dirty="0">
                        <a:solidFill>
                          <a:schemeClr val="tx1"/>
                        </a:solidFill>
                        <a:latin typeface="Acrom Bold" panose="00000800000000000000" pitchFamily="50" charset="-52"/>
                      </a:endParaRPr>
                    </a:p>
                  </a:txBody>
                  <a:tcPr marL="68580" marR="68580" marT="34290" marB="34290" anchor="ctr">
                    <a:solidFill>
                      <a:srgbClr val="6BB640">
                        <a:alpha val="37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50" b="0" dirty="0">
                        <a:solidFill>
                          <a:schemeClr val="tx1"/>
                        </a:solidFill>
                        <a:latin typeface="Acrom Bold" panose="00000800000000000000" pitchFamily="50" charset="-52"/>
                      </a:endParaRPr>
                    </a:p>
                  </a:txBody>
                  <a:tcPr marL="68580" marR="68580" marT="34290" marB="34290" anchor="ctr">
                    <a:solidFill>
                      <a:srgbClr val="6BB640">
                        <a:alpha val="37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633">
                <a:tc>
                  <a:txBody>
                    <a:bodyPr/>
                    <a:lstStyle/>
                    <a:p>
                      <a:pPr algn="ctr"/>
                      <a:endParaRPr lang="ru-RU" sz="1600" b="0" kern="1200" dirty="0">
                        <a:solidFill>
                          <a:schemeClr val="tx1"/>
                        </a:solidFill>
                        <a:latin typeface="Acrom" panose="00000500000000000000" pitchFamily="50" charset="-52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solidFill>
                      <a:srgbClr val="00B0F0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kern="1200" dirty="0">
                        <a:solidFill>
                          <a:schemeClr val="tx1"/>
                        </a:solidFill>
                        <a:latin typeface="Acrom" panose="00000500000000000000" pitchFamily="50" charset="-52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solidFill>
                      <a:srgbClr val="00B0F0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kern="1200" dirty="0">
                        <a:solidFill>
                          <a:schemeClr val="tx1"/>
                        </a:solidFill>
                        <a:latin typeface="Acrom" panose="00000500000000000000" pitchFamily="50" charset="-52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solidFill>
                      <a:srgbClr val="00B0F0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kern="1200" dirty="0">
                        <a:solidFill>
                          <a:schemeClr val="tx1"/>
                        </a:solidFill>
                        <a:latin typeface="Acrom" panose="00000500000000000000" pitchFamily="50" charset="-52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solidFill>
                      <a:srgbClr val="00B0F0">
                        <a:alpha val="3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0" kern="1200" dirty="0">
                        <a:solidFill>
                          <a:schemeClr val="tx1"/>
                        </a:solidFill>
                        <a:latin typeface="Acrom" panose="00000500000000000000" pitchFamily="50" charset="-52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solidFill>
                      <a:srgbClr val="00B0F0">
                        <a:alpha val="34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600" b="1" dirty="0">
                        <a:solidFill>
                          <a:schemeClr val="bg1"/>
                        </a:solidFill>
                        <a:latin typeface="Century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8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kern="1200" dirty="0">
                        <a:solidFill>
                          <a:schemeClr val="tx1"/>
                        </a:solidFill>
                        <a:latin typeface="Acrom" panose="00000500000000000000" pitchFamily="50" charset="-52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solidFill>
                      <a:schemeClr val="tx1">
                        <a:lumMod val="65000"/>
                        <a:lumOff val="35000"/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0" kern="1200" dirty="0">
                        <a:solidFill>
                          <a:schemeClr val="tx1"/>
                        </a:solidFill>
                        <a:latin typeface="Acrom" panose="00000500000000000000" pitchFamily="50" charset="-52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>
                    <a:solidFill>
                      <a:schemeClr val="tx1">
                        <a:lumMod val="65000"/>
                        <a:lumOff val="35000"/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0" kern="1200" dirty="0">
                        <a:solidFill>
                          <a:schemeClr val="tx1"/>
                        </a:solidFill>
                        <a:latin typeface="Acrom" panose="00000500000000000000" pitchFamily="50" charset="-52"/>
                        <a:ea typeface="+mn-ea"/>
                        <a:cs typeface="+mn-cs"/>
                      </a:endParaRPr>
                    </a:p>
                  </a:txBody>
                  <a:tcPr marL="5519" marR="5519" marT="5519" marB="0" anchor="ctr">
                    <a:solidFill>
                      <a:schemeClr val="tx1">
                        <a:lumMod val="65000"/>
                        <a:lumOff val="35000"/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0" kern="1200" dirty="0">
                        <a:solidFill>
                          <a:schemeClr val="tx1"/>
                        </a:solidFill>
                        <a:latin typeface="Acrom" panose="00000500000000000000" pitchFamily="50" charset="-52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>
                    <a:solidFill>
                      <a:schemeClr val="tx1">
                        <a:lumMod val="65000"/>
                        <a:lumOff val="35000"/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0" kern="1200" dirty="0">
                        <a:solidFill>
                          <a:schemeClr val="tx1"/>
                        </a:solidFill>
                        <a:latin typeface="Acrom" panose="00000500000000000000" pitchFamily="50" charset="-52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>
                    <a:solidFill>
                      <a:schemeClr val="tx1">
                        <a:lumMod val="65000"/>
                        <a:lumOff val="35000"/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Acrom" panose="00000500000000000000" pitchFamily="50" charset="-52"/>
                        <a:cs typeface="Arial" pitchFamily="34" charset="0"/>
                      </a:endParaRPr>
                    </a:p>
                  </a:txBody>
                  <a:tcPr marL="68580" marR="68580" marT="34290" marB="34290" anchor="ctr">
                    <a:solidFill>
                      <a:srgbClr val="00B0F0">
                        <a:alpha val="3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8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kern="1200" dirty="0">
                        <a:solidFill>
                          <a:schemeClr val="tx1"/>
                        </a:solidFill>
                        <a:latin typeface="Acrom" panose="00000500000000000000" pitchFamily="50" charset="-52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solidFill>
                      <a:schemeClr val="tx1">
                        <a:lumMod val="65000"/>
                        <a:lumOff val="35000"/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0" kern="1200" dirty="0">
                        <a:solidFill>
                          <a:schemeClr val="tx1"/>
                        </a:solidFill>
                        <a:latin typeface="Acrom" panose="00000500000000000000" pitchFamily="50" charset="-52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>
                    <a:solidFill>
                      <a:schemeClr val="tx1">
                        <a:lumMod val="65000"/>
                        <a:lumOff val="35000"/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0" kern="1200" dirty="0">
                        <a:solidFill>
                          <a:schemeClr val="tx1"/>
                        </a:solidFill>
                        <a:latin typeface="Acrom" panose="00000500000000000000" pitchFamily="50" charset="-52"/>
                        <a:ea typeface="+mn-ea"/>
                        <a:cs typeface="+mn-cs"/>
                      </a:endParaRPr>
                    </a:p>
                  </a:txBody>
                  <a:tcPr marL="5519" marR="5519" marT="5519" marB="0" anchor="ctr">
                    <a:solidFill>
                      <a:schemeClr val="tx1">
                        <a:lumMod val="65000"/>
                        <a:lumOff val="35000"/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0" kern="1200" dirty="0">
                        <a:solidFill>
                          <a:schemeClr val="tx1"/>
                        </a:solidFill>
                        <a:latin typeface="Acrom" panose="00000500000000000000" pitchFamily="50" charset="-52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>
                    <a:solidFill>
                      <a:schemeClr val="tx1">
                        <a:lumMod val="65000"/>
                        <a:lumOff val="35000"/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0" kern="1200" dirty="0">
                        <a:solidFill>
                          <a:schemeClr val="tx1"/>
                        </a:solidFill>
                        <a:latin typeface="Acrom" panose="00000500000000000000" pitchFamily="50" charset="-52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>
                    <a:solidFill>
                      <a:schemeClr val="tx1">
                        <a:lumMod val="65000"/>
                        <a:lumOff val="35000"/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Acrom" panose="00000500000000000000" pitchFamily="50" charset="-52"/>
                        <a:cs typeface="Arial" pitchFamily="34" charset="0"/>
                      </a:endParaRPr>
                    </a:p>
                  </a:txBody>
                  <a:tcPr marL="68580" marR="68580" marT="34290" marB="34290" anchor="ctr">
                    <a:solidFill>
                      <a:srgbClr val="00B0F0">
                        <a:alpha val="3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8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kern="1200" dirty="0">
                        <a:solidFill>
                          <a:schemeClr val="tx1"/>
                        </a:solidFill>
                        <a:latin typeface="Acrom" panose="00000500000000000000" pitchFamily="50" charset="-52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solidFill>
                      <a:schemeClr val="tx1">
                        <a:lumMod val="65000"/>
                        <a:lumOff val="35000"/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0" kern="1200" dirty="0">
                        <a:solidFill>
                          <a:schemeClr val="tx1"/>
                        </a:solidFill>
                        <a:latin typeface="Acrom" panose="00000500000000000000" pitchFamily="50" charset="-52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>
                    <a:solidFill>
                      <a:schemeClr val="tx1">
                        <a:lumMod val="65000"/>
                        <a:lumOff val="35000"/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0" kern="1200" dirty="0">
                        <a:solidFill>
                          <a:schemeClr val="tx1"/>
                        </a:solidFill>
                        <a:latin typeface="Acrom" panose="00000500000000000000" pitchFamily="50" charset="-52"/>
                        <a:ea typeface="+mn-ea"/>
                        <a:cs typeface="+mn-cs"/>
                      </a:endParaRPr>
                    </a:p>
                  </a:txBody>
                  <a:tcPr marL="5519" marR="5519" marT="5519" marB="0" anchor="ctr">
                    <a:solidFill>
                      <a:schemeClr val="tx1">
                        <a:lumMod val="65000"/>
                        <a:lumOff val="35000"/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0" kern="1200" dirty="0">
                        <a:solidFill>
                          <a:schemeClr val="tx1"/>
                        </a:solidFill>
                        <a:latin typeface="Acrom" panose="00000500000000000000" pitchFamily="50" charset="-52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>
                    <a:solidFill>
                      <a:schemeClr val="tx1">
                        <a:lumMod val="65000"/>
                        <a:lumOff val="35000"/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0" kern="1200" dirty="0">
                        <a:solidFill>
                          <a:schemeClr val="tx1"/>
                        </a:solidFill>
                        <a:latin typeface="Acrom" panose="00000500000000000000" pitchFamily="50" charset="-52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>
                    <a:solidFill>
                      <a:schemeClr val="tx1">
                        <a:lumMod val="65000"/>
                        <a:lumOff val="35000"/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Acrom" panose="00000500000000000000" pitchFamily="50" charset="-52"/>
                        <a:cs typeface="Arial" pitchFamily="34" charset="0"/>
                      </a:endParaRPr>
                    </a:p>
                  </a:txBody>
                  <a:tcPr marL="68580" marR="68580" marT="34290" marB="34290" anchor="ctr">
                    <a:solidFill>
                      <a:srgbClr val="00B0F0">
                        <a:alpha val="3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8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kern="1200" dirty="0">
                        <a:solidFill>
                          <a:schemeClr val="tx1"/>
                        </a:solidFill>
                        <a:latin typeface="Acrom" panose="00000500000000000000" pitchFamily="50" charset="-52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solidFill>
                      <a:schemeClr val="tx1">
                        <a:lumMod val="65000"/>
                        <a:lumOff val="35000"/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0" kern="1200" dirty="0">
                        <a:solidFill>
                          <a:schemeClr val="tx1"/>
                        </a:solidFill>
                        <a:latin typeface="Acrom" panose="00000500000000000000" pitchFamily="50" charset="-52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>
                    <a:solidFill>
                      <a:schemeClr val="tx1">
                        <a:lumMod val="65000"/>
                        <a:lumOff val="35000"/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0" kern="1200" dirty="0">
                        <a:solidFill>
                          <a:schemeClr val="tx1"/>
                        </a:solidFill>
                        <a:latin typeface="Acrom" panose="00000500000000000000" pitchFamily="50" charset="-52"/>
                        <a:ea typeface="+mn-ea"/>
                        <a:cs typeface="+mn-cs"/>
                      </a:endParaRPr>
                    </a:p>
                  </a:txBody>
                  <a:tcPr marL="5519" marR="5519" marT="5519" marB="0" anchor="ctr">
                    <a:solidFill>
                      <a:schemeClr val="tx1">
                        <a:lumMod val="65000"/>
                        <a:lumOff val="35000"/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0" kern="1200" dirty="0">
                        <a:solidFill>
                          <a:schemeClr val="tx1"/>
                        </a:solidFill>
                        <a:latin typeface="Acrom" panose="00000500000000000000" pitchFamily="50" charset="-52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>
                    <a:solidFill>
                      <a:schemeClr val="tx1">
                        <a:lumMod val="65000"/>
                        <a:lumOff val="35000"/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0" kern="1200" dirty="0">
                        <a:solidFill>
                          <a:schemeClr val="tx1"/>
                        </a:solidFill>
                        <a:latin typeface="Acrom" panose="00000500000000000000" pitchFamily="50" charset="-52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>
                    <a:solidFill>
                      <a:schemeClr val="tx1">
                        <a:lumMod val="65000"/>
                        <a:lumOff val="35000"/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Acrom" panose="00000500000000000000" pitchFamily="50" charset="-52"/>
                        <a:cs typeface="Arial" pitchFamily="34" charset="0"/>
                      </a:endParaRPr>
                    </a:p>
                  </a:txBody>
                  <a:tcPr marL="68580" marR="68580" marT="34290" marB="34290" anchor="ctr">
                    <a:solidFill>
                      <a:srgbClr val="00B0F0">
                        <a:alpha val="3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32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kern="1200" dirty="0">
                        <a:solidFill>
                          <a:schemeClr val="tx1"/>
                        </a:solidFill>
                        <a:latin typeface="Acrom" panose="00000500000000000000" pitchFamily="50" charset="-52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solidFill>
                      <a:schemeClr val="tx1">
                        <a:lumMod val="65000"/>
                        <a:lumOff val="35000"/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0" kern="1200" dirty="0">
                        <a:solidFill>
                          <a:schemeClr val="tx1"/>
                        </a:solidFill>
                        <a:latin typeface="Acrom" panose="00000500000000000000" pitchFamily="50" charset="-52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>
                    <a:solidFill>
                      <a:schemeClr val="tx1">
                        <a:lumMod val="65000"/>
                        <a:lumOff val="35000"/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0" kern="1200" dirty="0">
                        <a:solidFill>
                          <a:schemeClr val="tx1"/>
                        </a:solidFill>
                        <a:latin typeface="Acrom" panose="00000500000000000000" pitchFamily="50" charset="-52"/>
                        <a:ea typeface="+mn-ea"/>
                        <a:cs typeface="+mn-cs"/>
                      </a:endParaRPr>
                    </a:p>
                  </a:txBody>
                  <a:tcPr marL="5519" marR="5519" marT="5519" marB="0" anchor="ctr">
                    <a:solidFill>
                      <a:schemeClr val="tx1">
                        <a:lumMod val="65000"/>
                        <a:lumOff val="35000"/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0" kern="1200" dirty="0">
                        <a:solidFill>
                          <a:schemeClr val="tx1"/>
                        </a:solidFill>
                        <a:latin typeface="Acrom" panose="00000500000000000000" pitchFamily="50" charset="-52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>
                    <a:solidFill>
                      <a:schemeClr val="tx1">
                        <a:lumMod val="65000"/>
                        <a:lumOff val="35000"/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0" kern="1200" dirty="0">
                        <a:solidFill>
                          <a:schemeClr val="tx1"/>
                        </a:solidFill>
                        <a:latin typeface="Acrom" panose="00000500000000000000" pitchFamily="50" charset="-52"/>
                        <a:ea typeface="+mn-ea"/>
                        <a:cs typeface="+mn-cs"/>
                      </a:endParaRPr>
                    </a:p>
                  </a:txBody>
                  <a:tcPr marL="7144" marR="7144" marT="7144" marB="0" anchor="ctr">
                    <a:solidFill>
                      <a:schemeClr val="tx1">
                        <a:lumMod val="65000"/>
                        <a:lumOff val="35000"/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solidFill>
                          <a:schemeClr val="tx1"/>
                        </a:solidFill>
                        <a:latin typeface="Acrom" panose="00000500000000000000" pitchFamily="50" charset="-52"/>
                        <a:cs typeface="Arial" pitchFamily="34" charset="0"/>
                      </a:endParaRPr>
                    </a:p>
                  </a:txBody>
                  <a:tcPr marL="68580" marR="68580" marT="34290" marB="34290" anchor="ctr">
                    <a:solidFill>
                      <a:srgbClr val="00B0F0">
                        <a:alpha val="3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945C1B-1EF1-2B4F-F7FD-EC8168B4ECB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51236" y="716531"/>
            <a:ext cx="8541643" cy="36933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dirty="0"/>
              <a:t>ПРИМЕР СЛАЙДА С ТАБЛИЦЕЙ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27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Группа 14"/>
          <p:cNvGrpSpPr/>
          <p:nvPr/>
        </p:nvGrpSpPr>
        <p:grpSpPr>
          <a:xfrm>
            <a:off x="323528" y="3138579"/>
            <a:ext cx="892898" cy="1015663"/>
            <a:chOff x="323528" y="3272631"/>
            <a:chExt cx="892898" cy="1015663"/>
          </a:xfrm>
        </p:grpSpPr>
        <p:pic>
          <p:nvPicPr>
            <p:cNvPr id="13" name="Рисунок 1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6888" y="3273031"/>
              <a:ext cx="859538" cy="746762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323528" y="3272631"/>
              <a:ext cx="556563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6000" dirty="0">
                  <a:solidFill>
                    <a:srgbClr val="6BB540"/>
                  </a:solidFill>
                  <a:latin typeface="Acrom ExtraBold" pitchFamily="50" charset="-52"/>
                </a:rPr>
                <a:t>1</a:t>
              </a:r>
              <a:endParaRPr lang="en-US" sz="6000" dirty="0">
                <a:solidFill>
                  <a:srgbClr val="6BB540"/>
                </a:solidFill>
                <a:latin typeface="Acrom ExtraBold" pitchFamily="50" charset="-52"/>
              </a:endParaRPr>
            </a:p>
          </p:txBody>
        </p:sp>
      </p:grpSp>
      <p:grpSp>
        <p:nvGrpSpPr>
          <p:cNvPr id="16" name="Группа 15"/>
          <p:cNvGrpSpPr/>
          <p:nvPr/>
        </p:nvGrpSpPr>
        <p:grpSpPr>
          <a:xfrm>
            <a:off x="1553819" y="3138579"/>
            <a:ext cx="859538" cy="1015663"/>
            <a:chOff x="356888" y="3272631"/>
            <a:chExt cx="859538" cy="1015663"/>
          </a:xfrm>
        </p:grpSpPr>
        <p:pic>
          <p:nvPicPr>
            <p:cNvPr id="17" name="Рисунок 1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6888" y="3273031"/>
              <a:ext cx="859538" cy="746762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370120" y="3272631"/>
              <a:ext cx="675185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6000" dirty="0">
                  <a:solidFill>
                    <a:srgbClr val="6BB540"/>
                  </a:solidFill>
                  <a:latin typeface="Acrom ExtraBold" pitchFamily="50" charset="-52"/>
                </a:rPr>
                <a:t>2</a:t>
              </a:r>
              <a:endParaRPr lang="en-US" sz="6000" dirty="0">
                <a:solidFill>
                  <a:srgbClr val="6BB540"/>
                </a:solidFill>
                <a:latin typeface="Acrom ExtraBold" pitchFamily="50" charset="-52"/>
              </a:endParaRPr>
            </a:p>
          </p:txBody>
        </p:sp>
      </p:grpSp>
      <p:grpSp>
        <p:nvGrpSpPr>
          <p:cNvPr id="19" name="Группа 18"/>
          <p:cNvGrpSpPr/>
          <p:nvPr/>
        </p:nvGrpSpPr>
        <p:grpSpPr>
          <a:xfrm>
            <a:off x="2717390" y="3138579"/>
            <a:ext cx="892898" cy="1015663"/>
            <a:chOff x="323528" y="3272631"/>
            <a:chExt cx="892898" cy="1015663"/>
          </a:xfrm>
        </p:grpSpPr>
        <p:pic>
          <p:nvPicPr>
            <p:cNvPr id="20" name="Рисунок 1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6888" y="3273031"/>
              <a:ext cx="859538" cy="746762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323528" y="3272631"/>
              <a:ext cx="68800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6000" dirty="0">
                  <a:solidFill>
                    <a:srgbClr val="6BB540"/>
                  </a:solidFill>
                  <a:latin typeface="Acrom ExtraBold" pitchFamily="50" charset="-52"/>
                </a:rPr>
                <a:t>3</a:t>
              </a:r>
              <a:endParaRPr lang="en-US" sz="6000" dirty="0">
                <a:solidFill>
                  <a:srgbClr val="6BB540"/>
                </a:solidFill>
                <a:latin typeface="Acrom ExtraBold" pitchFamily="50" charset="-52"/>
              </a:endParaRPr>
            </a:p>
          </p:txBody>
        </p:sp>
      </p:grpSp>
      <p:grpSp>
        <p:nvGrpSpPr>
          <p:cNvPr id="22" name="Группа 21"/>
          <p:cNvGrpSpPr/>
          <p:nvPr/>
        </p:nvGrpSpPr>
        <p:grpSpPr>
          <a:xfrm>
            <a:off x="3931793" y="3138579"/>
            <a:ext cx="875426" cy="1015663"/>
            <a:chOff x="341000" y="3272631"/>
            <a:chExt cx="875426" cy="1015663"/>
          </a:xfrm>
        </p:grpSpPr>
        <p:pic>
          <p:nvPicPr>
            <p:cNvPr id="23" name="Рисунок 2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6888" y="3273031"/>
              <a:ext cx="859538" cy="746762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41000" y="3272631"/>
              <a:ext cx="667170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6000" dirty="0">
                  <a:solidFill>
                    <a:srgbClr val="6BB540"/>
                  </a:solidFill>
                  <a:latin typeface="Acrom ExtraBold" pitchFamily="50" charset="-52"/>
                </a:rPr>
                <a:t>4</a:t>
              </a:r>
              <a:endParaRPr lang="en-US" sz="6000" dirty="0">
                <a:solidFill>
                  <a:srgbClr val="6BB540"/>
                </a:solidFill>
                <a:latin typeface="Acrom ExtraBold" pitchFamily="50" charset="-52"/>
              </a:endParaRPr>
            </a:p>
          </p:txBody>
        </p:sp>
      </p:grpSp>
      <p:grpSp>
        <p:nvGrpSpPr>
          <p:cNvPr id="25" name="Группа 24"/>
          <p:cNvGrpSpPr/>
          <p:nvPr/>
        </p:nvGrpSpPr>
        <p:grpSpPr>
          <a:xfrm>
            <a:off x="5140372" y="3138579"/>
            <a:ext cx="863778" cy="1015663"/>
            <a:chOff x="352648" y="3272631"/>
            <a:chExt cx="863778" cy="1015663"/>
          </a:xfrm>
        </p:grpSpPr>
        <p:pic>
          <p:nvPicPr>
            <p:cNvPr id="26" name="Рисунок 2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6888" y="3273031"/>
              <a:ext cx="859538" cy="746762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52648" y="3272631"/>
              <a:ext cx="684803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6000" dirty="0">
                  <a:solidFill>
                    <a:srgbClr val="6BB540"/>
                  </a:solidFill>
                  <a:latin typeface="Acrom ExtraBold" pitchFamily="50" charset="-52"/>
                </a:rPr>
                <a:t>5</a:t>
              </a:r>
              <a:endParaRPr lang="en-US" sz="6000" dirty="0">
                <a:solidFill>
                  <a:srgbClr val="6BB540"/>
                </a:solidFill>
                <a:latin typeface="Acrom ExtraBold" pitchFamily="50" charset="-52"/>
              </a:endParaRPr>
            </a:p>
          </p:txBody>
        </p:sp>
      </p:grpSp>
      <p:grpSp>
        <p:nvGrpSpPr>
          <p:cNvPr id="28" name="Группа 27"/>
          <p:cNvGrpSpPr/>
          <p:nvPr/>
        </p:nvGrpSpPr>
        <p:grpSpPr>
          <a:xfrm>
            <a:off x="6319831" y="3138579"/>
            <a:ext cx="881250" cy="1015663"/>
            <a:chOff x="335176" y="3272631"/>
            <a:chExt cx="881250" cy="1015663"/>
          </a:xfrm>
        </p:grpSpPr>
        <p:pic>
          <p:nvPicPr>
            <p:cNvPr id="29" name="Рисунок 2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6888" y="3273031"/>
              <a:ext cx="859538" cy="746762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335176" y="3272631"/>
              <a:ext cx="662361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6000" dirty="0">
                  <a:solidFill>
                    <a:srgbClr val="6BB540"/>
                  </a:solidFill>
                  <a:latin typeface="Acrom ExtraBold" pitchFamily="50" charset="-52"/>
                </a:rPr>
                <a:t>6</a:t>
              </a:r>
              <a:endParaRPr lang="en-US" sz="6000" dirty="0">
                <a:solidFill>
                  <a:srgbClr val="6BB540"/>
                </a:solidFill>
                <a:latin typeface="Acrom ExtraBold" pitchFamily="50" charset="-52"/>
              </a:endParaRPr>
            </a:p>
          </p:txBody>
        </p:sp>
      </p:grpSp>
      <p:grpSp>
        <p:nvGrpSpPr>
          <p:cNvPr id="31" name="Группа 30"/>
          <p:cNvGrpSpPr/>
          <p:nvPr/>
        </p:nvGrpSpPr>
        <p:grpSpPr>
          <a:xfrm>
            <a:off x="7538475" y="3138579"/>
            <a:ext cx="859538" cy="1015663"/>
            <a:chOff x="356888" y="3272631"/>
            <a:chExt cx="859538" cy="1015663"/>
          </a:xfrm>
        </p:grpSpPr>
        <p:pic>
          <p:nvPicPr>
            <p:cNvPr id="32" name="Рисунок 3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6888" y="3273031"/>
              <a:ext cx="859538" cy="746762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436314" y="3272631"/>
              <a:ext cx="620683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6000" dirty="0">
                  <a:solidFill>
                    <a:srgbClr val="6BB540"/>
                  </a:solidFill>
                  <a:latin typeface="Acrom ExtraBold" pitchFamily="50" charset="-52"/>
                </a:rPr>
                <a:t>7</a:t>
              </a:r>
              <a:endParaRPr lang="en-US" sz="6000" dirty="0">
                <a:solidFill>
                  <a:srgbClr val="6BB540"/>
                </a:solidFill>
                <a:latin typeface="Acrom ExtraBold" pitchFamily="50" charset="-52"/>
              </a:endParaRPr>
            </a:p>
          </p:txBody>
        </p:sp>
      </p:grp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СЛАЙДА С ЦИФРАМИ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453EA52-FFD5-87C2-94CC-F1775816A7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9687B7-D045-370A-211F-8CE8F9FCB0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770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СЛАЙДА С ЦИФРАМИ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92" y="1563638"/>
            <a:ext cx="862586" cy="74676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902" y="1563638"/>
            <a:ext cx="862586" cy="74676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0012" y="1563638"/>
            <a:ext cx="862586" cy="74676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3122" y="1563638"/>
            <a:ext cx="862586" cy="74676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6232" y="1563638"/>
            <a:ext cx="862586" cy="74676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9342" y="1563638"/>
            <a:ext cx="859538" cy="746762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9403" y="1563638"/>
            <a:ext cx="862586" cy="746762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5757" y="2571750"/>
            <a:ext cx="862586" cy="746762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770" y="2571750"/>
            <a:ext cx="859538" cy="746762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902" y="2571750"/>
            <a:ext cx="862586" cy="74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38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ИКОНОК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295" y="3123707"/>
            <a:ext cx="502921" cy="594361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58" y="3819527"/>
            <a:ext cx="557785" cy="56692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463" y="2274569"/>
            <a:ext cx="499873" cy="59436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309" y="1473340"/>
            <a:ext cx="584562" cy="55473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3056192"/>
            <a:ext cx="576073" cy="55778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271521"/>
            <a:ext cx="579121" cy="579121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13" y="1491630"/>
            <a:ext cx="557785" cy="554737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515" y="1635646"/>
            <a:ext cx="27432" cy="2682245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852" y="1622215"/>
            <a:ext cx="27432" cy="2682245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180" y="1491630"/>
            <a:ext cx="1673895" cy="1224136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180" y="2986452"/>
            <a:ext cx="1673895" cy="1224137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631" y="3388726"/>
            <a:ext cx="1353315" cy="826010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631" y="2307545"/>
            <a:ext cx="1353315" cy="801626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679" y="1473254"/>
            <a:ext cx="1350267" cy="554737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539" y="1622214"/>
            <a:ext cx="27432" cy="2682245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DF970F40-FFE8-313F-3F20-7134B238A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309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FFFF"/>
                </a:solidFill>
              </a:rPr>
              <a:t>ВАРИАНТЫ ИСПОЛЬЗОВАНИЯ ЦВЕТА</a:t>
            </a:r>
          </a:p>
        </p:txBody>
      </p:sp>
      <p:sp>
        <p:nvSpPr>
          <p:cNvPr id="18" name="Овал 17"/>
          <p:cNvSpPr/>
          <p:nvPr/>
        </p:nvSpPr>
        <p:spPr>
          <a:xfrm>
            <a:off x="5568070" y="1442344"/>
            <a:ext cx="720000" cy="720000"/>
          </a:xfrm>
          <a:prstGeom prst="ellipse">
            <a:avLst/>
          </a:prstGeom>
          <a:solidFill>
            <a:srgbClr val="00BA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/>
          <p:cNvSpPr/>
          <p:nvPr/>
        </p:nvSpPr>
        <p:spPr>
          <a:xfrm>
            <a:off x="5566709" y="2516489"/>
            <a:ext cx="720000" cy="720000"/>
          </a:xfrm>
          <a:prstGeom prst="ellipse">
            <a:avLst/>
          </a:prstGeom>
          <a:solidFill>
            <a:srgbClr val="009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/>
          <p:cNvSpPr/>
          <p:nvPr/>
        </p:nvSpPr>
        <p:spPr>
          <a:xfrm>
            <a:off x="5566709" y="3590634"/>
            <a:ext cx="720000" cy="720000"/>
          </a:xfrm>
          <a:prstGeom prst="ellipse">
            <a:avLst/>
          </a:prstGeom>
          <a:solidFill>
            <a:srgbClr val="007D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/>
          <p:cNvSpPr/>
          <p:nvPr/>
        </p:nvSpPr>
        <p:spPr>
          <a:xfrm>
            <a:off x="453332" y="1428873"/>
            <a:ext cx="720000" cy="720000"/>
          </a:xfrm>
          <a:prstGeom prst="ellipse">
            <a:avLst/>
          </a:prstGeom>
          <a:solidFill>
            <a:srgbClr val="6CB6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/>
          <p:cNvSpPr/>
          <p:nvPr/>
        </p:nvSpPr>
        <p:spPr>
          <a:xfrm>
            <a:off x="451971" y="2503018"/>
            <a:ext cx="720000" cy="720000"/>
          </a:xfrm>
          <a:prstGeom prst="ellipse">
            <a:avLst/>
          </a:prstGeom>
          <a:solidFill>
            <a:srgbClr val="5F9E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22"/>
          <p:cNvSpPr/>
          <p:nvPr/>
        </p:nvSpPr>
        <p:spPr>
          <a:xfrm>
            <a:off x="451971" y="3577163"/>
            <a:ext cx="720000" cy="720000"/>
          </a:xfrm>
          <a:prstGeom prst="ellipse">
            <a:avLst/>
          </a:prstGeom>
          <a:solidFill>
            <a:srgbClr val="5085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/>
          <p:cNvSpPr/>
          <p:nvPr/>
        </p:nvSpPr>
        <p:spPr>
          <a:xfrm>
            <a:off x="3016762" y="1426174"/>
            <a:ext cx="720000" cy="720000"/>
          </a:xfrm>
          <a:prstGeom prst="ellipse">
            <a:avLst/>
          </a:prstGeom>
          <a:solidFill>
            <a:srgbClr val="C1F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/>
          <p:cNvSpPr/>
          <p:nvPr/>
        </p:nvSpPr>
        <p:spPr>
          <a:xfrm>
            <a:off x="3015401" y="2500319"/>
            <a:ext cx="720000" cy="720000"/>
          </a:xfrm>
          <a:prstGeom prst="ellipse">
            <a:avLst/>
          </a:prstGeom>
          <a:solidFill>
            <a:srgbClr val="5DE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3015401" y="3574464"/>
            <a:ext cx="720000" cy="720000"/>
          </a:xfrm>
          <a:prstGeom prst="ellipse">
            <a:avLst/>
          </a:prstGeom>
          <a:solidFill>
            <a:srgbClr val="00C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331640" y="1471275"/>
            <a:ext cx="2304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Acrom" panose="00000500000000000000" pitchFamily="50" charset="-52"/>
              </a:rPr>
              <a:t>R 108</a:t>
            </a:r>
          </a:p>
          <a:p>
            <a:r>
              <a:rPr lang="en-US" sz="1200" dirty="0">
                <a:solidFill>
                  <a:srgbClr val="000000"/>
                </a:solidFill>
                <a:latin typeface="Acrom" panose="00000500000000000000" pitchFamily="50" charset="-52"/>
              </a:rPr>
              <a:t>G 182</a:t>
            </a:r>
          </a:p>
          <a:p>
            <a:r>
              <a:rPr lang="en-US" sz="1200" dirty="0">
                <a:solidFill>
                  <a:srgbClr val="000000"/>
                </a:solidFill>
                <a:latin typeface="Acrom" panose="00000500000000000000" pitchFamily="50" charset="-52"/>
              </a:rPr>
              <a:t>B 64</a:t>
            </a:r>
            <a:endParaRPr lang="ru-RU" sz="1200" dirty="0">
              <a:solidFill>
                <a:srgbClr val="000000"/>
              </a:solidFill>
              <a:latin typeface="Acrom" panose="00000500000000000000" pitchFamily="50" charset="-5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31640" y="2548218"/>
            <a:ext cx="2304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crom" panose="00000500000000000000" pitchFamily="50" charset="-52"/>
              </a:rPr>
              <a:t>R 95</a:t>
            </a:r>
          </a:p>
          <a:p>
            <a:r>
              <a:rPr lang="en-US" sz="1200" dirty="0">
                <a:latin typeface="Acrom" panose="00000500000000000000" pitchFamily="50" charset="-52"/>
              </a:rPr>
              <a:t>G 158</a:t>
            </a:r>
          </a:p>
          <a:p>
            <a:r>
              <a:rPr lang="en-US" sz="1200" dirty="0">
                <a:latin typeface="Acrom" panose="00000500000000000000" pitchFamily="50" charset="-52"/>
              </a:rPr>
              <a:t>B 56</a:t>
            </a:r>
            <a:endParaRPr lang="ru-RU" sz="1200" dirty="0">
              <a:latin typeface="Acrom" panose="00000500000000000000" pitchFamily="50" charset="-5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72200" y="1477466"/>
            <a:ext cx="2304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crom" panose="00000500000000000000" pitchFamily="50" charset="-52"/>
              </a:rPr>
              <a:t>R 0</a:t>
            </a:r>
          </a:p>
          <a:p>
            <a:r>
              <a:rPr lang="en-US" sz="1200" dirty="0">
                <a:latin typeface="Acrom" panose="00000500000000000000" pitchFamily="50" charset="-52"/>
              </a:rPr>
              <a:t>G 186</a:t>
            </a:r>
          </a:p>
          <a:p>
            <a:r>
              <a:rPr lang="en-US" sz="1200" dirty="0">
                <a:latin typeface="Acrom" panose="00000500000000000000" pitchFamily="50" charset="-52"/>
              </a:rPr>
              <a:t>B 230</a:t>
            </a:r>
            <a:endParaRPr lang="ru-RU" sz="1200" dirty="0">
              <a:latin typeface="Acrom" panose="00000500000000000000" pitchFamily="50" charset="-5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31640" y="3611298"/>
            <a:ext cx="2304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crom" panose="00000500000000000000" pitchFamily="50" charset="-52"/>
              </a:rPr>
              <a:t>R 80</a:t>
            </a:r>
          </a:p>
          <a:p>
            <a:r>
              <a:rPr lang="en-US" sz="1200" dirty="0">
                <a:latin typeface="Acrom" panose="00000500000000000000" pitchFamily="50" charset="-52"/>
              </a:rPr>
              <a:t>G 133</a:t>
            </a:r>
          </a:p>
          <a:p>
            <a:r>
              <a:rPr lang="en-US" sz="1200" dirty="0">
                <a:latin typeface="Acrom" panose="00000500000000000000" pitchFamily="50" charset="-52"/>
              </a:rPr>
              <a:t>B 47</a:t>
            </a:r>
            <a:endParaRPr lang="ru-RU" sz="1200" dirty="0">
              <a:latin typeface="Acrom" panose="00000500000000000000" pitchFamily="50" charset="-5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72200" y="2548218"/>
            <a:ext cx="2304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crom" panose="00000500000000000000" pitchFamily="50" charset="-52"/>
              </a:rPr>
              <a:t>R 0</a:t>
            </a:r>
          </a:p>
          <a:p>
            <a:r>
              <a:rPr lang="en-US" sz="1200" dirty="0">
                <a:latin typeface="Acrom" panose="00000500000000000000" pitchFamily="50" charset="-52"/>
              </a:rPr>
              <a:t>G 159</a:t>
            </a:r>
          </a:p>
          <a:p>
            <a:r>
              <a:rPr lang="en-US" sz="1200" dirty="0">
                <a:latin typeface="Acrom" panose="00000500000000000000" pitchFamily="50" charset="-52"/>
              </a:rPr>
              <a:t>B 196</a:t>
            </a:r>
            <a:endParaRPr lang="ru-RU" sz="1200" dirty="0">
              <a:latin typeface="Acrom" panose="00000500000000000000" pitchFamily="50" charset="-5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62729" y="2548218"/>
            <a:ext cx="2304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crom" panose="00000500000000000000" pitchFamily="50" charset="-52"/>
              </a:rPr>
              <a:t>R 93</a:t>
            </a:r>
          </a:p>
          <a:p>
            <a:r>
              <a:rPr lang="en-US" sz="1200" dirty="0">
                <a:latin typeface="Acrom" panose="00000500000000000000" pitchFamily="50" charset="-52"/>
              </a:rPr>
              <a:t>G 244</a:t>
            </a:r>
          </a:p>
          <a:p>
            <a:r>
              <a:rPr lang="en-US" sz="1200" dirty="0">
                <a:latin typeface="Acrom" panose="00000500000000000000" pitchFamily="50" charset="-52"/>
              </a:rPr>
              <a:t>B 255</a:t>
            </a:r>
            <a:endParaRPr lang="ru-RU" sz="1200" dirty="0">
              <a:latin typeface="Acrom" panose="00000500000000000000" pitchFamily="50" charset="-5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851920" y="1476842"/>
            <a:ext cx="2304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crom" panose="00000500000000000000" pitchFamily="50" charset="-52"/>
              </a:rPr>
              <a:t>R 193</a:t>
            </a:r>
          </a:p>
          <a:p>
            <a:r>
              <a:rPr lang="en-US" sz="1200" dirty="0">
                <a:latin typeface="Acrom" panose="00000500000000000000" pitchFamily="50" charset="-52"/>
              </a:rPr>
              <a:t>G 243</a:t>
            </a:r>
          </a:p>
          <a:p>
            <a:r>
              <a:rPr lang="en-US" sz="1200" dirty="0">
                <a:latin typeface="Acrom" panose="00000500000000000000" pitchFamily="50" charset="-52"/>
              </a:rPr>
              <a:t>B 255</a:t>
            </a:r>
            <a:endParaRPr lang="ru-RU" sz="1200" dirty="0">
              <a:latin typeface="Acrom" panose="00000500000000000000" pitchFamily="50" charset="-5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851920" y="3611298"/>
            <a:ext cx="2304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crom" panose="00000500000000000000" pitchFamily="50" charset="-52"/>
              </a:rPr>
              <a:t>R 0</a:t>
            </a:r>
          </a:p>
          <a:p>
            <a:r>
              <a:rPr lang="en-US" sz="1200" dirty="0">
                <a:latin typeface="Acrom" panose="00000500000000000000" pitchFamily="50" charset="-52"/>
              </a:rPr>
              <a:t>G 206</a:t>
            </a:r>
          </a:p>
          <a:p>
            <a:r>
              <a:rPr lang="en-US" sz="1200" dirty="0">
                <a:latin typeface="Acrom" panose="00000500000000000000" pitchFamily="50" charset="-52"/>
              </a:rPr>
              <a:t>B 254</a:t>
            </a:r>
            <a:endParaRPr lang="ru-RU" sz="1200" dirty="0">
              <a:latin typeface="Acrom" panose="00000500000000000000" pitchFamily="50" charset="-5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72200" y="3611298"/>
            <a:ext cx="2304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crom" panose="00000500000000000000" pitchFamily="50" charset="-52"/>
              </a:rPr>
              <a:t>R 0</a:t>
            </a:r>
          </a:p>
          <a:p>
            <a:r>
              <a:rPr lang="en-US" sz="1200" dirty="0">
                <a:latin typeface="Acrom" panose="00000500000000000000" pitchFamily="50" charset="-52"/>
              </a:rPr>
              <a:t>G 125</a:t>
            </a:r>
          </a:p>
          <a:p>
            <a:r>
              <a:rPr lang="en-US" sz="1200" dirty="0">
                <a:latin typeface="Acrom" panose="00000500000000000000" pitchFamily="50" charset="-52"/>
              </a:rPr>
              <a:t>B 154</a:t>
            </a:r>
            <a:endParaRPr lang="ru-RU" sz="1200" dirty="0">
              <a:latin typeface="Acrom" panose="000005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968841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555526"/>
            <a:ext cx="1990348" cy="6035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6456" y="2248774"/>
            <a:ext cx="59474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crom" pitchFamily="50" charset="-52"/>
                <a:ea typeface="+mn-ea"/>
                <a:cs typeface="+mn-cs"/>
              </a:rPr>
              <a:t>РОССИЯ, 630090, НОВОСИБИРСК, УЛ. ПИРОГОВА, 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crom" pitchFamily="50" charset="-52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7501" y="4666825"/>
            <a:ext cx="20701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crom" pitchFamily="50" charset="-52"/>
                <a:ea typeface="+mn-ea"/>
                <a:cs typeface="+mn-cs"/>
              </a:rPr>
              <a:t>WWW.NSU.RU/N/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2164" y="3088401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crom" pitchFamily="50" charset="-52"/>
                <a:ea typeface="+mn-ea"/>
                <a:cs typeface="+mn-cs"/>
              </a:rPr>
              <a:t>nsu24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crom" pitchFamily="50" charset="-52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274608" y="3075806"/>
            <a:ext cx="27274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crom" pitchFamily="50" charset="-52"/>
                <a:ea typeface="+mn-ea"/>
                <a:cs typeface="+mn-cs"/>
              </a:rPr>
              <a:t>group/64074689675508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crom" pitchFamily="50" charset="-52"/>
              <a:ea typeface="+mn-ea"/>
              <a:cs typeface="+mn-cs"/>
            </a:endParaRP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557032"/>
            <a:ext cx="966976" cy="966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02376" y="3072368"/>
            <a:ext cx="14616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crom" pitchFamily="50" charset="-52"/>
                <a:ea typeface="+mn-ea"/>
                <a:cs typeface="+mn-cs"/>
              </a:rPr>
              <a:t>nsuniversity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crom" pitchFamily="50" charset="-52"/>
              <a:ea typeface="+mn-ea"/>
              <a:cs typeface="+mn-cs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A36CAD5-F54B-44A3-A1B3-537735D5ED4D}"/>
              </a:ext>
            </a:extLst>
          </p:cNvPr>
          <p:cNvSpPr/>
          <p:nvPr/>
        </p:nvSpPr>
        <p:spPr>
          <a:xfrm>
            <a:off x="726456" y="3943891"/>
            <a:ext cx="1184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crom" pitchFamily="50" charset="-52"/>
                <a:ea typeface="+mn-ea"/>
                <a:cs typeface="+mn-cs"/>
              </a:rPr>
              <a:t>@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crom" pitchFamily="50" charset="-52"/>
                <a:ea typeface="+mn-ea"/>
                <a:cs typeface="+mn-cs"/>
              </a:rPr>
              <a:t>nsulife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crom" pitchFamily="50" charset="-52"/>
              <a:ea typeface="+mn-ea"/>
              <a:cs typeface="+mn-cs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59BB723-1863-48ED-966C-C5622EFD7900}"/>
              </a:ext>
            </a:extLst>
          </p:cNvPr>
          <p:cNvSpPr/>
          <p:nvPr/>
        </p:nvSpPr>
        <p:spPr>
          <a:xfrm>
            <a:off x="3212164" y="3942974"/>
            <a:ext cx="1292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crom" pitchFamily="50" charset="-52"/>
                <a:ea typeface="+mn-ea"/>
                <a:cs typeface="+mn-cs"/>
              </a:rPr>
              <a:t>NSU LIFE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crom" pitchFamily="50" charset="-52"/>
              <a:ea typeface="+mn-ea"/>
              <a:cs typeface="+mn-cs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CC2260-0078-4649-AE42-4BBDFF1164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059" y="2715407"/>
            <a:ext cx="390834" cy="390834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832887EC-ED3E-497D-9935-D9C80A4DA1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8298" y="2747160"/>
            <a:ext cx="338555" cy="338555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DDA7C33A-98C4-4230-927C-C0800CB736C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2564" y="2745889"/>
            <a:ext cx="390834" cy="390834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4BB3C685-F055-4AC6-B9C2-7E2AD03B4C0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558" y="3637498"/>
            <a:ext cx="344335" cy="344335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953CD587-44A2-4BC4-9673-48AB9E390B0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3468" y="3479235"/>
            <a:ext cx="609600" cy="6096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822B17-C5BD-F5D0-1F75-7CA58531BD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7AB5E4-2B43-469A-B900-792E6F6E37D1}" type="datetime1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04.09.2024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2054A-6C71-74CC-FD55-F0490D51C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57D379-E9FC-461B-BB9F-A1805059B105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415748"/>
      </p:ext>
    </p:extLst>
  </p:cSld>
  <p:clrMapOvr>
    <a:masterClrMapping/>
  </p:clrMapOvr>
</p:sld>
</file>

<file path=ppt/theme/theme1.xml><?xml version="1.0" encoding="utf-8"?>
<a:theme xmlns:a="http://schemas.openxmlformats.org/drawingml/2006/main" name="NSU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SU Captio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12450</TotalTime>
  <Words>164</Words>
  <Application>Microsoft Office PowerPoint</Application>
  <PresentationFormat>On-screen Show (16:9)</PresentationFormat>
  <Paragraphs>96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Acrom</vt:lpstr>
      <vt:lpstr>Arial</vt:lpstr>
      <vt:lpstr>Acrom ExtraBold</vt:lpstr>
      <vt:lpstr>Calibri</vt:lpstr>
      <vt:lpstr>Acrom Bold</vt:lpstr>
      <vt:lpstr>NSU Content</vt:lpstr>
      <vt:lpstr>NSU Captions</vt:lpstr>
      <vt:lpstr>НОВОСИБИРСКИЙ  ГОСУДАРСТВЕННЫЙ  УНИВЕРСИТЕТ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ПРИМЕР СЛАЙДА</vt:lpstr>
      <vt:lpstr>PowerPoint Presentation</vt:lpstr>
      <vt:lpstr>ПРИМЕР СЛАЙДА С ЦИФРАМИ</vt:lpstr>
      <vt:lpstr>ПРИМЕР СЛАЙДА С ЦИФРАМИ</vt:lpstr>
      <vt:lpstr>ПРИМЕР ИКОНОК</vt:lpstr>
      <vt:lpstr>ВАРИАНТЫ ИСПОЛЬЗОВАНИЯ ЦВЕТА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Master</dc:creator>
  <cp:lastModifiedBy>Anton Zlygostev</cp:lastModifiedBy>
  <cp:revision>744</cp:revision>
  <dcterms:created xsi:type="dcterms:W3CDTF">2016-08-15T04:55:12Z</dcterms:created>
  <dcterms:modified xsi:type="dcterms:W3CDTF">2024-09-04T09:18:04Z</dcterms:modified>
</cp:coreProperties>
</file>