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8" r:id="rId1"/>
    <p:sldMasterId id="2147483685" r:id="rId2"/>
  </p:sldMasterIdLst>
  <p:notesMasterIdLst>
    <p:notesMasterId r:id="rId35"/>
  </p:notesMasterIdLst>
  <p:sldIdLst>
    <p:sldId id="514" r:id="rId3"/>
    <p:sldId id="524" r:id="rId4"/>
    <p:sldId id="525" r:id="rId5"/>
    <p:sldId id="526" r:id="rId6"/>
    <p:sldId id="527" r:id="rId7"/>
    <p:sldId id="528" r:id="rId8"/>
    <p:sldId id="529" r:id="rId9"/>
    <p:sldId id="530" r:id="rId10"/>
    <p:sldId id="531" r:id="rId11"/>
    <p:sldId id="532" r:id="rId12"/>
    <p:sldId id="533" r:id="rId13"/>
    <p:sldId id="534" r:id="rId14"/>
    <p:sldId id="536" r:id="rId15"/>
    <p:sldId id="535" r:id="rId16"/>
    <p:sldId id="537" r:id="rId17"/>
    <p:sldId id="539" r:id="rId18"/>
    <p:sldId id="538" r:id="rId19"/>
    <p:sldId id="540" r:id="rId20"/>
    <p:sldId id="541" r:id="rId21"/>
    <p:sldId id="543" r:id="rId22"/>
    <p:sldId id="542" r:id="rId23"/>
    <p:sldId id="544" r:id="rId24"/>
    <p:sldId id="545" r:id="rId25"/>
    <p:sldId id="546" r:id="rId26"/>
    <p:sldId id="547" r:id="rId27"/>
    <p:sldId id="548" r:id="rId28"/>
    <p:sldId id="550" r:id="rId29"/>
    <p:sldId id="551" r:id="rId30"/>
    <p:sldId id="552" r:id="rId31"/>
    <p:sldId id="555" r:id="rId32"/>
    <p:sldId id="553" r:id="rId33"/>
    <p:sldId id="554" r:id="rId34"/>
  </p:sldIdLst>
  <p:sldSz cx="9144000" cy="5143500" type="screen16x9"/>
  <p:notesSz cx="6858000" cy="9144000"/>
  <p:embeddedFontLst>
    <p:embeddedFont>
      <p:font typeface="Acrom" panose="020B0604020202020204" charset="-52"/>
      <p:regular r:id="rId36"/>
    </p:embeddedFont>
    <p:embeddedFont>
      <p:font typeface="Acrom Bold" panose="020B0604020202020204" charset="-52"/>
      <p:bold r:id="rId37"/>
    </p:embeddedFont>
    <p:embeddedFont>
      <p:font typeface="Acrom ExtraBold" panose="020B0604020202020204" charset="-52"/>
      <p:bold r:id="rId38"/>
    </p:embeddedFont>
    <p:embeddedFont>
      <p:font typeface="Cascadia Code SemiBold" panose="020B0609020000020004" pitchFamily="49" charset="0"/>
      <p:bold r:id="rId39"/>
      <p:boldItalic r:id="rId40"/>
    </p:embeddedFont>
    <p:embeddedFont>
      <p:font typeface="Cascadia Mono SemiBold" panose="020B0609020000020004" pitchFamily="49" charset="0"/>
      <p:bold r:id="rId41"/>
      <p:boldItalic r:id="rId42"/>
    </p:embeddedFont>
    <p:embeddedFont>
      <p:font typeface="Cascadia Mono SemiLight" panose="020B0609020000020004" pitchFamily="49" charset="0"/>
      <p:regular r:id="rId43"/>
      <p:italic r:id="rId44"/>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D8FC5EF-6076-40D9-AF9D-DF341323974E}">
          <p14:sldIdLst>
            <p14:sldId id="514"/>
          </p14:sldIdLst>
        </p14:section>
        <p14:section name="Literature" id="{B9960BE5-F3B4-48C0-BA4B-65F190ECCD4C}">
          <p14:sldIdLst>
            <p14:sldId id="524"/>
            <p14:sldId id="525"/>
            <p14:sldId id="526"/>
            <p14:sldId id="527"/>
            <p14:sldId id="528"/>
            <p14:sldId id="529"/>
            <p14:sldId id="530"/>
            <p14:sldId id="531"/>
            <p14:sldId id="532"/>
            <p14:sldId id="533"/>
            <p14:sldId id="534"/>
            <p14:sldId id="536"/>
            <p14:sldId id="535"/>
            <p14:sldId id="537"/>
            <p14:sldId id="539"/>
            <p14:sldId id="538"/>
            <p14:sldId id="540"/>
            <p14:sldId id="541"/>
            <p14:sldId id="543"/>
            <p14:sldId id="542"/>
            <p14:sldId id="544"/>
            <p14:sldId id="545"/>
            <p14:sldId id="546"/>
            <p14:sldId id="547"/>
            <p14:sldId id="548"/>
            <p14:sldId id="550"/>
            <p14:sldId id="551"/>
            <p14:sldId id="552"/>
            <p14:sldId id="555"/>
            <p14:sldId id="553"/>
            <p14:sldId id="55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0808"/>
    <a:srgbClr val="C1F3FF"/>
    <a:srgbClr val="90D1DC"/>
    <a:srgbClr val="8FAADC"/>
    <a:srgbClr val="E9EBF5"/>
    <a:srgbClr val="5F9E38"/>
    <a:srgbClr val="9292FB"/>
    <a:srgbClr val="007D9A"/>
    <a:srgbClr val="50852F"/>
    <a:srgbClr val="6CB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Светлый стиль 3 — акцент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8034E78-7F5D-4C2E-B375-FC64B27BC917}" styleName="Темный стиль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3" autoAdjust="0"/>
    <p:restoredTop sz="83051" autoAdjust="0"/>
  </p:normalViewPr>
  <p:slideViewPr>
    <p:cSldViewPr>
      <p:cViewPr varScale="1">
        <p:scale>
          <a:sx n="116" d="100"/>
          <a:sy n="116" d="100"/>
        </p:scale>
        <p:origin x="1410" y="8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7420F6-EE28-447A-BA82-F9AA48FF3F8C}" type="datetimeFigureOut">
              <a:rPr lang="ru-RU" smtClean="0"/>
              <a:pPr/>
              <a:t>09.10.2025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35E2C8-E51C-40F3-9A72-4A3C3DEE5088}" type="slidenum">
              <a:rPr lang="ru-RU" smtClean="0"/>
              <a:pPr/>
              <a:t>‹#›</a:t>
            </a:fld>
            <a:endParaRPr lang="ru-RU"/>
          </a:p>
        </p:txBody>
      </p:sp>
    </p:spTree>
    <p:extLst>
      <p:ext uri="{BB962C8B-B14F-4D97-AF65-F5344CB8AC3E}">
        <p14:creationId xmlns:p14="http://schemas.microsoft.com/office/powerpoint/2010/main" val="3196622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ru.wikipedia.org/wiki/%D0%98%D0%BD%D1%84%D0%BE%D1%80%D0%BC%D0%B0%D1%86%D0%B8%D0%BE%D0%BD%D0%BD%D1%8B%D0%B5_%D1%82%D0%B5%D1%85%D0%BD%D0%BE%D0%BB%D0%BE%D0%B3%D0%B8%D0%B8"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ru.wikipedia.org/wiki/%D0%9D%D0%B0%D1%86%D0%B8%D0%BE%D0%BD%D0%B0%D0%BB%D1%8C%D0%BD%D1%8B%D0%B9_%D0%B8%D0%BD%D1%81%D1%82%D0%B8%D1%82%D1%83%D1%82_%D1%81%D1%82%D0%B0%D0%BD%D0%B4%D0%B0%D1%80%D1%82%D0%BE%D0%B2_%D0%B8_%D1%82%D0%B5%D1%85%D0%BD%D0%BE%D0%BB%D0%BE%D0%B3%D0%B8%D0%B9" TargetMode="External"/><Relationship Id="rId4" Type="http://schemas.openxmlformats.org/officeDocument/2006/relationships/hyperlink" Target="https://ru.wikipedia.org/wiki/1996_%D0%B3%D0%BE%D0%B4"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ru.wikipedia.org/wiki/%D0%94%D0%BE%D0%BA%D1%83%D0%BC%D0%B5%D0%BD%D1%82%D0%BE%D0%BE%D0%B1%D0%BE%D1%80%D0%BE%D1%82" TargetMode="External"/><Relationship Id="rId7" Type="http://schemas.openxmlformats.org/officeDocument/2006/relationships/hyperlink" Target="https://ru.wikipedia.org/wiki/DB2"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ru.wikipedia.org/wiki/Microsoft_SQL_Server" TargetMode="External"/><Relationship Id="rId5" Type="http://schemas.openxmlformats.org/officeDocument/2006/relationships/hyperlink" Target="https://ru.wikipedia.org/wiki/Oracle_Database" TargetMode="External"/><Relationship Id="rId4" Type="http://schemas.openxmlformats.org/officeDocument/2006/relationships/hyperlink" Target="https://ru.wikipedia.org/w/index.php?title=Documentum&amp;action=edit&amp;redlink=1"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2</a:t>
            </a:fld>
            <a:endParaRPr lang="ru-RU"/>
          </a:p>
        </p:txBody>
      </p:sp>
    </p:spTree>
    <p:extLst>
      <p:ext uri="{BB962C8B-B14F-4D97-AF65-F5344CB8AC3E}">
        <p14:creationId xmlns:p14="http://schemas.microsoft.com/office/powerpoint/2010/main" val="1143174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3</a:t>
            </a:fld>
            <a:endParaRPr lang="ru-RU"/>
          </a:p>
        </p:txBody>
      </p:sp>
    </p:spTree>
    <p:extLst>
      <p:ext uri="{BB962C8B-B14F-4D97-AF65-F5344CB8AC3E}">
        <p14:creationId xmlns:p14="http://schemas.microsoft.com/office/powerpoint/2010/main" val="3647282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4</a:t>
            </a:fld>
            <a:endParaRPr lang="ru-RU"/>
          </a:p>
        </p:txBody>
      </p:sp>
    </p:spTree>
    <p:extLst>
      <p:ext uri="{BB962C8B-B14F-4D97-AF65-F5344CB8AC3E}">
        <p14:creationId xmlns:p14="http://schemas.microsoft.com/office/powerpoint/2010/main" val="38268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5548B-AD47-D58C-C319-3AEFF0D90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E7FCD-D8F5-F277-F244-51079D13F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758C9-D62A-828F-51C2-3EF00B64A1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5F4136-A81C-0D68-052D-1A8FC88D5B32}"/>
              </a:ext>
            </a:extLst>
          </p:cNvPr>
          <p:cNvSpPr>
            <a:spLocks noGrp="1"/>
          </p:cNvSpPr>
          <p:nvPr>
            <p:ph type="sldNum" sz="quarter" idx="5"/>
          </p:nvPr>
        </p:nvSpPr>
        <p:spPr/>
        <p:txBody>
          <a:bodyPr/>
          <a:lstStyle/>
          <a:p>
            <a:fld id="{0235E2C8-E51C-40F3-9A72-4A3C3DEE5088}" type="slidenum">
              <a:rPr lang="ru-RU" smtClean="0"/>
              <a:pPr/>
              <a:t>5</a:t>
            </a:fld>
            <a:endParaRPr lang="ru-RU"/>
          </a:p>
        </p:txBody>
      </p:sp>
    </p:spTree>
    <p:extLst>
      <p:ext uri="{BB962C8B-B14F-4D97-AF65-F5344CB8AC3E}">
        <p14:creationId xmlns:p14="http://schemas.microsoft.com/office/powerpoint/2010/main" val="3756815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ru-RU" b="0" i="0" dirty="0">
                <a:solidFill>
                  <a:srgbClr val="202122"/>
                </a:solidFill>
                <a:effectLst/>
                <a:latin typeface="Arial" panose="020B0604020202020204" pitchFamily="34" charset="0"/>
              </a:rPr>
              <a:t>По традиции, как и со многими стандартами в </a:t>
            </a:r>
            <a:r>
              <a:rPr lang="ru-RU" b="0" i="0" u="none" strike="noStrike" dirty="0">
                <a:solidFill>
                  <a:srgbClr val="0645AD"/>
                </a:solidFill>
                <a:effectLst/>
                <a:latin typeface="Arial" panose="020B0604020202020204" pitchFamily="34" charset="0"/>
                <a:hlinkClick r:id="rId3" tooltip="Информационные технологии"/>
              </a:rPr>
              <a:t>IT</a:t>
            </a:r>
            <a:r>
              <a:rPr lang="ru-RU" b="0" i="0" dirty="0">
                <a:solidFill>
                  <a:srgbClr val="202122"/>
                </a:solidFill>
                <a:effectLst/>
                <a:latin typeface="Arial" panose="020B0604020202020204" pitchFamily="34" charset="0"/>
              </a:rPr>
              <a:t>-индустрии, с языком SQL возникла проблема: на каком-то этапе многие производители использующего SQL программного обеспечения решили, что функциональность в текущей (на тот момент времени) версии стандарта недостаточна, и её желательно расширить. В результате у разных производителей систем управления базами данных (СУБД) стали использоваться разные диалекты SQL, в общем случае между собой несовместимые.</a:t>
            </a:r>
          </a:p>
          <a:p>
            <a:pPr algn="l"/>
            <a:r>
              <a:rPr lang="ru-RU" b="0" i="0" dirty="0">
                <a:solidFill>
                  <a:srgbClr val="202122"/>
                </a:solidFill>
                <a:effectLst/>
                <a:latin typeface="Arial" panose="020B0604020202020204" pitchFamily="34" charset="0"/>
              </a:rPr>
              <a:t>До </a:t>
            </a:r>
            <a:r>
              <a:rPr lang="ru-RU" b="0" i="0" u="none" strike="noStrike" dirty="0">
                <a:solidFill>
                  <a:srgbClr val="0645AD"/>
                </a:solidFill>
                <a:effectLst/>
                <a:latin typeface="Arial" panose="020B0604020202020204" pitchFamily="34" charset="0"/>
                <a:hlinkClick r:id="rId4" tooltip="1996 год"/>
              </a:rPr>
              <a:t>1996 года</a:t>
            </a:r>
            <a:r>
              <a:rPr lang="ru-RU" b="0" i="0" dirty="0">
                <a:solidFill>
                  <a:srgbClr val="202122"/>
                </a:solidFill>
                <a:effectLst/>
                <a:latin typeface="Arial" panose="020B0604020202020204" pitchFamily="34" charset="0"/>
              </a:rPr>
              <a:t> вопросами соответствия коммерческих реализаций SQL стандарту занимался в основном </a:t>
            </a:r>
            <a:r>
              <a:rPr lang="ru-RU" b="0" i="0" u="none" strike="noStrike" dirty="0">
                <a:solidFill>
                  <a:srgbClr val="0645AD"/>
                </a:solidFill>
                <a:effectLst/>
                <a:latin typeface="Arial" panose="020B0604020202020204" pitchFamily="34" charset="0"/>
                <a:hlinkClick r:id="rId5" tooltip="Национальный институт стандартов и технологий"/>
              </a:rPr>
              <a:t>Национальный институт стандартов и технологий</a:t>
            </a:r>
            <a:r>
              <a:rPr lang="ru-RU" b="0" i="0" dirty="0">
                <a:solidFill>
                  <a:srgbClr val="202122"/>
                </a:solidFill>
                <a:effectLst/>
                <a:latin typeface="Arial" panose="020B0604020202020204" pitchFamily="34" charset="0"/>
              </a:rPr>
              <a:t> (NIST), который и устанавливал уровень соответствия стандарту. </a:t>
            </a:r>
            <a:r>
              <a:rPr lang="ru-RU" b="0" i="0" dirty="0" err="1">
                <a:solidFill>
                  <a:srgbClr val="202122"/>
                </a:solidFill>
                <a:effectLst/>
                <a:latin typeface="Arial" panose="020B0604020202020204" pitchFamily="34" charset="0"/>
              </a:rPr>
              <a:t>Поздне́е</a:t>
            </a:r>
            <a:r>
              <a:rPr lang="ru-RU" b="0" i="0" dirty="0">
                <a:solidFill>
                  <a:srgbClr val="202122"/>
                </a:solidFill>
                <a:effectLst/>
                <a:latin typeface="Arial" panose="020B0604020202020204" pitchFamily="34" charset="0"/>
              </a:rPr>
              <a:t> подразделение, занимавшееся СУБД, было расформировано, и на текущий момент все усилия по проверке СУБД на соответствие стандарту ложатся на её производителя.</a:t>
            </a:r>
          </a:p>
          <a:p>
            <a:pPr algn="l"/>
            <a:r>
              <a:rPr lang="ru-RU" b="0" i="0" dirty="0">
                <a:solidFill>
                  <a:srgbClr val="202122"/>
                </a:solidFill>
                <a:effectLst/>
                <a:latin typeface="Arial" panose="020B0604020202020204" pitchFamily="34" charset="0"/>
              </a:rPr>
              <a:t>Впервые понятие «уровня соответствия» было предложено </a:t>
            </a:r>
            <a:r>
              <a:rPr lang="ru-RU" b="1" i="0" dirty="0">
                <a:solidFill>
                  <a:srgbClr val="202122"/>
                </a:solidFill>
                <a:effectLst/>
                <a:latin typeface="Arial" panose="020B0604020202020204" pitchFamily="34" charset="0"/>
              </a:rPr>
              <a:t>в стандарте SQL-92</a:t>
            </a:r>
            <a:r>
              <a:rPr lang="ru-RU" b="0" i="0" dirty="0">
                <a:solidFill>
                  <a:srgbClr val="202122"/>
                </a:solidFill>
                <a:effectLst/>
                <a:latin typeface="Arial" panose="020B0604020202020204" pitchFamily="34" charset="0"/>
              </a:rPr>
              <a:t>. </a:t>
            </a:r>
          </a:p>
          <a:p>
            <a:pPr algn="l"/>
            <a:r>
              <a:rPr lang="ru-RU" b="0" i="0" dirty="0">
                <a:solidFill>
                  <a:srgbClr val="202122"/>
                </a:solidFill>
                <a:effectLst/>
                <a:latin typeface="Arial" panose="020B0604020202020204" pitchFamily="34" charset="0"/>
              </a:rPr>
              <a:t>А именно, </a:t>
            </a:r>
            <a:r>
              <a:rPr lang="ru-RU" b="1" i="0" dirty="0">
                <a:solidFill>
                  <a:srgbClr val="202122"/>
                </a:solidFill>
                <a:effectLst/>
                <a:latin typeface="Arial" panose="020B0604020202020204" pitchFamily="34" charset="0"/>
              </a:rPr>
              <a:t>ANSI и NIST </a:t>
            </a:r>
            <a:r>
              <a:rPr lang="ru-RU" b="0" i="0" dirty="0">
                <a:solidFill>
                  <a:srgbClr val="202122"/>
                </a:solidFill>
                <a:effectLst/>
                <a:latin typeface="Arial" panose="020B0604020202020204" pitchFamily="34" charset="0"/>
              </a:rPr>
              <a:t>определяли четыре уровня соответствия реализации этому стандарту:</a:t>
            </a:r>
          </a:p>
          <a:p>
            <a:pPr algn="l">
              <a:buFont typeface="+mj-lt"/>
              <a:buAutoNum type="arabicPeriod"/>
            </a:pPr>
            <a:r>
              <a:rPr lang="ru-RU" b="0" i="1" dirty="0" err="1">
                <a:solidFill>
                  <a:srgbClr val="202122"/>
                </a:solidFill>
                <a:effectLst/>
                <a:latin typeface="Arial" panose="020B0604020202020204" pitchFamily="34" charset="0"/>
              </a:rPr>
              <a:t>Entry</a:t>
            </a:r>
            <a:r>
              <a:rPr lang="ru-RU" b="0" i="0" dirty="0">
                <a:solidFill>
                  <a:srgbClr val="202122"/>
                </a:solidFill>
                <a:effectLst/>
                <a:latin typeface="Arial" panose="020B0604020202020204" pitchFamily="34" charset="0"/>
              </a:rPr>
              <a:t> (базовый)</a:t>
            </a:r>
          </a:p>
          <a:p>
            <a:pPr algn="l">
              <a:buFont typeface="+mj-lt"/>
              <a:buAutoNum type="arabicPeriod"/>
            </a:pPr>
            <a:r>
              <a:rPr lang="ru-RU" b="0" i="1" dirty="0" err="1">
                <a:solidFill>
                  <a:srgbClr val="202122"/>
                </a:solidFill>
                <a:effectLst/>
                <a:latin typeface="Arial" panose="020B0604020202020204" pitchFamily="34" charset="0"/>
              </a:rPr>
              <a:t>Transitional</a:t>
            </a:r>
            <a:r>
              <a:rPr lang="ru-RU" b="0" i="0" dirty="0">
                <a:solidFill>
                  <a:srgbClr val="202122"/>
                </a:solidFill>
                <a:effectLst/>
                <a:latin typeface="Arial" panose="020B0604020202020204" pitchFamily="34" charset="0"/>
              </a:rPr>
              <a:t> (переходный) — проверку на соответствие этому уровню проводил только NIST</a:t>
            </a:r>
          </a:p>
          <a:p>
            <a:pPr algn="l">
              <a:buFont typeface="+mj-lt"/>
              <a:buAutoNum type="arabicPeriod"/>
            </a:pPr>
            <a:r>
              <a:rPr lang="ru-RU" b="0" i="1" dirty="0" err="1">
                <a:solidFill>
                  <a:srgbClr val="202122"/>
                </a:solidFill>
                <a:effectLst/>
                <a:latin typeface="Arial" panose="020B0604020202020204" pitchFamily="34" charset="0"/>
              </a:rPr>
              <a:t>Intermediate</a:t>
            </a:r>
            <a:r>
              <a:rPr lang="ru-RU" b="0" i="0" dirty="0">
                <a:solidFill>
                  <a:srgbClr val="202122"/>
                </a:solidFill>
                <a:effectLst/>
                <a:latin typeface="Arial" panose="020B0604020202020204" pitchFamily="34" charset="0"/>
              </a:rPr>
              <a:t> (промежуточный)</a:t>
            </a:r>
          </a:p>
          <a:p>
            <a:pPr algn="l">
              <a:buFont typeface="+mj-lt"/>
              <a:buAutoNum type="arabicPeriod"/>
            </a:pPr>
            <a:r>
              <a:rPr lang="ru-RU" b="0" i="1" dirty="0">
                <a:solidFill>
                  <a:srgbClr val="202122"/>
                </a:solidFill>
                <a:effectLst/>
                <a:latin typeface="Arial" panose="020B0604020202020204" pitchFamily="34" charset="0"/>
              </a:rPr>
              <a:t>Full</a:t>
            </a:r>
            <a:r>
              <a:rPr lang="ru-RU" b="0" i="0" dirty="0">
                <a:solidFill>
                  <a:srgbClr val="202122"/>
                </a:solidFill>
                <a:effectLst/>
                <a:latin typeface="Arial" panose="020B0604020202020204" pitchFamily="34" charset="0"/>
              </a:rPr>
              <a:t> (полный)</a:t>
            </a:r>
          </a:p>
          <a:p>
            <a:pPr algn="l"/>
            <a:r>
              <a:rPr lang="ru-RU" b="0" i="0" dirty="0">
                <a:solidFill>
                  <a:srgbClr val="202122"/>
                </a:solidFill>
                <a:effectLst/>
                <a:latin typeface="Arial" panose="020B0604020202020204" pitchFamily="34" charset="0"/>
              </a:rPr>
              <a:t>Легко можно понять, что каждый последующий уровень соответствия заведомо подразумевал соответствие предыдущему уровню. </a:t>
            </a:r>
          </a:p>
          <a:p>
            <a:pPr algn="l"/>
            <a:r>
              <a:rPr lang="ru-RU" b="0" i="0" dirty="0">
                <a:solidFill>
                  <a:srgbClr val="202122"/>
                </a:solidFill>
                <a:effectLst/>
                <a:latin typeface="Arial" panose="020B0604020202020204" pitchFamily="34" charset="0"/>
              </a:rPr>
              <a:t>Далее, согласно данной «лесенке» стандартов, любая СУБД, которая соответствовала уровню </a:t>
            </a:r>
            <a:r>
              <a:rPr lang="ru-RU" b="0" i="0" dirty="0" err="1">
                <a:solidFill>
                  <a:srgbClr val="202122"/>
                </a:solidFill>
                <a:effectLst/>
                <a:latin typeface="Arial" panose="020B0604020202020204" pitchFamily="34" charset="0"/>
              </a:rPr>
              <a:t>Entry</a:t>
            </a:r>
            <a:r>
              <a:rPr lang="ru-RU" b="0" i="0" dirty="0">
                <a:solidFill>
                  <a:srgbClr val="202122"/>
                </a:solidFill>
                <a:effectLst/>
                <a:latin typeface="Arial" panose="020B0604020202020204" pitchFamily="34" charset="0"/>
              </a:rPr>
              <a:t>, могла заявлять себя как «SQL-92 </a:t>
            </a:r>
            <a:r>
              <a:rPr lang="ru-RU" b="0" i="0" dirty="0" err="1">
                <a:solidFill>
                  <a:srgbClr val="202122"/>
                </a:solidFill>
                <a:effectLst/>
                <a:latin typeface="Arial" panose="020B0604020202020204" pitchFamily="34" charset="0"/>
              </a:rPr>
              <a:t>compliant</a:t>
            </a:r>
            <a:r>
              <a:rPr lang="ru-RU" b="0" i="0" dirty="0">
                <a:solidFill>
                  <a:srgbClr val="202122"/>
                </a:solidFill>
                <a:effectLst/>
                <a:latin typeface="Arial" panose="020B0604020202020204" pitchFamily="34" charset="0"/>
              </a:rPr>
              <a:t>» («совместимая с SQL-92»), хотя на самом деле переносимость и соответствие стандарту ограничивалось набором возможностей, входящих в этот уровень.</a:t>
            </a:r>
          </a:p>
          <a:p>
            <a:pPr algn="l"/>
            <a:r>
              <a:rPr lang="ru-RU" b="0" i="0" dirty="0">
                <a:solidFill>
                  <a:srgbClr val="202122"/>
                </a:solidFill>
                <a:effectLst/>
                <a:latin typeface="Arial" panose="020B0604020202020204" pitchFamily="34" charset="0"/>
              </a:rPr>
              <a:t>Положение изменилось с введением </a:t>
            </a:r>
            <a:r>
              <a:rPr lang="ru-RU" b="1" i="0" dirty="0">
                <a:solidFill>
                  <a:srgbClr val="202122"/>
                </a:solidFill>
                <a:effectLst/>
                <a:latin typeface="Arial" panose="020B0604020202020204" pitchFamily="34" charset="0"/>
              </a:rPr>
              <a:t>стандарта SQL:1999</a:t>
            </a:r>
            <a:r>
              <a:rPr lang="ru-RU" b="0" i="0" dirty="0">
                <a:solidFill>
                  <a:srgbClr val="202122"/>
                </a:solidFill>
                <a:effectLst/>
                <a:latin typeface="Arial" panose="020B0604020202020204" pitchFamily="34" charset="0"/>
              </a:rPr>
              <a:t>. Отныне стандарт приобрёл модульную структуру — основная часть стандарта была вынесена в раздел «SQL/Foundation», </a:t>
            </a:r>
          </a:p>
          <a:p>
            <a:pPr algn="l"/>
            <a:r>
              <a:rPr lang="ru-RU" b="0" i="0" dirty="0">
                <a:solidFill>
                  <a:srgbClr val="202122"/>
                </a:solidFill>
                <a:effectLst/>
                <a:latin typeface="Arial" panose="020B0604020202020204" pitchFamily="34" charset="0"/>
              </a:rPr>
              <a:t>все остальные были выведены в отдельные модули. </a:t>
            </a:r>
          </a:p>
          <a:p>
            <a:pPr algn="l"/>
            <a:r>
              <a:rPr lang="ru-RU" b="0" i="0" dirty="0">
                <a:solidFill>
                  <a:srgbClr val="202122"/>
                </a:solidFill>
                <a:effectLst/>
                <a:latin typeface="Arial" panose="020B0604020202020204" pitchFamily="34" charset="0"/>
              </a:rPr>
              <a:t>Соответственно, остался только один уровень совместимости — </a:t>
            </a:r>
            <a:r>
              <a:rPr lang="ru-RU" b="0" i="1" dirty="0">
                <a:solidFill>
                  <a:srgbClr val="202122"/>
                </a:solidFill>
                <a:effectLst/>
                <a:latin typeface="Arial" panose="020B0604020202020204" pitchFamily="34" charset="0"/>
              </a:rPr>
              <a:t>Core</a:t>
            </a:r>
            <a:r>
              <a:rPr lang="ru-RU" b="0" i="0" dirty="0">
                <a:solidFill>
                  <a:srgbClr val="202122"/>
                </a:solidFill>
                <a:effectLst/>
                <a:latin typeface="Arial" panose="020B0604020202020204" pitchFamily="34" charset="0"/>
              </a:rPr>
              <a:t>, что означало поддержку этой основной части. </a:t>
            </a:r>
          </a:p>
          <a:p>
            <a:pPr algn="l"/>
            <a:r>
              <a:rPr lang="ru-RU" b="0" i="0" dirty="0">
                <a:solidFill>
                  <a:srgbClr val="202122"/>
                </a:solidFill>
                <a:effectLst/>
                <a:latin typeface="Arial" panose="020B0604020202020204" pitchFamily="34" charset="0"/>
              </a:rPr>
              <a:t>Поддержка остальных возможностей оставлена на усмотрение производителей СУБД. </a:t>
            </a:r>
          </a:p>
          <a:p>
            <a:pPr algn="l"/>
            <a:r>
              <a:rPr lang="ru-RU" b="0" i="0" dirty="0">
                <a:solidFill>
                  <a:srgbClr val="202122"/>
                </a:solidFill>
                <a:effectLst/>
                <a:latin typeface="Arial" panose="020B0604020202020204" pitchFamily="34" charset="0"/>
              </a:rPr>
              <a:t>Аналогичное положение имело место и с последующими версиями стандарта.</a:t>
            </a:r>
          </a:p>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6</a:t>
            </a:fld>
            <a:endParaRPr lang="ru-RU"/>
          </a:p>
        </p:txBody>
      </p:sp>
    </p:spTree>
    <p:extLst>
      <p:ext uri="{BB962C8B-B14F-4D97-AF65-F5344CB8AC3E}">
        <p14:creationId xmlns:p14="http://schemas.microsoft.com/office/powerpoint/2010/main" val="612451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Tx/>
              <a:buSzTx/>
            </a:pPr>
            <a:r>
              <a:rPr kumimoji="0" lang="ru-RU" altLang="ru-RU" sz="1200" b="1" i="0" u="none" strike="noStrike" cap="none" normalizeH="0" baseline="0" dirty="0">
                <a:ln>
                  <a:noFill/>
                </a:ln>
                <a:solidFill>
                  <a:srgbClr val="202122"/>
                </a:solidFill>
                <a:effectLst/>
                <a:cs typeface="Arial" panose="020B0604020202020204" pitchFamily="34" charset="0"/>
              </a:rPr>
              <a:t>Независимость от конкретной СУБД</a:t>
            </a:r>
          </a:p>
          <a:p>
            <a:pPr marL="0" indent="0">
              <a:buClrTx/>
              <a:buSzTx/>
              <a:buNone/>
            </a:pPr>
            <a:r>
              <a:rPr kumimoji="0" lang="ru-RU" altLang="ru-RU" sz="1200" b="0" i="0" u="none" strike="noStrike" cap="none" normalizeH="0" baseline="0" dirty="0">
                <a:ln>
                  <a:noFill/>
                </a:ln>
                <a:solidFill>
                  <a:srgbClr val="202122"/>
                </a:solidFill>
                <a:effectLst/>
                <a:cs typeface="Arial" panose="020B0604020202020204" pitchFamily="34" charset="0"/>
              </a:rPr>
              <a:t>Несмотря на наличие диалектов и различий в синтаксисе, в большинстве своём тексты SQL-запросов, содержащие DDL и DML, могут быть достаточно легко перенесены из одной СУБД в другую. Существуют системы, разработчики которых изначально ориентировались на применение по меньшей мере нескольких СУБД (например: система электронного </a:t>
            </a:r>
            <a:r>
              <a:rPr kumimoji="0" lang="ru-RU" altLang="ru-RU" sz="1200" b="0" i="0" u="none" strike="noStrike" cap="none" normalizeH="0" baseline="0" dirty="0">
                <a:ln>
                  <a:noFill/>
                </a:ln>
                <a:solidFill>
                  <a:srgbClr val="0645AD"/>
                </a:solidFill>
                <a:effectLst/>
                <a:cs typeface="Arial" panose="020B0604020202020204" pitchFamily="34" charset="0"/>
                <a:hlinkClick r:id="rId3" tooltip="Документооборот"/>
              </a:rPr>
              <a:t>документооборота</a:t>
            </a:r>
            <a:r>
              <a:rPr kumimoji="0" lang="ru-RU" altLang="ru-RU" sz="1200" b="0" i="0" u="none" strike="noStrike" cap="none" normalizeH="0" baseline="0" dirty="0">
                <a:ln>
                  <a:noFill/>
                </a:ln>
                <a:solidFill>
                  <a:srgbClr val="202122"/>
                </a:solidFill>
                <a:effectLst/>
                <a:cs typeface="Arial" panose="020B0604020202020204" pitchFamily="34" charset="0"/>
              </a:rPr>
              <a:t> </a:t>
            </a:r>
            <a:r>
              <a:rPr kumimoji="0" lang="ru-RU" altLang="ru-RU" sz="1200" b="0" i="0" u="none" strike="noStrike" cap="none" normalizeH="0" baseline="0" dirty="0" err="1">
                <a:ln>
                  <a:noFill/>
                </a:ln>
                <a:solidFill>
                  <a:srgbClr val="BA0000"/>
                </a:solidFill>
                <a:effectLst/>
                <a:cs typeface="Arial" panose="020B0604020202020204" pitchFamily="34" charset="0"/>
                <a:hlinkClick r:id="rId4" tooltip="Documentum (страница отсутствует)"/>
              </a:rPr>
              <a:t>Documentum</a:t>
            </a:r>
            <a:r>
              <a:rPr kumimoji="0" lang="ru-RU" altLang="ru-RU" sz="1200" b="0" i="0" u="none" strike="noStrike" cap="none" normalizeH="0" baseline="0" dirty="0">
                <a:ln>
                  <a:noFill/>
                </a:ln>
                <a:solidFill>
                  <a:srgbClr val="202122"/>
                </a:solidFill>
                <a:effectLst/>
                <a:cs typeface="Arial" panose="020B0604020202020204" pitchFamily="34" charset="0"/>
              </a:rPr>
              <a:t> может работать как с </a:t>
            </a:r>
            <a:r>
              <a:rPr kumimoji="0" lang="ru-RU" altLang="ru-RU" sz="1200" b="0" i="0" u="none" strike="noStrike" cap="none" normalizeH="0" baseline="0" dirty="0">
                <a:ln>
                  <a:noFill/>
                </a:ln>
                <a:solidFill>
                  <a:srgbClr val="0645AD"/>
                </a:solidFill>
                <a:effectLst/>
                <a:cs typeface="Arial" panose="020B0604020202020204" pitchFamily="34" charset="0"/>
                <a:hlinkClick r:id="rId5" tooltip="Oracle Database"/>
              </a:rPr>
              <a:t>Oracle Database</a:t>
            </a:r>
            <a:r>
              <a:rPr kumimoji="0" lang="ru-RU" altLang="ru-RU" sz="1200" b="0" i="0" u="none" strike="noStrike" cap="none" normalizeH="0" baseline="0" dirty="0">
                <a:ln>
                  <a:noFill/>
                </a:ln>
                <a:solidFill>
                  <a:srgbClr val="202122"/>
                </a:solidFill>
                <a:effectLst/>
                <a:cs typeface="Arial" panose="020B0604020202020204" pitchFamily="34" charset="0"/>
              </a:rPr>
              <a:t>, так и с </a:t>
            </a:r>
            <a:r>
              <a:rPr kumimoji="0" lang="ru-RU" altLang="ru-RU" sz="1200" b="0" i="0" u="none" strike="noStrike" cap="none" normalizeH="0" baseline="0" dirty="0">
                <a:ln>
                  <a:noFill/>
                </a:ln>
                <a:solidFill>
                  <a:srgbClr val="0645AD"/>
                </a:solidFill>
                <a:effectLst/>
                <a:cs typeface="Arial" panose="020B0604020202020204" pitchFamily="34" charset="0"/>
                <a:hlinkClick r:id="rId6" tooltip="Microsoft SQL Server"/>
              </a:rPr>
              <a:t>Microsoft SQL Server</a:t>
            </a:r>
            <a:r>
              <a:rPr kumimoji="0" lang="ru-RU" altLang="ru-RU" sz="1200" b="0" i="0" u="none" strike="noStrike" cap="none" normalizeH="0" baseline="0" dirty="0">
                <a:ln>
                  <a:noFill/>
                </a:ln>
                <a:solidFill>
                  <a:srgbClr val="202122"/>
                </a:solidFill>
                <a:effectLst/>
                <a:cs typeface="Arial" panose="020B0604020202020204" pitchFamily="34" charset="0"/>
              </a:rPr>
              <a:t> и </a:t>
            </a:r>
            <a:r>
              <a:rPr kumimoji="0" lang="ru-RU" altLang="ru-RU" sz="1200" b="0" i="0" u="none" strike="noStrike" cap="none" normalizeH="0" baseline="0" dirty="0">
                <a:ln>
                  <a:noFill/>
                </a:ln>
                <a:solidFill>
                  <a:srgbClr val="0645AD"/>
                </a:solidFill>
                <a:effectLst/>
                <a:cs typeface="Arial" panose="020B0604020202020204" pitchFamily="34" charset="0"/>
                <a:hlinkClick r:id="rId7" tooltip="DB2"/>
              </a:rPr>
              <a:t>DB2</a:t>
            </a:r>
            <a:r>
              <a:rPr kumimoji="0" lang="ru-RU" altLang="ru-RU" sz="1200" b="0" i="0" u="none" strike="noStrike" cap="none" normalizeH="0" baseline="0" dirty="0">
                <a:ln>
                  <a:noFill/>
                </a:ln>
                <a:solidFill>
                  <a:srgbClr val="202122"/>
                </a:solidFill>
                <a:effectLst/>
                <a:cs typeface="Arial" panose="020B0604020202020204" pitchFamily="34" charset="0"/>
              </a:rPr>
              <a:t>). Естественно, что при применении некоторых специфичных для реализации возможностей такой переносимости добиться уже очень трудно.</a:t>
            </a:r>
            <a:endParaRPr kumimoji="0" lang="ru-RU" altLang="ru-RU" sz="1200" b="0" i="0" u="none" strike="noStrike" cap="none" normalizeH="0" baseline="0" dirty="0">
              <a:ln>
                <a:noFill/>
              </a:ln>
              <a:solidFill>
                <a:schemeClr val="tx1"/>
              </a:solidFill>
              <a:effectLst/>
            </a:endParaRPr>
          </a:p>
          <a:p>
            <a:pPr>
              <a:buClrTx/>
              <a:buSzTx/>
            </a:pPr>
            <a:r>
              <a:rPr kumimoji="0" lang="ru-RU" altLang="ru-RU" sz="1200" b="1" i="0" u="none" strike="noStrike" cap="none" normalizeH="0" baseline="0" dirty="0">
                <a:ln>
                  <a:noFill/>
                </a:ln>
                <a:solidFill>
                  <a:srgbClr val="202122"/>
                </a:solidFill>
                <a:effectLst/>
                <a:cs typeface="Arial" panose="020B0604020202020204" pitchFamily="34" charset="0"/>
              </a:rPr>
              <a:t>Наличие стандартов</a:t>
            </a:r>
          </a:p>
          <a:p>
            <a:pPr marL="0" indent="0">
              <a:buClrTx/>
              <a:buSzTx/>
              <a:buNone/>
            </a:pPr>
            <a:r>
              <a:rPr kumimoji="0" lang="ru-RU" altLang="ru-RU" sz="1200" b="0" i="0" u="none" strike="noStrike" cap="none" normalizeH="0" baseline="0" dirty="0">
                <a:ln>
                  <a:noFill/>
                </a:ln>
                <a:solidFill>
                  <a:srgbClr val="202122"/>
                </a:solidFill>
                <a:effectLst/>
                <a:cs typeface="Arial" panose="020B0604020202020204" pitchFamily="34" charset="0"/>
              </a:rPr>
              <a:t>Наличие стандартов и набора тестов для выявления совместимости и соответствия конкретной реализации SQL общепринятому стандарту только способствует «стабилизации» языка. Правда, стоит обратить внимание, что сам по себе стандарт местами чересчур формализован и раздут в размерах (например, базовая часть стандарта SQL:2003 состоит из более чем 1300 страниц текста).</a:t>
            </a:r>
            <a:endParaRPr kumimoji="0" lang="ru-RU" altLang="ru-RU" sz="1200" b="0" i="0" u="none" strike="noStrike" cap="none" normalizeH="0" baseline="0" dirty="0">
              <a:ln>
                <a:noFill/>
              </a:ln>
              <a:solidFill>
                <a:schemeClr val="tx1"/>
              </a:solidFill>
              <a:effectLst/>
            </a:endParaRPr>
          </a:p>
          <a:p>
            <a:pPr>
              <a:buClrTx/>
              <a:buSzTx/>
            </a:pPr>
            <a:r>
              <a:rPr kumimoji="0" lang="ru-RU" altLang="ru-RU" sz="1200" b="1" i="0" u="none" strike="noStrike" cap="none" normalizeH="0" baseline="0" dirty="0">
                <a:ln>
                  <a:noFill/>
                </a:ln>
                <a:solidFill>
                  <a:srgbClr val="202122"/>
                </a:solidFill>
                <a:effectLst/>
                <a:cs typeface="Arial" panose="020B0604020202020204" pitchFamily="34" charset="0"/>
              </a:rPr>
              <a:t>Декларативность</a:t>
            </a:r>
          </a:p>
          <a:p>
            <a:pPr marL="0" indent="0">
              <a:buClrTx/>
              <a:buSzTx/>
              <a:buNone/>
            </a:pPr>
            <a:r>
              <a:rPr kumimoji="0" lang="ru-RU" altLang="ru-RU" sz="1200" b="0" i="0" u="none" strike="noStrike" cap="none" normalizeH="0" baseline="0" dirty="0">
                <a:ln>
                  <a:noFill/>
                </a:ln>
                <a:solidFill>
                  <a:srgbClr val="202122"/>
                </a:solidFill>
                <a:effectLst/>
                <a:cs typeface="Arial" panose="020B0604020202020204" pitchFamily="34" charset="0"/>
              </a:rPr>
              <a:t>С помощью SQL программист описывает только то, какие данные нужно извлечь или модифицировать. То, каким образом это сделать, решает СУБД непосредственно при обработке SQL-запроса. Однако не стоит думать, что это полностью универсальный принцип — программист описывает набор данных для выборки или модификации, однако ему при этом полезно представлять, как СУБД будет разбирать текст его запроса. Чем сложнее сконструирован запрос, тем больше он допускает вариантов написания, различных по скорости выполнения, но одинаковых по итоговому набору данных.</a:t>
            </a:r>
            <a:endParaRPr kumimoji="0" lang="ru-RU" altLang="ru-RU" sz="1200" b="0" i="0" u="none" strike="noStrike" cap="none" normalizeH="0" baseline="0" dirty="0">
              <a:ln>
                <a:noFill/>
              </a:ln>
              <a:solidFill>
                <a:schemeClr val="tx1"/>
              </a:solidFill>
              <a:effectLst/>
            </a:endParaRPr>
          </a:p>
          <a:p>
            <a:endParaRPr lang="ru-RU" dirty="0"/>
          </a:p>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7</a:t>
            </a:fld>
            <a:endParaRPr lang="ru-RU"/>
          </a:p>
        </p:txBody>
      </p:sp>
    </p:spTree>
    <p:extLst>
      <p:ext uri="{BB962C8B-B14F-4D97-AF65-F5344CB8AC3E}">
        <p14:creationId xmlns:p14="http://schemas.microsoft.com/office/powerpoint/2010/main" val="1801997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8</a:t>
            </a:fld>
            <a:endParaRPr lang="ru-RU"/>
          </a:p>
        </p:txBody>
      </p:sp>
    </p:spTree>
    <p:extLst>
      <p:ext uri="{BB962C8B-B14F-4D97-AF65-F5344CB8AC3E}">
        <p14:creationId xmlns:p14="http://schemas.microsoft.com/office/powerpoint/2010/main" val="1125382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9</a:t>
            </a:fld>
            <a:endParaRPr lang="ru-RU"/>
          </a:p>
        </p:txBody>
      </p:sp>
    </p:spTree>
    <p:extLst>
      <p:ext uri="{BB962C8B-B14F-4D97-AF65-F5344CB8AC3E}">
        <p14:creationId xmlns:p14="http://schemas.microsoft.com/office/powerpoint/2010/main" val="157335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11</a:t>
            </a:fld>
            <a:endParaRPr lang="ru-RU"/>
          </a:p>
        </p:txBody>
      </p:sp>
    </p:spTree>
    <p:extLst>
      <p:ext uri="{BB962C8B-B14F-4D97-AF65-F5344CB8AC3E}">
        <p14:creationId xmlns:p14="http://schemas.microsoft.com/office/powerpoint/2010/main" val="2481496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20</a:t>
            </a:fld>
            <a:endParaRPr lang="ru-RU"/>
          </a:p>
        </p:txBody>
      </p:sp>
    </p:spTree>
    <p:extLst>
      <p:ext uri="{BB962C8B-B14F-4D97-AF65-F5344CB8AC3E}">
        <p14:creationId xmlns:p14="http://schemas.microsoft.com/office/powerpoint/2010/main" val="3712204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27</a:t>
            </a:fld>
            <a:endParaRPr lang="ru-RU"/>
          </a:p>
        </p:txBody>
      </p:sp>
    </p:spTree>
    <p:extLst>
      <p:ext uri="{BB962C8B-B14F-4D97-AF65-F5344CB8AC3E}">
        <p14:creationId xmlns:p14="http://schemas.microsoft.com/office/powerpoint/2010/main" val="4127179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5A73F-7FF3-B3BB-F653-015B5F0E2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40980-3373-A3B3-E2B0-4F7ED146D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AD960-B817-6C73-2DDC-436AE69A3A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576D8C-6B9C-158F-A4DD-8A6E07681E81}"/>
              </a:ext>
            </a:extLst>
          </p:cNvPr>
          <p:cNvSpPr>
            <a:spLocks noGrp="1"/>
          </p:cNvSpPr>
          <p:nvPr>
            <p:ph type="sldNum" sz="quarter" idx="5"/>
          </p:nvPr>
        </p:nvSpPr>
        <p:spPr/>
        <p:txBody>
          <a:bodyPr/>
          <a:lstStyle/>
          <a:p>
            <a:fld id="{0235E2C8-E51C-40F3-9A72-4A3C3DEE5088}" type="slidenum">
              <a:rPr lang="ru-RU" smtClean="0"/>
              <a:pPr/>
              <a:t>30</a:t>
            </a:fld>
            <a:endParaRPr lang="ru-RU"/>
          </a:p>
        </p:txBody>
      </p:sp>
    </p:spTree>
    <p:extLst>
      <p:ext uri="{BB962C8B-B14F-4D97-AF65-F5344CB8AC3E}">
        <p14:creationId xmlns:p14="http://schemas.microsoft.com/office/powerpoint/2010/main" val="809214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31</a:t>
            </a:fld>
            <a:endParaRPr lang="ru-RU"/>
          </a:p>
        </p:txBody>
      </p:sp>
    </p:spTree>
    <p:extLst>
      <p:ext uri="{BB962C8B-B14F-4D97-AF65-F5344CB8AC3E}">
        <p14:creationId xmlns:p14="http://schemas.microsoft.com/office/powerpoint/2010/main" val="319586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35E2C8-E51C-40F3-9A72-4A3C3DEE5088}" type="slidenum">
              <a:rPr lang="ru-RU" smtClean="0"/>
              <a:pPr/>
              <a:t>32</a:t>
            </a:fld>
            <a:endParaRPr lang="ru-RU"/>
          </a:p>
        </p:txBody>
      </p:sp>
    </p:spTree>
    <p:extLst>
      <p:ext uri="{BB962C8B-B14F-4D97-AF65-F5344CB8AC3E}">
        <p14:creationId xmlns:p14="http://schemas.microsoft.com/office/powerpoint/2010/main" val="127683895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2.png"/><Relationship Id="rId3" Type="http://schemas.microsoft.com/office/2007/relationships/hdphoto" Target="../media/hdphoto2.wdp"/><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24.gif"/><Relationship Id="rId3" Type="http://schemas.openxmlformats.org/officeDocument/2006/relationships/image" Target="../media/image9.png"/><Relationship Id="rId7" Type="http://schemas.openxmlformats.org/officeDocument/2006/relationships/image" Target="../media/image23.png"/><Relationship Id="rId2" Type="http://schemas.openxmlformats.org/officeDocument/2006/relationships/image" Target="../media/image19.jpe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ingleContentDark">
    <p:spTree>
      <p:nvGrpSpPr>
        <p:cNvPr id="1" name=""/>
        <p:cNvGrpSpPr/>
        <p:nvPr/>
      </p:nvGrpSpPr>
      <p:grpSpPr>
        <a:xfrm>
          <a:off x="0" y="0"/>
          <a:ext cx="0" cy="0"/>
          <a:chOff x="0" y="0"/>
          <a:chExt cx="0" cy="0"/>
        </a:xfrm>
      </p:grpSpPr>
      <p:pic>
        <p:nvPicPr>
          <p:cNvPr id="5" name="Рисунок 4"/>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354" y="0"/>
            <a:ext cx="9141291" cy="5143499"/>
          </a:xfrm>
          <a:prstGeom prst="rect">
            <a:avLst/>
          </a:prstGeom>
        </p:spPr>
      </p:pic>
      <p:pic>
        <p:nvPicPr>
          <p:cNvPr id="6" name="Рисунок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 y="0"/>
            <a:ext cx="9143996" cy="1237488"/>
          </a:xfrm>
          <a:prstGeom prst="rect">
            <a:avLst/>
          </a:prstGeom>
        </p:spPr>
      </p:pic>
      <p:pic>
        <p:nvPicPr>
          <p:cNvPr id="7" name="Рисунок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0" y="4262628"/>
            <a:ext cx="9144000" cy="880872"/>
          </a:xfrm>
          <a:prstGeom prst="rect">
            <a:avLst/>
          </a:prstGeom>
        </p:spPr>
      </p:pic>
      <p:pic>
        <p:nvPicPr>
          <p:cNvPr id="8" name="Рисунок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88424" y="4443958"/>
            <a:ext cx="393193" cy="313945"/>
          </a:xfrm>
          <a:prstGeom prst="rect">
            <a:avLst/>
          </a:prstGeom>
        </p:spPr>
      </p:pic>
      <p:pic>
        <p:nvPicPr>
          <p:cNvPr id="9" name="Рисунок 8"/>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264472" y="778547"/>
            <a:ext cx="131064" cy="124968"/>
          </a:xfrm>
          <a:prstGeom prst="rect">
            <a:avLst/>
          </a:prstGeom>
        </p:spPr>
      </p:pic>
      <p:sp>
        <p:nvSpPr>
          <p:cNvPr id="43" name="Текст 39"/>
          <p:cNvSpPr>
            <a:spLocks noGrp="1"/>
          </p:cNvSpPr>
          <p:nvPr>
            <p:ph type="body" sz="quarter" idx="11"/>
          </p:nvPr>
        </p:nvSpPr>
        <p:spPr>
          <a:xfrm>
            <a:off x="350838" y="2066925"/>
            <a:ext cx="7605712" cy="2305050"/>
          </a:xfrm>
        </p:spPr>
        <p:txBody>
          <a:bodyPr>
            <a:normAutofit/>
          </a:bodyPr>
          <a:lstStyle>
            <a:lvl1pPr marL="342900" indent="-342900">
              <a:buFontTx/>
              <a:buBlip>
                <a:blip r:embed="rId8"/>
              </a:buBlip>
              <a:defRPr sz="2000">
                <a:solidFill>
                  <a:schemeClr val="bg1"/>
                </a:solidFill>
                <a:latin typeface="Acrom" panose="00000500000000000000" pitchFamily="50" charset="-52"/>
              </a:defRPr>
            </a:lvl1pPr>
            <a:lvl2pPr marL="742950" indent="-285750">
              <a:buFontTx/>
              <a:buBlip>
                <a:blip r:embed="rId8"/>
              </a:buBlip>
              <a:defRPr sz="1800">
                <a:solidFill>
                  <a:schemeClr val="bg1"/>
                </a:solidFill>
                <a:latin typeface="Acrom" panose="00000500000000000000" pitchFamily="50" charset="-52"/>
              </a:defRPr>
            </a:lvl2pPr>
            <a:lvl3pPr marL="1143000" indent="-228600">
              <a:buFontTx/>
              <a:buBlip>
                <a:blip r:embed="rId8"/>
              </a:buBlip>
              <a:defRPr sz="1600">
                <a:solidFill>
                  <a:schemeClr val="bg1"/>
                </a:solidFill>
                <a:latin typeface="Acrom" panose="00000500000000000000" pitchFamily="50" charset="-52"/>
              </a:defRPr>
            </a:lvl3pPr>
            <a:lvl4pPr marL="1600200" indent="-228600">
              <a:buFontTx/>
              <a:buBlip>
                <a:blip r:embed="rId8"/>
              </a:buBlip>
              <a:defRPr sz="1400">
                <a:solidFill>
                  <a:schemeClr val="bg1"/>
                </a:solidFill>
                <a:latin typeface="Acrom" panose="00000500000000000000" pitchFamily="50" charset="-52"/>
              </a:defRPr>
            </a:lvl4pPr>
            <a:lvl5pPr marL="2057400" indent="-228600">
              <a:buFontTx/>
              <a:buBlip>
                <a:blip r:embed="rId8"/>
              </a:buBlip>
              <a:defRPr sz="1400">
                <a:solidFill>
                  <a:schemeClr val="bg1"/>
                </a:solidFill>
                <a:latin typeface="Acrom" panose="00000500000000000000" pitchFamily="50" charset="-52"/>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2" name="Текст 37"/>
          <p:cNvSpPr>
            <a:spLocks noGrp="1"/>
          </p:cNvSpPr>
          <p:nvPr>
            <p:ph type="body" sz="quarter" idx="10" hasCustomPrompt="1"/>
          </p:nvPr>
        </p:nvSpPr>
        <p:spPr>
          <a:xfrm>
            <a:off x="350838" y="1419225"/>
            <a:ext cx="2945436" cy="383169"/>
          </a:xfrm>
        </p:spPr>
        <p:txBody>
          <a:bodyPr>
            <a:normAutofit/>
          </a:bodyPr>
          <a:lstStyle>
            <a:lvl1pPr marL="0" indent="0">
              <a:buNone/>
              <a:defRPr sz="1800" cap="all" baseline="0">
                <a:solidFill>
                  <a:schemeClr val="bg1"/>
                </a:solidFill>
                <a:latin typeface="Acrom Bold" panose="00000800000000000000" pitchFamily="50" charset="-52"/>
              </a:defRPr>
            </a:lvl1pPr>
          </a:lstStyle>
          <a:p>
            <a:pPr lvl="0"/>
            <a:r>
              <a:rPr lang="ru-RU" dirty="0"/>
              <a:t>ПОДЗАГОЛОВОК</a:t>
            </a:r>
          </a:p>
        </p:txBody>
      </p:sp>
      <p:sp>
        <p:nvSpPr>
          <p:cNvPr id="41" name="Заголовок 34"/>
          <p:cNvSpPr>
            <a:spLocks noGrp="1"/>
          </p:cNvSpPr>
          <p:nvPr>
            <p:ph type="title" hasCustomPrompt="1"/>
          </p:nvPr>
        </p:nvSpPr>
        <p:spPr>
          <a:xfrm>
            <a:off x="351237" y="716531"/>
            <a:ext cx="7749155" cy="369332"/>
          </a:xfrm>
          <a:noFill/>
        </p:spPr>
        <p:txBody>
          <a:bodyPr wrap="square" rtlCol="0">
            <a:spAutoFit/>
          </a:bodyPr>
          <a:lstStyle>
            <a:lvl1pPr algn="l">
              <a:defRPr lang="ru-RU" sz="1800">
                <a:solidFill>
                  <a:srgbClr val="262626"/>
                </a:solidFill>
                <a:latin typeface="Acrom ExtraBold" pitchFamily="50" charset="-52"/>
                <a:ea typeface="+mn-ea"/>
                <a:cs typeface="+mn-cs"/>
              </a:defRPr>
            </a:lvl1pPr>
          </a:lstStyle>
          <a:p>
            <a:pPr marL="0" lvl="0" algn="l"/>
            <a:r>
              <a:rPr lang="ru-RU" dirty="0"/>
              <a:t>ОБРАЗЕЦ ЗАГОЛОВКА</a:t>
            </a:r>
          </a:p>
        </p:txBody>
      </p:sp>
    </p:spTree>
    <p:extLst>
      <p:ext uri="{BB962C8B-B14F-4D97-AF65-F5344CB8AC3E}">
        <p14:creationId xmlns:p14="http://schemas.microsoft.com/office/powerpoint/2010/main" val="121597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ContentLight">
    <p:spTree>
      <p:nvGrpSpPr>
        <p:cNvPr id="1" name=""/>
        <p:cNvGrpSpPr/>
        <p:nvPr/>
      </p:nvGrpSpPr>
      <p:grpSpPr>
        <a:xfrm>
          <a:off x="0" y="0"/>
          <a:ext cx="0" cy="0"/>
          <a:chOff x="0" y="0"/>
          <a:chExt cx="0" cy="0"/>
        </a:xfrm>
      </p:grpSpPr>
      <p:sp>
        <p:nvSpPr>
          <p:cNvPr id="10" name="Date Placeholder 2">
            <a:extLst>
              <a:ext uri="{FF2B5EF4-FFF2-40B4-BE49-F238E27FC236}">
                <a16:creationId xmlns:a16="http://schemas.microsoft.com/office/drawing/2014/main" id="{8F2C7FDD-BB90-2EAC-CC9A-84AFF7FA8442}"/>
              </a:ext>
            </a:extLst>
          </p:cNvPr>
          <p:cNvSpPr>
            <a:spLocks noGrp="1"/>
          </p:cNvSpPr>
          <p:nvPr>
            <p:ph type="dt" sz="half" idx="10"/>
          </p:nvPr>
        </p:nvSpPr>
        <p:spPr>
          <a:xfrm>
            <a:off x="350838" y="4858733"/>
            <a:ext cx="1124818" cy="274637"/>
          </a:xfrm>
        </p:spPr>
        <p:txBody>
          <a:bodyPr/>
          <a:lstStyle>
            <a:lvl1pPr>
              <a:defRPr>
                <a:latin typeface="Acrom" panose="020B0604020202020204" charset="-52"/>
              </a:defRPr>
            </a:lvl1pPr>
          </a:lstStyle>
          <a:p>
            <a:fld id="{3F31863B-D2C1-455A-9EA1-E26FFC62CD1F}" type="datetime1">
              <a:rPr lang="ru-RU" smtClean="0"/>
              <a:t>09.10.2025</a:t>
            </a:fld>
            <a:endParaRPr lang="en-US" dirty="0"/>
          </a:p>
        </p:txBody>
      </p:sp>
      <p:sp>
        <p:nvSpPr>
          <p:cNvPr id="11" name="Footer Placeholder 3">
            <a:extLst>
              <a:ext uri="{FF2B5EF4-FFF2-40B4-BE49-F238E27FC236}">
                <a16:creationId xmlns:a16="http://schemas.microsoft.com/office/drawing/2014/main" id="{493A3844-29DE-1B73-0A9B-B5DA2AF0C121}"/>
              </a:ext>
            </a:extLst>
          </p:cNvPr>
          <p:cNvSpPr>
            <a:spLocks noGrp="1"/>
          </p:cNvSpPr>
          <p:nvPr>
            <p:ph type="ftr" sz="quarter" idx="11"/>
          </p:nvPr>
        </p:nvSpPr>
        <p:spPr>
          <a:xfrm>
            <a:off x="1547664" y="4858733"/>
            <a:ext cx="6048671" cy="274637"/>
          </a:xfrm>
        </p:spPr>
        <p:txBody>
          <a:bodyPr/>
          <a:lstStyle>
            <a:lvl1pPr>
              <a:defRPr>
                <a:latin typeface="Acrom" panose="020B0604020202020204" charset="-52"/>
              </a:defRPr>
            </a:lvl1pPr>
          </a:lstStyle>
          <a:p>
            <a:endParaRPr lang="en-US" dirty="0"/>
          </a:p>
        </p:txBody>
      </p:sp>
      <p:sp>
        <p:nvSpPr>
          <p:cNvPr id="15" name="Slide Number Placeholder">
            <a:extLst>
              <a:ext uri="{FF2B5EF4-FFF2-40B4-BE49-F238E27FC236}">
                <a16:creationId xmlns:a16="http://schemas.microsoft.com/office/drawing/2014/main" id="{BB41C1D9-2BAB-F0D1-B591-D5133BE92569}"/>
              </a:ext>
            </a:extLst>
          </p:cNvPr>
          <p:cNvSpPr>
            <a:spLocks noGrp="1"/>
          </p:cNvSpPr>
          <p:nvPr>
            <p:ph type="sldNum" sz="quarter" idx="12"/>
          </p:nvPr>
        </p:nvSpPr>
        <p:spPr>
          <a:xfrm>
            <a:off x="8396659" y="4682108"/>
            <a:ext cx="393193" cy="313944"/>
          </a:xfrm>
        </p:spPr>
        <p:txBody>
          <a:bodyPr wrap="none" lIns="0" tIns="0" rIns="0" bIns="0"/>
          <a:lstStyle>
            <a:lvl1pPr>
              <a:defRPr sz="3400">
                <a:solidFill>
                  <a:srgbClr val="898989"/>
                </a:solidFill>
                <a:latin typeface="Acrom ExtraBold" panose="020B0604020202020204" charset="-52"/>
              </a:defRPr>
            </a:lvl1pPr>
          </a:lstStyle>
          <a:p>
            <a:fld id="{C12E5AAC-331B-4A22-A01D-802D40030460}" type="slidenum">
              <a:rPr lang="en-US" smtClean="0"/>
              <a:pPr/>
              <a:t>‹#›</a:t>
            </a:fld>
            <a:endParaRPr lang="en-US" dirty="0"/>
          </a:p>
        </p:txBody>
      </p:sp>
      <p:sp>
        <p:nvSpPr>
          <p:cNvPr id="6" name="Содержимое 1">
            <a:extLst>
              <a:ext uri="{FF2B5EF4-FFF2-40B4-BE49-F238E27FC236}">
                <a16:creationId xmlns:a16="http://schemas.microsoft.com/office/drawing/2014/main" id="{5D55A141-82CC-750A-BEF7-7D6BD35ABA67}"/>
              </a:ext>
            </a:extLst>
          </p:cNvPr>
          <p:cNvSpPr>
            <a:spLocks noGrp="1"/>
          </p:cNvSpPr>
          <p:nvPr>
            <p:ph type="body" sz="quarter" idx="13"/>
          </p:nvPr>
        </p:nvSpPr>
        <p:spPr>
          <a:xfrm>
            <a:off x="350837" y="2066925"/>
            <a:ext cx="8541643" cy="2305050"/>
          </a:xfrm>
        </p:spPr>
        <p:txBody>
          <a:bodyPr>
            <a:normAutofit/>
          </a:bodyPr>
          <a:lstStyle>
            <a:lvl1pPr marL="342900" indent="-342900">
              <a:buFontTx/>
              <a:buBlip>
                <a:blip r:embed="rId2"/>
              </a:buBlip>
              <a:defRPr sz="2000">
                <a:latin typeface="Acrom" panose="00000500000000000000" pitchFamily="50" charset="-52"/>
              </a:defRPr>
            </a:lvl1pPr>
            <a:lvl2pPr marL="742950" indent="-285750">
              <a:buFontTx/>
              <a:buBlip>
                <a:blip r:embed="rId2"/>
              </a:buBlip>
              <a:defRPr sz="1800">
                <a:latin typeface="Acrom" panose="00000500000000000000" pitchFamily="50" charset="-52"/>
              </a:defRPr>
            </a:lvl2pPr>
            <a:lvl3pPr marL="1143000" indent="-228600">
              <a:buFontTx/>
              <a:buBlip>
                <a:blip r:embed="rId2"/>
              </a:buBlip>
              <a:defRPr sz="1600">
                <a:latin typeface="Acrom" panose="00000500000000000000" pitchFamily="50" charset="-52"/>
              </a:defRPr>
            </a:lvl3pPr>
            <a:lvl4pPr marL="1600200" indent="-228600">
              <a:buFontTx/>
              <a:buBlip>
                <a:blip r:embed="rId2"/>
              </a:buBlip>
              <a:defRPr sz="1400">
                <a:latin typeface="Acrom" panose="00000500000000000000" pitchFamily="50" charset="-52"/>
              </a:defRPr>
            </a:lvl4pPr>
            <a:lvl5pPr marL="2057400" indent="-228600">
              <a:buFontTx/>
              <a:buBlip>
                <a:blip r:embed="rId2"/>
              </a:buBlip>
              <a:defRPr sz="1400">
                <a:latin typeface="Acrom" panose="00000500000000000000" pitchFamily="50" charset="-52"/>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Subtitle 1">
            <a:extLst>
              <a:ext uri="{FF2B5EF4-FFF2-40B4-BE49-F238E27FC236}">
                <a16:creationId xmlns:a16="http://schemas.microsoft.com/office/drawing/2014/main" id="{99A19190-EA56-57A0-2B5F-CD186ADC9A27}"/>
              </a:ext>
            </a:extLst>
          </p:cNvPr>
          <p:cNvSpPr>
            <a:spLocks noGrp="1"/>
          </p:cNvSpPr>
          <p:nvPr>
            <p:ph type="body" sz="quarter" idx="14" hasCustomPrompt="1"/>
          </p:nvPr>
        </p:nvSpPr>
        <p:spPr>
          <a:xfrm>
            <a:off x="350837" y="1419225"/>
            <a:ext cx="8541643" cy="383169"/>
          </a:xfrm>
        </p:spPr>
        <p:txBody>
          <a:bodyPr>
            <a:normAutofit/>
          </a:bodyPr>
          <a:lstStyle>
            <a:lvl1pPr marL="0" indent="0">
              <a:lnSpc>
                <a:spcPct val="100000"/>
              </a:lnSpc>
              <a:spcBef>
                <a:spcPts val="0"/>
              </a:spcBef>
              <a:buNone/>
              <a:defRPr sz="1800" cap="all" baseline="0">
                <a:latin typeface="Acrom Bold" panose="00000800000000000000" pitchFamily="50" charset="-52"/>
              </a:defRPr>
            </a:lvl1pPr>
          </a:lstStyle>
          <a:p>
            <a:pPr lvl="0"/>
            <a:r>
              <a:rPr lang="ru-RU" dirty="0"/>
              <a:t>ПОДЗАГОЛОВОК</a:t>
            </a:r>
          </a:p>
        </p:txBody>
      </p:sp>
      <p:sp>
        <p:nvSpPr>
          <p:cNvPr id="2" name="Title 1">
            <a:extLst>
              <a:ext uri="{FF2B5EF4-FFF2-40B4-BE49-F238E27FC236}">
                <a16:creationId xmlns:a16="http://schemas.microsoft.com/office/drawing/2014/main" id="{D4E30BB8-E4F2-DF31-04C2-E55E5F8993F3}"/>
              </a:ext>
            </a:extLst>
          </p:cNvPr>
          <p:cNvSpPr>
            <a:spLocks noGrp="1"/>
          </p:cNvSpPr>
          <p:nvPr>
            <p:ph type="title" hasCustomPrompt="1"/>
          </p:nvPr>
        </p:nvSpPr>
        <p:spPr/>
        <p:txBody>
          <a:bodyPr/>
          <a:lstStyle>
            <a:lvl1pPr>
              <a:defRPr cap="all" baseline="0"/>
            </a:lvl1pPr>
          </a:lstStyle>
          <a:p>
            <a:r>
              <a:rPr lang="en-US" dirty="0"/>
              <a:t>CLICK TO EDIT MASTER TITLE STYLE</a:t>
            </a:r>
          </a:p>
        </p:txBody>
      </p:sp>
    </p:spTree>
    <p:extLst>
      <p:ext uri="{BB962C8B-B14F-4D97-AF65-F5344CB8AC3E}">
        <p14:creationId xmlns:p14="http://schemas.microsoft.com/office/powerpoint/2010/main" val="3990108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ingleContentLight">
    <p:spTree>
      <p:nvGrpSpPr>
        <p:cNvPr id="1" name=""/>
        <p:cNvGrpSpPr/>
        <p:nvPr/>
      </p:nvGrpSpPr>
      <p:grpSpPr>
        <a:xfrm>
          <a:off x="0" y="0"/>
          <a:ext cx="0" cy="0"/>
          <a:chOff x="0" y="0"/>
          <a:chExt cx="0" cy="0"/>
        </a:xfrm>
      </p:grpSpPr>
      <p:sp>
        <p:nvSpPr>
          <p:cNvPr id="10" name="Date Placeholder 2">
            <a:extLst>
              <a:ext uri="{FF2B5EF4-FFF2-40B4-BE49-F238E27FC236}">
                <a16:creationId xmlns:a16="http://schemas.microsoft.com/office/drawing/2014/main" id="{8F2C7FDD-BB90-2EAC-CC9A-84AFF7FA8442}"/>
              </a:ext>
            </a:extLst>
          </p:cNvPr>
          <p:cNvSpPr>
            <a:spLocks noGrp="1"/>
          </p:cNvSpPr>
          <p:nvPr>
            <p:ph type="dt" sz="half" idx="10"/>
          </p:nvPr>
        </p:nvSpPr>
        <p:spPr>
          <a:xfrm>
            <a:off x="350838" y="4858733"/>
            <a:ext cx="1124818" cy="274637"/>
          </a:xfrm>
        </p:spPr>
        <p:txBody>
          <a:bodyPr/>
          <a:lstStyle>
            <a:lvl1pPr>
              <a:defRPr>
                <a:latin typeface="Acrom" panose="020B0604020202020204" charset="-52"/>
              </a:defRPr>
            </a:lvl1pPr>
          </a:lstStyle>
          <a:p>
            <a:fld id="{77501038-3FD5-4508-A3B2-A3E2BAE5DE49}" type="datetime1">
              <a:rPr lang="ru-RU" smtClean="0"/>
              <a:t>09.10.2025</a:t>
            </a:fld>
            <a:endParaRPr lang="en-US" dirty="0"/>
          </a:p>
        </p:txBody>
      </p:sp>
      <p:sp>
        <p:nvSpPr>
          <p:cNvPr id="11" name="Footer Placeholder 3">
            <a:extLst>
              <a:ext uri="{FF2B5EF4-FFF2-40B4-BE49-F238E27FC236}">
                <a16:creationId xmlns:a16="http://schemas.microsoft.com/office/drawing/2014/main" id="{493A3844-29DE-1B73-0A9B-B5DA2AF0C121}"/>
              </a:ext>
            </a:extLst>
          </p:cNvPr>
          <p:cNvSpPr>
            <a:spLocks noGrp="1"/>
          </p:cNvSpPr>
          <p:nvPr>
            <p:ph type="ftr" sz="quarter" idx="11"/>
          </p:nvPr>
        </p:nvSpPr>
        <p:spPr>
          <a:xfrm>
            <a:off x="1547664" y="4858733"/>
            <a:ext cx="6048671" cy="274637"/>
          </a:xfrm>
        </p:spPr>
        <p:txBody>
          <a:bodyPr/>
          <a:lstStyle>
            <a:lvl1pPr>
              <a:defRPr>
                <a:latin typeface="Acrom" panose="020B0604020202020204" charset="-52"/>
              </a:defRPr>
            </a:lvl1pPr>
          </a:lstStyle>
          <a:p>
            <a:endParaRPr lang="en-US" dirty="0"/>
          </a:p>
        </p:txBody>
      </p:sp>
      <p:sp>
        <p:nvSpPr>
          <p:cNvPr id="15" name="Slide Number Placeholder">
            <a:extLst>
              <a:ext uri="{FF2B5EF4-FFF2-40B4-BE49-F238E27FC236}">
                <a16:creationId xmlns:a16="http://schemas.microsoft.com/office/drawing/2014/main" id="{BB41C1D9-2BAB-F0D1-B591-D5133BE92569}"/>
              </a:ext>
            </a:extLst>
          </p:cNvPr>
          <p:cNvSpPr>
            <a:spLocks noGrp="1"/>
          </p:cNvSpPr>
          <p:nvPr>
            <p:ph type="sldNum" sz="quarter" idx="12"/>
          </p:nvPr>
        </p:nvSpPr>
        <p:spPr>
          <a:xfrm>
            <a:off x="8396659" y="4682108"/>
            <a:ext cx="393193" cy="313944"/>
          </a:xfrm>
        </p:spPr>
        <p:txBody>
          <a:bodyPr wrap="none" lIns="0" tIns="0" rIns="0" bIns="0"/>
          <a:lstStyle>
            <a:lvl1pPr>
              <a:defRPr sz="3400">
                <a:solidFill>
                  <a:srgbClr val="898989"/>
                </a:solidFill>
                <a:latin typeface="Acrom ExtraBold" panose="020B0604020202020204" charset="-52"/>
              </a:defRPr>
            </a:lvl1pPr>
          </a:lstStyle>
          <a:p>
            <a:fld id="{C12E5AAC-331B-4A22-A01D-802D40030460}" type="slidenum">
              <a:rPr lang="en-US" smtClean="0"/>
              <a:pPr/>
              <a:t>‹#›</a:t>
            </a:fld>
            <a:endParaRPr lang="en-US" dirty="0"/>
          </a:p>
        </p:txBody>
      </p:sp>
      <p:sp>
        <p:nvSpPr>
          <p:cNvPr id="6" name="Содержимое 1">
            <a:extLst>
              <a:ext uri="{FF2B5EF4-FFF2-40B4-BE49-F238E27FC236}">
                <a16:creationId xmlns:a16="http://schemas.microsoft.com/office/drawing/2014/main" id="{5D55A141-82CC-750A-BEF7-7D6BD35ABA67}"/>
              </a:ext>
            </a:extLst>
          </p:cNvPr>
          <p:cNvSpPr>
            <a:spLocks noGrp="1"/>
          </p:cNvSpPr>
          <p:nvPr>
            <p:ph type="body" sz="quarter" idx="13"/>
          </p:nvPr>
        </p:nvSpPr>
        <p:spPr>
          <a:xfrm>
            <a:off x="350837" y="1419225"/>
            <a:ext cx="8541643" cy="2952750"/>
          </a:xfrm>
        </p:spPr>
        <p:txBody>
          <a:bodyPr>
            <a:normAutofit/>
          </a:bodyPr>
          <a:lstStyle>
            <a:lvl1pPr marL="342900" indent="-342900">
              <a:buFontTx/>
              <a:buBlip>
                <a:blip r:embed="rId2"/>
              </a:buBlip>
              <a:defRPr sz="2000">
                <a:latin typeface="Acrom" panose="00000500000000000000" pitchFamily="50" charset="-52"/>
              </a:defRPr>
            </a:lvl1pPr>
            <a:lvl2pPr marL="742950" indent="-285750">
              <a:buFontTx/>
              <a:buBlip>
                <a:blip r:embed="rId2"/>
              </a:buBlip>
              <a:defRPr sz="1800">
                <a:latin typeface="Acrom" panose="00000500000000000000" pitchFamily="50" charset="-52"/>
              </a:defRPr>
            </a:lvl2pPr>
            <a:lvl3pPr marL="1143000" indent="-228600">
              <a:buFontTx/>
              <a:buBlip>
                <a:blip r:embed="rId2"/>
              </a:buBlip>
              <a:defRPr sz="1600">
                <a:latin typeface="Acrom" panose="00000500000000000000" pitchFamily="50" charset="-52"/>
              </a:defRPr>
            </a:lvl3pPr>
            <a:lvl4pPr marL="1600200" indent="-228600">
              <a:buFontTx/>
              <a:buBlip>
                <a:blip r:embed="rId2"/>
              </a:buBlip>
              <a:defRPr sz="1400">
                <a:latin typeface="Acrom" panose="00000500000000000000" pitchFamily="50" charset="-52"/>
              </a:defRPr>
            </a:lvl4pPr>
            <a:lvl5pPr marL="2057400" indent="-228600">
              <a:buFontTx/>
              <a:buBlip>
                <a:blip r:embed="rId2"/>
              </a:buBlip>
              <a:defRPr sz="1400">
                <a:latin typeface="Acrom" panose="00000500000000000000" pitchFamily="50" charset="-52"/>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2" name="Title 1">
            <a:extLst>
              <a:ext uri="{FF2B5EF4-FFF2-40B4-BE49-F238E27FC236}">
                <a16:creationId xmlns:a16="http://schemas.microsoft.com/office/drawing/2014/main" id="{D4E30BB8-E4F2-DF31-04C2-E55E5F8993F3}"/>
              </a:ext>
            </a:extLst>
          </p:cNvPr>
          <p:cNvSpPr>
            <a:spLocks noGrp="1"/>
          </p:cNvSpPr>
          <p:nvPr>
            <p:ph type="title" hasCustomPrompt="1"/>
          </p:nvPr>
        </p:nvSpPr>
        <p:spPr/>
        <p:txBody>
          <a:bodyPr/>
          <a:lstStyle>
            <a:lvl1pPr>
              <a:defRPr cap="all" baseline="0"/>
            </a:lvl1pPr>
          </a:lstStyle>
          <a:p>
            <a:r>
              <a:rPr lang="en-US" dirty="0"/>
              <a:t>CLICK TO EDIT MASTER TITLE STYLE</a:t>
            </a:r>
          </a:p>
        </p:txBody>
      </p:sp>
    </p:spTree>
    <p:extLst>
      <p:ext uri="{BB962C8B-B14F-4D97-AF65-F5344CB8AC3E}">
        <p14:creationId xmlns:p14="http://schemas.microsoft.com/office/powerpoint/2010/main" val="4189807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a:extLst>
              <a:ext uri="{FF2B5EF4-FFF2-40B4-BE49-F238E27FC236}">
                <a16:creationId xmlns:a16="http://schemas.microsoft.com/office/drawing/2014/main" id="{1D48A0FE-9536-29C0-B7D0-1F66CF436D3C}"/>
              </a:ext>
            </a:extLst>
          </p:cNvPr>
          <p:cNvSpPr>
            <a:spLocks noGrp="1"/>
          </p:cNvSpPr>
          <p:nvPr>
            <p:ph type="dt" sz="half" idx="10"/>
          </p:nvPr>
        </p:nvSpPr>
        <p:spPr>
          <a:xfrm>
            <a:off x="350838" y="4858733"/>
            <a:ext cx="1124818" cy="274637"/>
          </a:xfrm>
        </p:spPr>
        <p:txBody>
          <a:bodyPr/>
          <a:lstStyle>
            <a:lvl1pPr>
              <a:defRPr>
                <a:latin typeface="Acrom" panose="020B0604020202020204" charset="-52"/>
              </a:defRPr>
            </a:lvl1pPr>
          </a:lstStyle>
          <a:p>
            <a:fld id="{06694701-841A-4648-9226-979284EF9C69}" type="datetime1">
              <a:rPr lang="ru-RU" smtClean="0"/>
              <a:t>09.10.2025</a:t>
            </a:fld>
            <a:endParaRPr lang="en-US" dirty="0"/>
          </a:p>
        </p:txBody>
      </p:sp>
      <p:sp>
        <p:nvSpPr>
          <p:cNvPr id="4" name="Footer Placeholder">
            <a:extLst>
              <a:ext uri="{FF2B5EF4-FFF2-40B4-BE49-F238E27FC236}">
                <a16:creationId xmlns:a16="http://schemas.microsoft.com/office/drawing/2014/main" id="{D5AF862F-6F41-B134-6BBE-BEEB446634C0}"/>
              </a:ext>
            </a:extLst>
          </p:cNvPr>
          <p:cNvSpPr>
            <a:spLocks noGrp="1"/>
          </p:cNvSpPr>
          <p:nvPr>
            <p:ph type="ftr" sz="quarter" idx="11"/>
          </p:nvPr>
        </p:nvSpPr>
        <p:spPr>
          <a:xfrm>
            <a:off x="1547664" y="4858733"/>
            <a:ext cx="6048671" cy="274637"/>
          </a:xfrm>
        </p:spPr>
        <p:txBody>
          <a:bodyPr/>
          <a:lstStyle>
            <a:lvl1pPr>
              <a:defRPr>
                <a:latin typeface="Acrom" panose="020B0604020202020204" charset="-52"/>
              </a:defRPr>
            </a:lvl1pPr>
          </a:lstStyle>
          <a:p>
            <a:endParaRPr lang="en-US" dirty="0"/>
          </a:p>
        </p:txBody>
      </p:sp>
      <p:sp>
        <p:nvSpPr>
          <p:cNvPr id="5" name="Slide Number Placeholder">
            <a:extLst>
              <a:ext uri="{FF2B5EF4-FFF2-40B4-BE49-F238E27FC236}">
                <a16:creationId xmlns:a16="http://schemas.microsoft.com/office/drawing/2014/main" id="{74E2BD42-6F67-28EC-EADC-8BA241124078}"/>
              </a:ext>
            </a:extLst>
          </p:cNvPr>
          <p:cNvSpPr>
            <a:spLocks noGrp="1"/>
          </p:cNvSpPr>
          <p:nvPr>
            <p:ph type="sldNum" sz="quarter" idx="12"/>
          </p:nvPr>
        </p:nvSpPr>
        <p:spPr>
          <a:xfrm>
            <a:off x="8396659" y="4682108"/>
            <a:ext cx="393193" cy="313944"/>
          </a:xfrm>
        </p:spPr>
        <p:txBody>
          <a:bodyPr wrap="none" lIns="0" tIns="0" rIns="0" bIns="0"/>
          <a:lstStyle>
            <a:lvl1pPr>
              <a:defRPr sz="3400">
                <a:solidFill>
                  <a:srgbClr val="898989"/>
                </a:solidFill>
                <a:latin typeface="Acrom ExtraBold" panose="020B0604020202020204" charset="-52"/>
              </a:defRPr>
            </a:lvl1pPr>
          </a:lstStyle>
          <a:p>
            <a:fld id="{C12E5AAC-331B-4A22-A01D-802D40030460}" type="slidenum">
              <a:rPr lang="en-US" smtClean="0"/>
              <a:pPr/>
              <a:t>‹#›</a:t>
            </a:fld>
            <a:endParaRPr lang="en-US" dirty="0"/>
          </a:p>
        </p:txBody>
      </p:sp>
      <p:sp>
        <p:nvSpPr>
          <p:cNvPr id="8" name="Подзаголовок 2">
            <a:extLst>
              <a:ext uri="{FF2B5EF4-FFF2-40B4-BE49-F238E27FC236}">
                <a16:creationId xmlns:a16="http://schemas.microsoft.com/office/drawing/2014/main" id="{B421E783-F97A-5F3F-D1CC-6D20305A2868}"/>
              </a:ext>
            </a:extLst>
          </p:cNvPr>
          <p:cNvSpPr>
            <a:spLocks noGrp="1"/>
          </p:cNvSpPr>
          <p:nvPr>
            <p:ph type="body" sz="quarter" idx="17" hasCustomPrompt="1"/>
          </p:nvPr>
        </p:nvSpPr>
        <p:spPr>
          <a:xfrm>
            <a:off x="4572000" y="1433513"/>
            <a:ext cx="4321175" cy="368300"/>
          </a:xfrm>
        </p:spPr>
        <p:txBody>
          <a:bodyPr>
            <a:normAutofit/>
          </a:bodyPr>
          <a:lstStyle>
            <a:lvl1pPr marL="0" indent="0">
              <a:lnSpc>
                <a:spcPct val="100000"/>
              </a:lnSpc>
              <a:spcBef>
                <a:spcPts val="0"/>
              </a:spcBef>
              <a:buNone/>
              <a:defRPr sz="1800" cap="all" baseline="0">
                <a:latin typeface="+mj-lt"/>
              </a:defRPr>
            </a:lvl1pPr>
          </a:lstStyle>
          <a:p>
            <a:pPr lvl="0"/>
            <a:r>
              <a:rPr lang="ru-RU" dirty="0"/>
              <a:t>ПОДЗАГОЛОВОК</a:t>
            </a:r>
            <a:endParaRPr lang="en-US" dirty="0"/>
          </a:p>
        </p:txBody>
      </p:sp>
      <p:sp>
        <p:nvSpPr>
          <p:cNvPr id="19" name="Содержимое 2">
            <a:extLst>
              <a:ext uri="{FF2B5EF4-FFF2-40B4-BE49-F238E27FC236}">
                <a16:creationId xmlns:a16="http://schemas.microsoft.com/office/drawing/2014/main" id="{A8E2E46F-99FE-B8FD-A9AD-66EF67979455}"/>
              </a:ext>
            </a:extLst>
          </p:cNvPr>
          <p:cNvSpPr>
            <a:spLocks noGrp="1"/>
          </p:cNvSpPr>
          <p:nvPr>
            <p:ph sz="quarter" idx="16"/>
          </p:nvPr>
        </p:nvSpPr>
        <p:spPr>
          <a:xfrm>
            <a:off x="4572000" y="2066923"/>
            <a:ext cx="4321175" cy="2305051"/>
          </a:xfrm>
        </p:spPr>
        <p:txBody>
          <a:bodyPr/>
          <a:lstStyle>
            <a:lvl1pPr marL="228600" indent="-228600">
              <a:defRPr lang="en-US" sz="2000" kern="1200" dirty="0" smtClean="0">
                <a:solidFill>
                  <a:schemeClr val="tx1"/>
                </a:solidFill>
                <a:latin typeface="Acrom" panose="00000500000000000000" pitchFamily="50" charset="-52"/>
                <a:ea typeface="+mn-ea"/>
                <a:cs typeface="+mn-cs"/>
              </a:defRPr>
            </a:lvl1pPr>
            <a:lvl2pPr marL="823913" indent="-285750">
              <a:defRPr lang="en-US" sz="1800" kern="1200" dirty="0" smtClean="0">
                <a:solidFill>
                  <a:schemeClr val="tx1"/>
                </a:solidFill>
                <a:latin typeface="Acrom" panose="00000500000000000000" pitchFamily="50" charset="-52"/>
                <a:ea typeface="+mn-ea"/>
                <a:cs typeface="+mn-cs"/>
              </a:defRPr>
            </a:lvl2pPr>
            <a:lvl3pPr marL="555625" indent="-285750">
              <a:defRPr lang="en-US" sz="1600" kern="1200" dirty="0" smtClean="0">
                <a:solidFill>
                  <a:schemeClr val="tx1"/>
                </a:solidFill>
                <a:latin typeface="Acrom" panose="00000500000000000000" pitchFamily="50" charset="-52"/>
                <a:ea typeface="+mn-ea"/>
                <a:cs typeface="+mn-cs"/>
              </a:defRPr>
            </a:lvl3pPr>
            <a:lvl4pPr marL="1093788" indent="-285750">
              <a:defRPr lang="en-US" sz="1400" kern="1200" dirty="0" smtClean="0">
                <a:solidFill>
                  <a:schemeClr val="tx1"/>
                </a:solidFill>
                <a:latin typeface="Acrom" panose="00000500000000000000" pitchFamily="50" charset="-52"/>
                <a:ea typeface="+mn-ea"/>
                <a:cs typeface="+mn-cs"/>
              </a:defRPr>
            </a:lvl4pPr>
            <a:lvl5pPr marL="1363662" indent="-285750">
              <a:defRPr lang="en-US" sz="1400" kern="1200" dirty="0">
                <a:solidFill>
                  <a:schemeClr val="tx1"/>
                </a:solidFill>
                <a:latin typeface="Acrom" panose="00000500000000000000" pitchFamily="50" charset="-52"/>
                <a:ea typeface="+mn-ea"/>
                <a:cs typeface="+mn-cs"/>
              </a:defRPr>
            </a:lvl5pPr>
          </a:lstStyle>
          <a:p>
            <a:pPr marL="269875" lvl="0" indent="-269875" algn="l" defTabSz="914400" rtl="0" eaLnBrk="1" latinLnBrk="0" hangingPunct="1">
              <a:lnSpc>
                <a:spcPct val="90000"/>
              </a:lnSpc>
              <a:spcBef>
                <a:spcPts val="1000"/>
              </a:spcBef>
              <a:buFontTx/>
              <a:buBlip>
                <a:blip r:embed="rId2"/>
              </a:buBlip>
            </a:pPr>
            <a:r>
              <a:rPr lang="en-US" dirty="0"/>
              <a:t>Click to edit Master text styles</a:t>
            </a:r>
          </a:p>
          <a:p>
            <a:pPr marL="538163" lvl="1" indent="-268288" algn="l" defTabSz="914400" rtl="0" eaLnBrk="1" latinLnBrk="0" hangingPunct="1">
              <a:lnSpc>
                <a:spcPct val="90000"/>
              </a:lnSpc>
              <a:spcBef>
                <a:spcPts val="500"/>
              </a:spcBef>
              <a:buFontTx/>
              <a:buBlip>
                <a:blip r:embed="rId2"/>
              </a:buBlip>
            </a:pPr>
            <a:r>
              <a:rPr lang="en-US" dirty="0"/>
              <a:t>Second level</a:t>
            </a:r>
          </a:p>
          <a:p>
            <a:pPr marL="808038" lvl="2" indent="-269875" algn="l" defTabSz="914400" rtl="0" eaLnBrk="1" latinLnBrk="0" hangingPunct="1">
              <a:lnSpc>
                <a:spcPct val="90000"/>
              </a:lnSpc>
              <a:spcBef>
                <a:spcPts val="500"/>
              </a:spcBef>
              <a:buFontTx/>
              <a:buBlip>
                <a:blip r:embed="rId2"/>
              </a:buBlip>
            </a:pPr>
            <a:r>
              <a:rPr lang="en-US" dirty="0"/>
              <a:t>Third level</a:t>
            </a:r>
          </a:p>
          <a:p>
            <a:pPr marL="1077913" lvl="3" indent="-269875" algn="l" defTabSz="914400" rtl="0" eaLnBrk="1" latinLnBrk="0" hangingPunct="1">
              <a:lnSpc>
                <a:spcPct val="90000"/>
              </a:lnSpc>
              <a:spcBef>
                <a:spcPts val="500"/>
              </a:spcBef>
              <a:buFontTx/>
              <a:buBlip>
                <a:blip r:embed="rId2"/>
              </a:buBlip>
            </a:pPr>
            <a:r>
              <a:rPr lang="en-US" dirty="0"/>
              <a:t>Fourth level</a:t>
            </a:r>
          </a:p>
          <a:p>
            <a:pPr marL="1254125" lvl="4" indent="-176213" algn="l" defTabSz="914400" rtl="0" eaLnBrk="1" latinLnBrk="0" hangingPunct="1">
              <a:lnSpc>
                <a:spcPct val="90000"/>
              </a:lnSpc>
              <a:spcBef>
                <a:spcPts val="500"/>
              </a:spcBef>
              <a:buFontTx/>
              <a:buBlip>
                <a:blip r:embed="rId2"/>
              </a:buBlip>
            </a:pPr>
            <a:r>
              <a:rPr lang="en-US" dirty="0"/>
              <a:t>Fifth level</a:t>
            </a:r>
          </a:p>
        </p:txBody>
      </p:sp>
      <p:sp>
        <p:nvSpPr>
          <p:cNvPr id="6" name="Содержимое 1">
            <a:extLst>
              <a:ext uri="{FF2B5EF4-FFF2-40B4-BE49-F238E27FC236}">
                <a16:creationId xmlns:a16="http://schemas.microsoft.com/office/drawing/2014/main" id="{5D55A141-82CC-750A-BEF7-7D6BD35ABA67}"/>
              </a:ext>
            </a:extLst>
          </p:cNvPr>
          <p:cNvSpPr>
            <a:spLocks noGrp="1"/>
          </p:cNvSpPr>
          <p:nvPr>
            <p:ph type="body" sz="quarter" idx="13"/>
          </p:nvPr>
        </p:nvSpPr>
        <p:spPr>
          <a:xfrm>
            <a:off x="350838" y="2066925"/>
            <a:ext cx="3933130" cy="2305050"/>
          </a:xfrm>
        </p:spPr>
        <p:txBody>
          <a:bodyPr>
            <a:normAutofit/>
          </a:bodyPr>
          <a:lstStyle>
            <a:lvl1pPr marL="269875" indent="-269875">
              <a:buFontTx/>
              <a:buBlip>
                <a:blip r:embed="rId2"/>
              </a:buBlip>
              <a:defRPr sz="2000">
                <a:latin typeface="Acrom" panose="00000500000000000000" pitchFamily="50" charset="-52"/>
              </a:defRPr>
            </a:lvl1pPr>
            <a:lvl2pPr marL="538163" indent="-268288">
              <a:buFontTx/>
              <a:buBlip>
                <a:blip r:embed="rId2"/>
              </a:buBlip>
              <a:defRPr sz="1800">
                <a:latin typeface="Acrom" panose="00000500000000000000" pitchFamily="50" charset="-52"/>
              </a:defRPr>
            </a:lvl2pPr>
            <a:lvl3pPr marL="808038" indent="-269875">
              <a:buFontTx/>
              <a:buBlip>
                <a:blip r:embed="rId2"/>
              </a:buBlip>
              <a:defRPr sz="1600">
                <a:latin typeface="Acrom" panose="00000500000000000000" pitchFamily="50" charset="-52"/>
              </a:defRPr>
            </a:lvl3pPr>
            <a:lvl4pPr marL="1077913" indent="-269875">
              <a:buFontTx/>
              <a:buBlip>
                <a:blip r:embed="rId2"/>
              </a:buBlip>
              <a:defRPr sz="1400">
                <a:latin typeface="Acrom" panose="00000500000000000000" pitchFamily="50" charset="-52"/>
              </a:defRPr>
            </a:lvl4pPr>
            <a:lvl5pPr marL="1254125" indent="-176213">
              <a:buFontTx/>
              <a:buBlip>
                <a:blip r:embed="rId2"/>
              </a:buBlip>
              <a:defRPr sz="1400">
                <a:latin typeface="Acrom" panose="00000500000000000000" pitchFamily="50" charset="-52"/>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Subtitle 1">
            <a:extLst>
              <a:ext uri="{FF2B5EF4-FFF2-40B4-BE49-F238E27FC236}">
                <a16:creationId xmlns:a16="http://schemas.microsoft.com/office/drawing/2014/main" id="{99A19190-EA56-57A0-2B5F-CD186ADC9A27}"/>
              </a:ext>
            </a:extLst>
          </p:cNvPr>
          <p:cNvSpPr>
            <a:spLocks noGrp="1"/>
          </p:cNvSpPr>
          <p:nvPr>
            <p:ph type="body" sz="quarter" idx="14" hasCustomPrompt="1"/>
          </p:nvPr>
        </p:nvSpPr>
        <p:spPr>
          <a:xfrm>
            <a:off x="350838" y="1419225"/>
            <a:ext cx="3933130" cy="383169"/>
          </a:xfrm>
        </p:spPr>
        <p:txBody>
          <a:bodyPr>
            <a:normAutofit/>
          </a:bodyPr>
          <a:lstStyle>
            <a:lvl1pPr marL="0" indent="0">
              <a:lnSpc>
                <a:spcPct val="100000"/>
              </a:lnSpc>
              <a:spcBef>
                <a:spcPts val="0"/>
              </a:spcBef>
              <a:buNone/>
              <a:defRPr sz="1800" cap="all" baseline="0">
                <a:latin typeface="Acrom Bold" panose="00000800000000000000" pitchFamily="50" charset="-52"/>
              </a:defRPr>
            </a:lvl1pPr>
          </a:lstStyle>
          <a:p>
            <a:pPr lvl="0"/>
            <a:r>
              <a:rPr lang="ru-RU" dirty="0"/>
              <a:t>ПОДЗАГОЛОВОК</a:t>
            </a:r>
          </a:p>
        </p:txBody>
      </p:sp>
      <p:sp>
        <p:nvSpPr>
          <p:cNvPr id="2" name="Title 1">
            <a:extLst>
              <a:ext uri="{FF2B5EF4-FFF2-40B4-BE49-F238E27FC236}">
                <a16:creationId xmlns:a16="http://schemas.microsoft.com/office/drawing/2014/main" id="{AA8BBB94-2676-906E-39F4-A268322BC7B7}"/>
              </a:ext>
            </a:extLst>
          </p:cNvPr>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602856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5365DC2F-61D5-9AAB-975D-7A0D222728BC}"/>
              </a:ext>
            </a:extLst>
          </p:cNvPr>
          <p:cNvSpPr>
            <a:spLocks noGrp="1"/>
          </p:cNvSpPr>
          <p:nvPr>
            <p:ph type="dt" sz="half" idx="17"/>
          </p:nvPr>
        </p:nvSpPr>
        <p:spPr>
          <a:xfrm>
            <a:off x="350838" y="4858732"/>
            <a:ext cx="1124818" cy="274637"/>
          </a:xfrm>
        </p:spPr>
        <p:txBody>
          <a:bodyPr/>
          <a:lstStyle/>
          <a:p>
            <a:fld id="{533F0968-48E1-48DF-98AF-E00A7EFE6F72}" type="datetime1">
              <a:rPr lang="ru-RU" smtClean="0"/>
              <a:t>09.10.2025</a:t>
            </a:fld>
            <a:endParaRPr lang="en-US" dirty="0"/>
          </a:p>
        </p:txBody>
      </p:sp>
      <p:sp>
        <p:nvSpPr>
          <p:cNvPr id="21" name="Footer Placeholder 20">
            <a:extLst>
              <a:ext uri="{FF2B5EF4-FFF2-40B4-BE49-F238E27FC236}">
                <a16:creationId xmlns:a16="http://schemas.microsoft.com/office/drawing/2014/main" id="{C272CE33-125F-A707-F331-AEF3B91CC83A}"/>
              </a:ext>
            </a:extLst>
          </p:cNvPr>
          <p:cNvSpPr>
            <a:spLocks noGrp="1"/>
          </p:cNvSpPr>
          <p:nvPr>
            <p:ph type="ftr" sz="quarter" idx="18"/>
          </p:nvPr>
        </p:nvSpPr>
        <p:spPr>
          <a:xfrm>
            <a:off x="1547664" y="4858733"/>
            <a:ext cx="6048671" cy="274637"/>
          </a:xfrm>
        </p:spPr>
        <p:txBody>
          <a:bodyPr/>
          <a:lstStyle/>
          <a:p>
            <a:endParaRPr lang="en-US" dirty="0"/>
          </a:p>
        </p:txBody>
      </p:sp>
      <p:sp>
        <p:nvSpPr>
          <p:cNvPr id="22" name="Slide Number Placeholder">
            <a:extLst>
              <a:ext uri="{FF2B5EF4-FFF2-40B4-BE49-F238E27FC236}">
                <a16:creationId xmlns:a16="http://schemas.microsoft.com/office/drawing/2014/main" id="{6BFD863C-0DDE-E649-2043-41D74C4E0ED8}"/>
              </a:ext>
            </a:extLst>
          </p:cNvPr>
          <p:cNvSpPr>
            <a:spLocks noGrp="1"/>
          </p:cNvSpPr>
          <p:nvPr>
            <p:ph type="sldNum" sz="quarter" idx="19"/>
          </p:nvPr>
        </p:nvSpPr>
        <p:spPr/>
        <p:txBody>
          <a:bodyPr/>
          <a:lstStyle/>
          <a:p>
            <a:fld id="{BD5C77E5-19BC-410D-82EA-404658A4611A}" type="slidenum">
              <a:rPr lang="en-US" smtClean="0"/>
              <a:t>‹#›</a:t>
            </a:fld>
            <a:endParaRPr lang="en-US"/>
          </a:p>
        </p:txBody>
      </p:sp>
      <p:sp>
        <p:nvSpPr>
          <p:cNvPr id="19" name="Содержимое 2">
            <a:extLst>
              <a:ext uri="{FF2B5EF4-FFF2-40B4-BE49-F238E27FC236}">
                <a16:creationId xmlns:a16="http://schemas.microsoft.com/office/drawing/2014/main" id="{A8E2E46F-99FE-B8FD-A9AD-66EF67979455}"/>
              </a:ext>
            </a:extLst>
          </p:cNvPr>
          <p:cNvSpPr>
            <a:spLocks noGrp="1"/>
          </p:cNvSpPr>
          <p:nvPr>
            <p:ph sz="quarter" idx="16"/>
          </p:nvPr>
        </p:nvSpPr>
        <p:spPr>
          <a:xfrm>
            <a:off x="4572000" y="1419225"/>
            <a:ext cx="4321175" cy="2952750"/>
          </a:xfrm>
        </p:spPr>
        <p:txBody>
          <a:bodyPr/>
          <a:lstStyle>
            <a:lvl1pPr marL="228600" indent="-228600">
              <a:defRPr lang="en-US" sz="2000" kern="1200" dirty="0" smtClean="0">
                <a:solidFill>
                  <a:schemeClr val="tx1"/>
                </a:solidFill>
                <a:latin typeface="Acrom" panose="00000500000000000000" pitchFamily="50" charset="-52"/>
                <a:ea typeface="+mn-ea"/>
                <a:cs typeface="+mn-cs"/>
              </a:defRPr>
            </a:lvl1pPr>
            <a:lvl2pPr marL="823913" indent="-285750">
              <a:defRPr lang="en-US" sz="1800" kern="1200" dirty="0" smtClean="0">
                <a:solidFill>
                  <a:schemeClr val="tx1"/>
                </a:solidFill>
                <a:latin typeface="Acrom" panose="00000500000000000000" pitchFamily="50" charset="-52"/>
                <a:ea typeface="+mn-ea"/>
                <a:cs typeface="+mn-cs"/>
              </a:defRPr>
            </a:lvl2pPr>
            <a:lvl3pPr marL="555625" indent="-285750">
              <a:defRPr lang="en-US" sz="1600" kern="1200" dirty="0" smtClean="0">
                <a:solidFill>
                  <a:schemeClr val="tx1"/>
                </a:solidFill>
                <a:latin typeface="Acrom" panose="00000500000000000000" pitchFamily="50" charset="-52"/>
                <a:ea typeface="+mn-ea"/>
                <a:cs typeface="+mn-cs"/>
              </a:defRPr>
            </a:lvl3pPr>
            <a:lvl4pPr marL="1093788" indent="-285750">
              <a:defRPr lang="en-US" sz="1400" kern="1200" dirty="0" smtClean="0">
                <a:solidFill>
                  <a:schemeClr val="tx1"/>
                </a:solidFill>
                <a:latin typeface="Acrom" panose="00000500000000000000" pitchFamily="50" charset="-52"/>
                <a:ea typeface="+mn-ea"/>
                <a:cs typeface="+mn-cs"/>
              </a:defRPr>
            </a:lvl4pPr>
            <a:lvl5pPr marL="1363662" indent="-285750">
              <a:defRPr lang="en-US" sz="1400" kern="1200" dirty="0">
                <a:solidFill>
                  <a:schemeClr val="tx1"/>
                </a:solidFill>
                <a:latin typeface="Acrom" panose="00000500000000000000" pitchFamily="50" charset="-52"/>
                <a:ea typeface="+mn-ea"/>
                <a:cs typeface="+mn-cs"/>
              </a:defRPr>
            </a:lvl5pPr>
          </a:lstStyle>
          <a:p>
            <a:pPr marL="269875" lvl="0" indent="-269875" algn="l" defTabSz="914400" rtl="0" eaLnBrk="1" latinLnBrk="0" hangingPunct="1">
              <a:lnSpc>
                <a:spcPct val="90000"/>
              </a:lnSpc>
              <a:spcBef>
                <a:spcPts val="1000"/>
              </a:spcBef>
              <a:buFontTx/>
              <a:buBlip>
                <a:blip r:embed="rId2"/>
              </a:buBlip>
            </a:pPr>
            <a:r>
              <a:rPr lang="en-US" dirty="0"/>
              <a:t>Click to edit Master text styles</a:t>
            </a:r>
          </a:p>
          <a:p>
            <a:pPr marL="538163" lvl="1" indent="-268288" algn="l" defTabSz="914400" rtl="0" eaLnBrk="1" latinLnBrk="0" hangingPunct="1">
              <a:lnSpc>
                <a:spcPct val="90000"/>
              </a:lnSpc>
              <a:spcBef>
                <a:spcPts val="500"/>
              </a:spcBef>
              <a:buFontTx/>
              <a:buBlip>
                <a:blip r:embed="rId2"/>
              </a:buBlip>
            </a:pPr>
            <a:r>
              <a:rPr lang="en-US" dirty="0"/>
              <a:t>Second level</a:t>
            </a:r>
          </a:p>
          <a:p>
            <a:pPr marL="808038" lvl="2" indent="-269875" algn="l" defTabSz="914400" rtl="0" eaLnBrk="1" latinLnBrk="0" hangingPunct="1">
              <a:lnSpc>
                <a:spcPct val="90000"/>
              </a:lnSpc>
              <a:spcBef>
                <a:spcPts val="500"/>
              </a:spcBef>
              <a:buFontTx/>
              <a:buBlip>
                <a:blip r:embed="rId2"/>
              </a:buBlip>
            </a:pPr>
            <a:r>
              <a:rPr lang="en-US" dirty="0"/>
              <a:t>Third level</a:t>
            </a:r>
          </a:p>
          <a:p>
            <a:pPr marL="1077913" lvl="3" indent="-269875" algn="l" defTabSz="914400" rtl="0" eaLnBrk="1" latinLnBrk="0" hangingPunct="1">
              <a:lnSpc>
                <a:spcPct val="90000"/>
              </a:lnSpc>
              <a:spcBef>
                <a:spcPts val="500"/>
              </a:spcBef>
              <a:buFontTx/>
              <a:buBlip>
                <a:blip r:embed="rId2"/>
              </a:buBlip>
            </a:pPr>
            <a:r>
              <a:rPr lang="en-US" dirty="0"/>
              <a:t>Fourth level</a:t>
            </a:r>
          </a:p>
          <a:p>
            <a:pPr marL="1254125" lvl="4" indent="-176213" algn="l" defTabSz="914400" rtl="0" eaLnBrk="1" latinLnBrk="0" hangingPunct="1">
              <a:lnSpc>
                <a:spcPct val="90000"/>
              </a:lnSpc>
              <a:spcBef>
                <a:spcPts val="500"/>
              </a:spcBef>
              <a:buFontTx/>
              <a:buBlip>
                <a:blip r:embed="rId2"/>
              </a:buBlip>
            </a:pPr>
            <a:r>
              <a:rPr lang="en-US" dirty="0"/>
              <a:t>Fifth level</a:t>
            </a:r>
          </a:p>
        </p:txBody>
      </p:sp>
      <p:sp>
        <p:nvSpPr>
          <p:cNvPr id="6" name="Содержимое 1">
            <a:extLst>
              <a:ext uri="{FF2B5EF4-FFF2-40B4-BE49-F238E27FC236}">
                <a16:creationId xmlns:a16="http://schemas.microsoft.com/office/drawing/2014/main" id="{5D55A141-82CC-750A-BEF7-7D6BD35ABA67}"/>
              </a:ext>
            </a:extLst>
          </p:cNvPr>
          <p:cNvSpPr>
            <a:spLocks noGrp="1"/>
          </p:cNvSpPr>
          <p:nvPr>
            <p:ph type="body" sz="quarter" idx="13"/>
          </p:nvPr>
        </p:nvSpPr>
        <p:spPr>
          <a:xfrm>
            <a:off x="350838" y="2066925"/>
            <a:ext cx="3933130" cy="2305050"/>
          </a:xfrm>
        </p:spPr>
        <p:txBody>
          <a:bodyPr>
            <a:normAutofit/>
          </a:bodyPr>
          <a:lstStyle>
            <a:lvl1pPr marL="269875" indent="-269875">
              <a:buFontTx/>
              <a:buBlip>
                <a:blip r:embed="rId2"/>
              </a:buBlip>
              <a:defRPr sz="2000">
                <a:latin typeface="Acrom" panose="00000500000000000000" pitchFamily="50" charset="-52"/>
              </a:defRPr>
            </a:lvl1pPr>
            <a:lvl2pPr marL="538163" indent="-268288">
              <a:buFontTx/>
              <a:buBlip>
                <a:blip r:embed="rId2"/>
              </a:buBlip>
              <a:defRPr sz="1800">
                <a:latin typeface="Acrom" panose="00000500000000000000" pitchFamily="50" charset="-52"/>
              </a:defRPr>
            </a:lvl2pPr>
            <a:lvl3pPr marL="808038" indent="-269875">
              <a:buFontTx/>
              <a:buBlip>
                <a:blip r:embed="rId2"/>
              </a:buBlip>
              <a:defRPr sz="1600">
                <a:latin typeface="Acrom" panose="00000500000000000000" pitchFamily="50" charset="-52"/>
              </a:defRPr>
            </a:lvl3pPr>
            <a:lvl4pPr marL="1077913" indent="-269875">
              <a:buFontTx/>
              <a:buBlip>
                <a:blip r:embed="rId2"/>
              </a:buBlip>
              <a:defRPr sz="1400">
                <a:latin typeface="Acrom" panose="00000500000000000000" pitchFamily="50" charset="-52"/>
              </a:defRPr>
            </a:lvl4pPr>
            <a:lvl5pPr marL="1254125" indent="-176213">
              <a:buFontTx/>
              <a:buBlip>
                <a:blip r:embed="rId2"/>
              </a:buBlip>
              <a:defRPr sz="1400">
                <a:latin typeface="Acrom" panose="00000500000000000000" pitchFamily="50" charset="-52"/>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Subtitle 1">
            <a:extLst>
              <a:ext uri="{FF2B5EF4-FFF2-40B4-BE49-F238E27FC236}">
                <a16:creationId xmlns:a16="http://schemas.microsoft.com/office/drawing/2014/main" id="{99A19190-EA56-57A0-2B5F-CD186ADC9A27}"/>
              </a:ext>
            </a:extLst>
          </p:cNvPr>
          <p:cNvSpPr>
            <a:spLocks noGrp="1"/>
          </p:cNvSpPr>
          <p:nvPr>
            <p:ph type="body" sz="quarter" idx="14" hasCustomPrompt="1"/>
          </p:nvPr>
        </p:nvSpPr>
        <p:spPr>
          <a:xfrm>
            <a:off x="350838" y="1419225"/>
            <a:ext cx="3933130" cy="383169"/>
          </a:xfrm>
        </p:spPr>
        <p:txBody>
          <a:bodyPr>
            <a:normAutofit/>
          </a:bodyPr>
          <a:lstStyle>
            <a:lvl1pPr marL="0" indent="0">
              <a:lnSpc>
                <a:spcPct val="100000"/>
              </a:lnSpc>
              <a:spcBef>
                <a:spcPts val="0"/>
              </a:spcBef>
              <a:buNone/>
              <a:defRPr sz="1800" cap="all" baseline="0">
                <a:latin typeface="Acrom Bold" panose="00000800000000000000" pitchFamily="50" charset="-52"/>
              </a:defRPr>
            </a:lvl1pPr>
          </a:lstStyle>
          <a:p>
            <a:pPr lvl="0"/>
            <a:r>
              <a:rPr lang="ru-RU" dirty="0"/>
              <a:t>ПОДЗАГОЛОВОК</a:t>
            </a:r>
          </a:p>
        </p:txBody>
      </p:sp>
      <p:sp>
        <p:nvSpPr>
          <p:cNvPr id="2" name="Title 1">
            <a:extLst>
              <a:ext uri="{FF2B5EF4-FFF2-40B4-BE49-F238E27FC236}">
                <a16:creationId xmlns:a16="http://schemas.microsoft.com/office/drawing/2014/main" id="{153C6FBF-E5DA-665A-B020-D02706ACF4F1}"/>
              </a:ext>
            </a:extLst>
          </p:cNvPr>
          <p:cNvSpPr>
            <a:spLocks noGrp="1"/>
          </p:cNvSpPr>
          <p:nvPr>
            <p:ph type="title" hasCustomPrompt="1"/>
          </p:nvPr>
        </p:nvSpPr>
        <p:spPr>
          <a:xfrm>
            <a:off x="351235" y="716531"/>
            <a:ext cx="8541939" cy="369332"/>
          </a:xfrm>
        </p:spPr>
        <p:txBody>
          <a:bodyPr/>
          <a:lstStyle/>
          <a:p>
            <a:r>
              <a:rPr lang="en-US" dirty="0"/>
              <a:t>CLICK TO EDIT MASTER TITLE STYLE</a:t>
            </a:r>
          </a:p>
        </p:txBody>
      </p:sp>
    </p:spTree>
    <p:extLst>
      <p:ext uri="{BB962C8B-B14F-4D97-AF65-F5344CB8AC3E}">
        <p14:creationId xmlns:p14="http://schemas.microsoft.com/office/powerpoint/2010/main" val="1068244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11"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p:spPr>
        <p:txBody>
          <a:bodyPr/>
          <a:lstStyle/>
          <a:p>
            <a:r>
              <a:rPr lang="en-US"/>
              <a:t>Click to edit Master title style</a:t>
            </a:r>
            <a:endParaRPr lang="en-US" dirty="0"/>
          </a:p>
        </p:txBody>
      </p:sp>
      <p:sp>
        <p:nvSpPr>
          <p:cNvPr id="3" name="Content Placeholder 2"/>
          <p:cNvSpPr>
            <a:spLocks noGrp="1"/>
          </p:cNvSpPr>
          <p:nvPr>
            <p:ph idx="1"/>
          </p:nvPr>
        </p:nvSpPr>
        <p:spPr>
          <a:xfrm>
            <a:off x="614034" y="1666716"/>
            <a:ext cx="7915931" cy="272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24AD1B-8CAD-42B1-B997-0EDD160981B3}"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07BB24-8304-434B-8625-ECAE65742F76}" type="slidenum">
              <a:rPr lang="en-US" smtClean="0"/>
              <a:t>‹#›</a:t>
            </a:fld>
            <a:endParaRPr lang="en-US"/>
          </a:p>
        </p:txBody>
      </p:sp>
    </p:spTree>
    <p:extLst>
      <p:ext uri="{BB962C8B-B14F-4D97-AF65-F5344CB8AC3E}">
        <p14:creationId xmlns:p14="http://schemas.microsoft.com/office/powerpoint/2010/main" val="460208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CA8B4-969C-4179-E89C-015DCFCBC694}"/>
              </a:ext>
            </a:extLst>
          </p:cNvPr>
          <p:cNvSpPr>
            <a:spLocks noGrp="1"/>
          </p:cNvSpPr>
          <p:nvPr>
            <p:ph type="title" hasCustomPrompt="1"/>
          </p:nvPr>
        </p:nvSpPr>
        <p:spPr/>
        <p:txBody>
          <a:bodyPr/>
          <a:lstStyle>
            <a:lvl1pPr>
              <a:defRPr baseline="0"/>
            </a:lvl1pPr>
          </a:lstStyle>
          <a:p>
            <a:r>
              <a:rPr lang="en-US" dirty="0"/>
              <a:t>CLICK TO EDIT MASTER TITLE STYLE</a:t>
            </a:r>
          </a:p>
        </p:txBody>
      </p:sp>
      <p:sp>
        <p:nvSpPr>
          <p:cNvPr id="5" name="Subtitle 1">
            <a:extLst>
              <a:ext uri="{FF2B5EF4-FFF2-40B4-BE49-F238E27FC236}">
                <a16:creationId xmlns:a16="http://schemas.microsoft.com/office/drawing/2014/main" id="{C645F276-4CFE-ED6C-14E6-FFA499B33C39}"/>
              </a:ext>
            </a:extLst>
          </p:cNvPr>
          <p:cNvSpPr>
            <a:spLocks noGrp="1"/>
          </p:cNvSpPr>
          <p:nvPr>
            <p:ph type="body" sz="quarter" idx="10" hasCustomPrompt="1"/>
          </p:nvPr>
        </p:nvSpPr>
        <p:spPr/>
        <p:txBody>
          <a:bodyPr wrap="square"/>
          <a:lstStyle>
            <a:lvl1pPr>
              <a:defRPr/>
            </a:lvl1pPr>
          </a:lstStyle>
          <a:p>
            <a:pPr lvl="0"/>
            <a:r>
              <a:rPr lang="ru-RU" dirty="0"/>
              <a:t>ОБРАЗЕЦ ПОДЗАГОЛОВКА</a:t>
            </a:r>
            <a:endParaRPr lang="en-US" dirty="0"/>
          </a:p>
        </p:txBody>
      </p:sp>
    </p:spTree>
    <p:extLst>
      <p:ext uri="{BB962C8B-B14F-4D97-AF65-F5344CB8AC3E}">
        <p14:creationId xmlns:p14="http://schemas.microsoft.com/office/powerpoint/2010/main" val="288714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Завершающий слайд">
    <p:spTree>
      <p:nvGrpSpPr>
        <p:cNvPr id="1" name=""/>
        <p:cNvGrpSpPr/>
        <p:nvPr/>
      </p:nvGrpSpPr>
      <p:grpSpPr>
        <a:xfrm>
          <a:off x="0" y="0"/>
          <a:ext cx="0" cy="0"/>
          <a:chOff x="0" y="0"/>
          <a:chExt cx="0" cy="0"/>
        </a:xfrm>
      </p:grpSpPr>
      <p:pic>
        <p:nvPicPr>
          <p:cNvPr id="6" name="Рисунок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54" y="0"/>
            <a:ext cx="9141291" cy="5143499"/>
          </a:xfrm>
          <a:prstGeom prst="rect">
            <a:avLst/>
          </a:prstGeom>
        </p:spPr>
      </p:pic>
      <p:pic>
        <p:nvPicPr>
          <p:cNvPr id="7" name="Рисунок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262628"/>
            <a:ext cx="9144000" cy="880872"/>
          </a:xfrm>
          <a:prstGeom prst="rect">
            <a:avLst/>
          </a:prstGeom>
        </p:spPr>
      </p:pic>
      <p:pic>
        <p:nvPicPr>
          <p:cNvPr id="8" name="Рисунок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516216" y="555526"/>
            <a:ext cx="1990348" cy="603505"/>
          </a:xfrm>
          <a:prstGeom prst="rect">
            <a:avLst/>
          </a:prstGeom>
        </p:spPr>
      </p:pic>
      <p:pic>
        <p:nvPicPr>
          <p:cNvPr id="9" name="Рисунок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7584" y="2787774"/>
            <a:ext cx="307849" cy="307849"/>
          </a:xfrm>
          <a:prstGeom prst="rect">
            <a:avLst/>
          </a:prstGeom>
        </p:spPr>
      </p:pic>
      <p:sp>
        <p:nvSpPr>
          <p:cNvPr id="10" name="TextBox 9"/>
          <p:cNvSpPr txBox="1"/>
          <p:nvPr userDrawn="1"/>
        </p:nvSpPr>
        <p:spPr>
          <a:xfrm>
            <a:off x="726456" y="2248774"/>
            <a:ext cx="5947462" cy="338554"/>
          </a:xfrm>
          <a:prstGeom prst="rect">
            <a:avLst/>
          </a:prstGeom>
          <a:noFill/>
        </p:spPr>
        <p:txBody>
          <a:bodyPr wrap="none" rtlCol="0">
            <a:spAutoFit/>
          </a:bodyPr>
          <a:lstStyle/>
          <a:p>
            <a:r>
              <a:rPr lang="ru-RU" sz="1600" dirty="0">
                <a:solidFill>
                  <a:schemeClr val="bg1"/>
                </a:solidFill>
                <a:latin typeface="Acrom" pitchFamily="50" charset="-52"/>
              </a:rPr>
              <a:t>РОССИЯ, 630090, НОВОСИБИРСК, УЛ. ПИРОГОВА, 2</a:t>
            </a:r>
            <a:endParaRPr lang="en-US" sz="1600" dirty="0">
              <a:solidFill>
                <a:schemeClr val="bg1"/>
              </a:solidFill>
              <a:latin typeface="Acrom" pitchFamily="50" charset="-52"/>
            </a:endParaRPr>
          </a:p>
        </p:txBody>
      </p:sp>
      <p:sp>
        <p:nvSpPr>
          <p:cNvPr id="11" name="TextBox 10"/>
          <p:cNvSpPr txBox="1"/>
          <p:nvPr userDrawn="1"/>
        </p:nvSpPr>
        <p:spPr>
          <a:xfrm>
            <a:off x="726456" y="3924074"/>
            <a:ext cx="2070182" cy="338554"/>
          </a:xfrm>
          <a:prstGeom prst="rect">
            <a:avLst/>
          </a:prstGeom>
          <a:noFill/>
        </p:spPr>
        <p:txBody>
          <a:bodyPr wrap="none" rtlCol="0">
            <a:spAutoFit/>
          </a:bodyPr>
          <a:lstStyle/>
          <a:p>
            <a:r>
              <a:rPr lang="en-US" sz="1600" dirty="0">
                <a:solidFill>
                  <a:schemeClr val="bg1"/>
                </a:solidFill>
                <a:latin typeface="Acrom" pitchFamily="50" charset="-52"/>
              </a:rPr>
              <a:t>WWW.NSU.RU/N/</a:t>
            </a:r>
          </a:p>
        </p:txBody>
      </p:sp>
      <p:pic>
        <p:nvPicPr>
          <p:cNvPr id="12" name="Рисунок 1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719777" y="2787774"/>
            <a:ext cx="307849" cy="307849"/>
          </a:xfrm>
          <a:prstGeom prst="rect">
            <a:avLst/>
          </a:prstGeom>
        </p:spPr>
      </p:pic>
      <p:sp>
        <p:nvSpPr>
          <p:cNvPr id="13" name="TextBox 12"/>
          <p:cNvSpPr txBox="1"/>
          <p:nvPr userDrawn="1"/>
        </p:nvSpPr>
        <p:spPr>
          <a:xfrm>
            <a:off x="3632215" y="3075806"/>
            <a:ext cx="824265" cy="338554"/>
          </a:xfrm>
          <a:prstGeom prst="rect">
            <a:avLst/>
          </a:prstGeom>
          <a:noFill/>
        </p:spPr>
        <p:txBody>
          <a:bodyPr wrap="none" rtlCol="0">
            <a:spAutoFit/>
          </a:bodyPr>
          <a:lstStyle/>
          <a:p>
            <a:r>
              <a:rPr lang="en-US" sz="1600" dirty="0">
                <a:solidFill>
                  <a:schemeClr val="bg1"/>
                </a:solidFill>
                <a:latin typeface="Acrom" pitchFamily="50" charset="-52"/>
              </a:rPr>
              <a:t>nsu24</a:t>
            </a:r>
            <a:endParaRPr lang="ru-RU" sz="1600" dirty="0">
              <a:solidFill>
                <a:schemeClr val="bg1"/>
              </a:solidFill>
              <a:latin typeface="Acrom" pitchFamily="50" charset="-52"/>
            </a:endParaRPr>
          </a:p>
        </p:txBody>
      </p:sp>
      <p:pic>
        <p:nvPicPr>
          <p:cNvPr id="14" name="Рисунок 13"/>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364088" y="2787774"/>
            <a:ext cx="310897" cy="307849"/>
          </a:xfrm>
          <a:prstGeom prst="rect">
            <a:avLst/>
          </a:prstGeom>
        </p:spPr>
      </p:pic>
      <p:sp>
        <p:nvSpPr>
          <p:cNvPr id="15" name="TextBox 14"/>
          <p:cNvSpPr txBox="1"/>
          <p:nvPr userDrawn="1"/>
        </p:nvSpPr>
        <p:spPr>
          <a:xfrm>
            <a:off x="5274608" y="3075806"/>
            <a:ext cx="1653979" cy="338554"/>
          </a:xfrm>
          <a:prstGeom prst="rect">
            <a:avLst/>
          </a:prstGeom>
          <a:noFill/>
        </p:spPr>
        <p:txBody>
          <a:bodyPr wrap="none" rtlCol="0">
            <a:spAutoFit/>
          </a:bodyPr>
          <a:lstStyle/>
          <a:p>
            <a:r>
              <a:rPr lang="ru-RU" sz="1600" dirty="0">
                <a:solidFill>
                  <a:schemeClr val="bg1"/>
                </a:solidFill>
                <a:latin typeface="Acrom" pitchFamily="50" charset="-52"/>
              </a:rPr>
              <a:t>@</a:t>
            </a:r>
            <a:r>
              <a:rPr lang="ru-RU" sz="1600" dirty="0" err="1">
                <a:solidFill>
                  <a:schemeClr val="bg1"/>
                </a:solidFill>
                <a:latin typeface="Acrom" pitchFamily="50" charset="-52"/>
              </a:rPr>
              <a:t>nsuniversity</a:t>
            </a:r>
            <a:endParaRPr lang="ru-RU" sz="1600" dirty="0">
              <a:solidFill>
                <a:schemeClr val="bg1"/>
              </a:solidFill>
              <a:latin typeface="Acrom" pitchFamily="50" charset="-52"/>
            </a:endParaRPr>
          </a:p>
        </p:txBody>
      </p:sp>
      <p:pic>
        <p:nvPicPr>
          <p:cNvPr id="16" name="Рисунок 15"/>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27584" y="557032"/>
            <a:ext cx="966976" cy="966976"/>
          </a:xfrm>
          <a:prstGeom prst="rect">
            <a:avLst/>
          </a:prstGeom>
        </p:spPr>
      </p:pic>
      <p:sp>
        <p:nvSpPr>
          <p:cNvPr id="17" name="TextBox 16"/>
          <p:cNvSpPr txBox="1"/>
          <p:nvPr userDrawn="1"/>
        </p:nvSpPr>
        <p:spPr>
          <a:xfrm>
            <a:off x="702376" y="3072368"/>
            <a:ext cx="2224648" cy="338554"/>
          </a:xfrm>
          <a:prstGeom prst="rect">
            <a:avLst/>
          </a:prstGeom>
          <a:noFill/>
        </p:spPr>
        <p:txBody>
          <a:bodyPr wrap="none" rtlCol="0">
            <a:spAutoFit/>
          </a:bodyPr>
          <a:lstStyle/>
          <a:p>
            <a:r>
              <a:rPr lang="en-US" sz="1600" dirty="0" err="1">
                <a:solidFill>
                  <a:schemeClr val="bg1"/>
                </a:solidFill>
                <a:latin typeface="Acrom" pitchFamily="50" charset="-52"/>
              </a:rPr>
              <a:t>nsuniversity.official</a:t>
            </a:r>
            <a:endParaRPr lang="ru-RU" sz="1600" dirty="0">
              <a:solidFill>
                <a:schemeClr val="bg1"/>
              </a:solidFill>
              <a:latin typeface="Acrom" pitchFamily="50" charset="-52"/>
            </a:endParaRPr>
          </a:p>
        </p:txBody>
      </p:sp>
    </p:spTree>
    <p:extLst>
      <p:ext uri="{BB962C8B-B14F-4D97-AF65-F5344CB8AC3E}">
        <p14:creationId xmlns:p14="http://schemas.microsoft.com/office/powerpoint/2010/main" val="4238443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13"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theme" Target="../theme/theme1.xml"/><Relationship Id="rId12"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jpg"/><Relationship Id="rId14"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theme" Target="../theme/theme2.xml"/><Relationship Id="rId7" Type="http://schemas.openxmlformats.org/officeDocument/2006/relationships/image" Target="../media/image16.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4.jpeg"/><Relationship Id="rId9" Type="http://schemas.openxmlformats.org/officeDocument/2006/relationships/image" Target="../media/image1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a:blip r:embed="rId8"/>
          <a:tile tx="0" ty="0" sx="100000" sy="100000" flip="none" algn="tl"/>
        </a:blipFill>
        <a:effectLst/>
      </p:bgPr>
    </p:bg>
    <p:spTree>
      <p:nvGrpSpPr>
        <p:cNvPr id="1" name=""/>
        <p:cNvGrpSpPr/>
        <p:nvPr/>
      </p:nvGrpSpPr>
      <p:grpSpPr>
        <a:xfrm>
          <a:off x="0" y="0"/>
          <a:ext cx="0" cy="0"/>
          <a:chOff x="0" y="0"/>
          <a:chExt cx="0" cy="0"/>
        </a:xfrm>
      </p:grpSpPr>
      <p:pic>
        <p:nvPicPr>
          <p:cNvPr id="9" name="Background">
            <a:extLst>
              <a:ext uri="{FF2B5EF4-FFF2-40B4-BE49-F238E27FC236}">
                <a16:creationId xmlns:a16="http://schemas.microsoft.com/office/drawing/2014/main" id="{9B33D274-B6B1-E2DB-BE57-EEB1AA1C8EF1}"/>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354" y="0"/>
            <a:ext cx="9141291" cy="5143499"/>
          </a:xfrm>
          <a:prstGeom prst="rect">
            <a:avLst/>
          </a:prstGeom>
          <a:noFill/>
        </p:spPr>
      </p:pic>
      <p:pic>
        <p:nvPicPr>
          <p:cNvPr id="15" name="BottomGutter">
            <a:extLst>
              <a:ext uri="{FF2B5EF4-FFF2-40B4-BE49-F238E27FC236}">
                <a16:creationId xmlns:a16="http://schemas.microsoft.com/office/drawing/2014/main" id="{C050C21E-2DCE-7642-AC5B-F79436CC620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b="26856"/>
          <a:stretch/>
        </p:blipFill>
        <p:spPr>
          <a:xfrm>
            <a:off x="1" y="4499190"/>
            <a:ext cx="9143998" cy="644310"/>
          </a:xfrm>
          <a:prstGeom prst="rect">
            <a:avLst/>
          </a:prstGeom>
        </p:spPr>
      </p:pic>
      <p:pic>
        <p:nvPicPr>
          <p:cNvPr id="7" name="TopGutter">
            <a:extLst>
              <a:ext uri="{FF2B5EF4-FFF2-40B4-BE49-F238E27FC236}">
                <a16:creationId xmlns:a16="http://schemas.microsoft.com/office/drawing/2014/main" id="{858D3652-D041-9F6C-9E85-EE8258D7A38B}"/>
              </a:ext>
            </a:extLst>
          </p:cNvPr>
          <p:cNvPicPr>
            <a:picLocks noChangeAspect="1"/>
          </p:cNvPicPr>
          <p:nvPr userDrawn="1"/>
        </p:nvPicPr>
        <p:blipFill>
          <a:blip r:embed="rId11" cstate="print">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val="0"/>
              </a:ext>
            </a:extLst>
          </a:blip>
          <a:stretch>
            <a:fillRect/>
          </a:stretch>
        </p:blipFill>
        <p:spPr>
          <a:xfrm>
            <a:off x="2" y="0"/>
            <a:ext cx="9143996" cy="1237488"/>
          </a:xfrm>
          <a:prstGeom prst="rect">
            <a:avLst/>
          </a:prstGeom>
        </p:spPr>
      </p:pic>
      <p:sp>
        <p:nvSpPr>
          <p:cNvPr id="4" name="Date Placeholder">
            <a:extLst>
              <a:ext uri="{FF2B5EF4-FFF2-40B4-BE49-F238E27FC236}">
                <a16:creationId xmlns:a16="http://schemas.microsoft.com/office/drawing/2014/main" id="{F6631BE6-C540-9F06-1408-D5DAFE4CC772}"/>
              </a:ext>
            </a:extLst>
          </p:cNvPr>
          <p:cNvSpPr>
            <a:spLocks noGrp="1"/>
          </p:cNvSpPr>
          <p:nvPr>
            <p:ph type="dt" sz="half" idx="2"/>
          </p:nvPr>
        </p:nvSpPr>
        <p:spPr>
          <a:xfrm>
            <a:off x="351236" y="4858733"/>
            <a:ext cx="112442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31579037-CC8E-4534-B7F6-0A122AB3349B}" type="datetime1">
              <a:rPr lang="ru-RU" smtClean="0"/>
              <a:t>09.10.2025</a:t>
            </a:fld>
            <a:endParaRPr lang="en-US" dirty="0"/>
          </a:p>
        </p:txBody>
      </p:sp>
      <p:sp>
        <p:nvSpPr>
          <p:cNvPr id="5" name="Footer Placeholder">
            <a:extLst>
              <a:ext uri="{FF2B5EF4-FFF2-40B4-BE49-F238E27FC236}">
                <a16:creationId xmlns:a16="http://schemas.microsoft.com/office/drawing/2014/main" id="{8203AFB7-5C34-3102-5A43-1D87CB96B0CB}"/>
              </a:ext>
            </a:extLst>
          </p:cNvPr>
          <p:cNvSpPr>
            <a:spLocks noGrp="1"/>
          </p:cNvSpPr>
          <p:nvPr>
            <p:ph type="ftr" sz="quarter" idx="3"/>
          </p:nvPr>
        </p:nvSpPr>
        <p:spPr>
          <a:xfrm>
            <a:off x="1547664" y="4858733"/>
            <a:ext cx="6048672"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a:extLst>
              <a:ext uri="{FF2B5EF4-FFF2-40B4-BE49-F238E27FC236}">
                <a16:creationId xmlns:a16="http://schemas.microsoft.com/office/drawing/2014/main" id="{E843316F-8F60-660A-EB0D-F436D4FDA719}"/>
              </a:ext>
            </a:extLst>
          </p:cNvPr>
          <p:cNvSpPr>
            <a:spLocks noGrp="1"/>
          </p:cNvSpPr>
          <p:nvPr>
            <p:ph type="sldNum" sz="quarter" idx="4"/>
          </p:nvPr>
        </p:nvSpPr>
        <p:spPr>
          <a:xfrm>
            <a:off x="8395306" y="4682109"/>
            <a:ext cx="394546" cy="313943"/>
          </a:xfrm>
          <a:prstGeom prst="rect">
            <a:avLst/>
          </a:prstGeom>
        </p:spPr>
        <p:txBody>
          <a:bodyPr vert="horz" wrap="none" lIns="0" tIns="0" rIns="0" bIns="0" rtlCol="0" anchor="ctr"/>
          <a:lstStyle>
            <a:lvl1pPr algn="r">
              <a:defRPr sz="3400">
                <a:solidFill>
                  <a:srgbClr val="898989"/>
                </a:solidFill>
                <a:latin typeface="Acrom ExtraBold" panose="020B0604020202020204" charset="-52"/>
              </a:defRPr>
            </a:lvl1pPr>
          </a:lstStyle>
          <a:p>
            <a:fld id="{BD5C77E5-19BC-410D-82EA-404658A4611A}" type="slidenum">
              <a:rPr lang="en-US" smtClean="0"/>
              <a:pPr/>
              <a:t>‹#›</a:t>
            </a:fld>
            <a:endParaRPr lang="en-US" dirty="0"/>
          </a:p>
        </p:txBody>
      </p:sp>
      <p:sp>
        <p:nvSpPr>
          <p:cNvPr id="3" name="Text Placeholder">
            <a:extLst>
              <a:ext uri="{FF2B5EF4-FFF2-40B4-BE49-F238E27FC236}">
                <a16:creationId xmlns:a16="http://schemas.microsoft.com/office/drawing/2014/main" id="{F01035C1-6DDC-A5E1-CB54-AEB8F2B5E889}"/>
              </a:ext>
            </a:extLst>
          </p:cNvPr>
          <p:cNvSpPr>
            <a:spLocks noGrp="1"/>
          </p:cNvSpPr>
          <p:nvPr>
            <p:ph type="body" idx="1"/>
          </p:nvPr>
        </p:nvSpPr>
        <p:spPr>
          <a:xfrm>
            <a:off x="351236" y="1370013"/>
            <a:ext cx="8164114"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a:extLst>
              <a:ext uri="{FF2B5EF4-FFF2-40B4-BE49-F238E27FC236}">
                <a16:creationId xmlns:a16="http://schemas.microsoft.com/office/drawing/2014/main" id="{59F61F2A-946C-4ED4-F435-7300619472F8}"/>
              </a:ext>
            </a:extLst>
          </p:cNvPr>
          <p:cNvSpPr>
            <a:spLocks noGrp="1"/>
          </p:cNvSpPr>
          <p:nvPr>
            <p:ph type="title"/>
          </p:nvPr>
        </p:nvSpPr>
        <p:spPr>
          <a:xfrm>
            <a:off x="351236" y="716531"/>
            <a:ext cx="8164114" cy="369332"/>
          </a:xfrm>
          <a:prstGeom prst="rect">
            <a:avLst/>
          </a:prstGeom>
        </p:spPr>
        <p:txBody>
          <a:bodyPr vert="horz" lIns="91440" tIns="45720" rIns="91440" bIns="45720" rtlCol="0" anchor="ctr">
            <a:normAutofit/>
          </a:bodyPr>
          <a:lstStyle/>
          <a:p>
            <a:r>
              <a:rPr lang="ru-RU" dirty="0"/>
              <a:t>ЗАГОЛОВОК</a:t>
            </a:r>
            <a:endParaRPr lang="en-US" dirty="0"/>
          </a:p>
        </p:txBody>
      </p:sp>
      <p:pic>
        <p:nvPicPr>
          <p:cNvPr id="12" name="ЗвёздочкаЗаголовка">
            <a:extLst>
              <a:ext uri="{FF2B5EF4-FFF2-40B4-BE49-F238E27FC236}">
                <a16:creationId xmlns:a16="http://schemas.microsoft.com/office/drawing/2014/main" id="{FB3F1185-8665-1B69-1268-F2D4AEFABB6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64472" y="778547"/>
            <a:ext cx="131064" cy="124968"/>
          </a:xfrm>
          <a:prstGeom prst="rect">
            <a:avLst/>
          </a:prstGeom>
        </p:spPr>
      </p:pic>
      <p:pic>
        <p:nvPicPr>
          <p:cNvPr id="14" name="ЗвёздочкаНомера">
            <a:extLst>
              <a:ext uri="{FF2B5EF4-FFF2-40B4-BE49-F238E27FC236}">
                <a16:creationId xmlns:a16="http://schemas.microsoft.com/office/drawing/2014/main" id="{405211ED-D317-9A6C-C87D-2F05449DEA0D}"/>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l="63773" b="56441"/>
          <a:stretch/>
        </p:blipFill>
        <p:spPr>
          <a:xfrm>
            <a:off x="8750038" y="4680520"/>
            <a:ext cx="142442" cy="136749"/>
          </a:xfrm>
          <a:prstGeom prst="rect">
            <a:avLst/>
          </a:prstGeom>
        </p:spPr>
      </p:pic>
    </p:spTree>
    <p:extLst>
      <p:ext uri="{BB962C8B-B14F-4D97-AF65-F5344CB8AC3E}">
        <p14:creationId xmlns:p14="http://schemas.microsoft.com/office/powerpoint/2010/main" val="2868442657"/>
      </p:ext>
    </p:extLst>
  </p:cSld>
  <p:clrMap bg1="lt1" tx1="dk1" bg2="lt2" tx2="dk2" accent1="accent1" accent2="accent2" accent3="accent3" accent4="accent4" accent5="accent5" accent6="accent6" hlink="hlink" folHlink="folHlink"/>
  <p:sldLayoutIdLst>
    <p:sldLayoutId id="2147483655" r:id="rId1"/>
    <p:sldLayoutId id="2147483682" r:id="rId2"/>
    <p:sldLayoutId id="2147483684" r:id="rId3"/>
    <p:sldLayoutId id="2147483683" r:id="rId4"/>
    <p:sldLayoutId id="2147483680" r:id="rId5"/>
    <p:sldLayoutId id="2147483687" r:id="rId6"/>
  </p:sldLayoutIdLst>
  <p:hf hdr="0" ftr="0" dt="0"/>
  <p:txStyles>
    <p:titleStyle>
      <a:lvl1pPr algn="l" defTabSz="914400" rtl="0" eaLnBrk="1" latinLnBrk="0" hangingPunct="1">
        <a:lnSpc>
          <a:spcPct val="100000"/>
        </a:lnSpc>
        <a:spcBef>
          <a:spcPct val="0"/>
        </a:spcBef>
        <a:buNone/>
        <a:defRPr sz="1800" kern="1200" cap="all" baseline="0">
          <a:solidFill>
            <a:schemeClr val="bg1"/>
          </a:solidFill>
          <a:latin typeface="Acrom ExtraBold" panose="020B0604020202020204" charset="-5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Рисунок 12">
            <a:extLst>
              <a:ext uri="{FF2B5EF4-FFF2-40B4-BE49-F238E27FC236}">
                <a16:creationId xmlns:a16="http://schemas.microsoft.com/office/drawing/2014/main" id="{A774F97C-D077-5D46-222E-2516201CB63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951746" y="0"/>
            <a:ext cx="5192253" cy="5143500"/>
          </a:xfrm>
          <a:prstGeom prst="rect">
            <a:avLst/>
          </a:prstGeom>
        </p:spPr>
      </p:pic>
      <p:pic>
        <p:nvPicPr>
          <p:cNvPr id="8" name="Asterisk">
            <a:extLst>
              <a:ext uri="{FF2B5EF4-FFF2-40B4-BE49-F238E27FC236}">
                <a16:creationId xmlns:a16="http://schemas.microsoft.com/office/drawing/2014/main" id="{D333FEBB-EBF5-7FBD-4829-084774DD9550}"/>
              </a:ext>
            </a:extLst>
          </p:cNvPr>
          <p:cNvPicPr>
            <a:picLocks noChangeAspect="1"/>
          </p:cNvPicPr>
          <p:nvPr userDrawn="1"/>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7740352" y="483518"/>
            <a:ext cx="896114" cy="850394"/>
          </a:xfrm>
          <a:prstGeom prst="rect">
            <a:avLst/>
          </a:prstGeom>
        </p:spPr>
      </p:pic>
      <p:pic>
        <p:nvPicPr>
          <p:cNvPr id="9" name="Рисунок 15">
            <a:extLst>
              <a:ext uri="{FF2B5EF4-FFF2-40B4-BE49-F238E27FC236}">
                <a16:creationId xmlns:a16="http://schemas.microsoft.com/office/drawing/2014/main" id="{0BD73755-EB14-577B-F4C9-A77F7FCF8772}"/>
              </a:ext>
            </a:extLst>
          </p:cNvPr>
          <p:cNvPicPr>
            <a:picLocks noChangeAspect="1"/>
          </p:cNvPicPr>
          <p:nvPr userDrawn="1"/>
        </p:nvPicPr>
        <p:blipFill>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tretch>
            <a:fillRect/>
          </a:stretch>
        </p:blipFill>
        <p:spPr>
          <a:xfrm>
            <a:off x="0" y="0"/>
            <a:ext cx="3952085" cy="5143499"/>
          </a:xfrm>
          <a:prstGeom prst="rect">
            <a:avLst/>
          </a:prstGeom>
        </p:spPr>
      </p:pic>
      <p:pic>
        <p:nvPicPr>
          <p:cNvPr id="10" name="Рисунок 16">
            <a:extLst>
              <a:ext uri="{FF2B5EF4-FFF2-40B4-BE49-F238E27FC236}">
                <a16:creationId xmlns:a16="http://schemas.microsoft.com/office/drawing/2014/main" id="{327461AB-451C-E280-61A3-E51A2A202B98}"/>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72790" y="339502"/>
            <a:ext cx="3206503" cy="3185166"/>
          </a:xfrm>
          <a:prstGeom prst="rect">
            <a:avLst/>
          </a:prstGeom>
        </p:spPr>
      </p:pic>
      <p:pic>
        <p:nvPicPr>
          <p:cNvPr id="11" name="Рисунок 17">
            <a:extLst>
              <a:ext uri="{FF2B5EF4-FFF2-40B4-BE49-F238E27FC236}">
                <a16:creationId xmlns:a16="http://schemas.microsoft.com/office/drawing/2014/main" id="{F78A891D-02CC-B741-9D04-F6A91F88DC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372790" y="4229069"/>
            <a:ext cx="1655067" cy="502921"/>
          </a:xfrm>
          <a:prstGeom prst="rect">
            <a:avLst/>
          </a:prstGeom>
        </p:spPr>
      </p:pic>
      <p:sp>
        <p:nvSpPr>
          <p:cNvPr id="2" name="Title">
            <a:extLst>
              <a:ext uri="{FF2B5EF4-FFF2-40B4-BE49-F238E27FC236}">
                <a16:creationId xmlns:a16="http://schemas.microsoft.com/office/drawing/2014/main" id="{973725AA-F208-BAB1-BC9D-BCA5F8833D96}"/>
              </a:ext>
            </a:extLst>
          </p:cNvPr>
          <p:cNvSpPr>
            <a:spLocks noGrp="1"/>
          </p:cNvSpPr>
          <p:nvPr>
            <p:ph type="title"/>
          </p:nvPr>
        </p:nvSpPr>
        <p:spPr>
          <a:xfrm>
            <a:off x="4304362" y="1677262"/>
            <a:ext cx="4332104" cy="1847406"/>
          </a:xfrm>
          <a:prstGeom prst="rect">
            <a:avLst/>
          </a:prstGeom>
        </p:spPr>
        <p:txBody>
          <a:bodyPr vert="horz" lIns="91440" tIns="45720" rIns="91440" bIns="45720" rtlCol="0" anchor="t" anchorCtr="0">
            <a:normAutofit/>
          </a:bodyPr>
          <a:lstStyle/>
          <a:p>
            <a:r>
              <a:rPr lang="ru-RU" dirty="0"/>
              <a:t>ОБРАЗЕЦ ЗАГОЛОВКА</a:t>
            </a:r>
            <a:endParaRPr lang="en-US" dirty="0"/>
          </a:p>
        </p:txBody>
      </p:sp>
      <p:sp>
        <p:nvSpPr>
          <p:cNvPr id="14" name="Subtitle 1">
            <a:extLst>
              <a:ext uri="{FF2B5EF4-FFF2-40B4-BE49-F238E27FC236}">
                <a16:creationId xmlns:a16="http://schemas.microsoft.com/office/drawing/2014/main" id="{46B62068-49A8-7B4B-4EC6-41C46C4BA9AA}"/>
              </a:ext>
            </a:extLst>
          </p:cNvPr>
          <p:cNvSpPr>
            <a:spLocks noGrp="1"/>
          </p:cNvSpPr>
          <p:nvPr>
            <p:ph type="body" idx="1"/>
          </p:nvPr>
        </p:nvSpPr>
        <p:spPr>
          <a:xfrm>
            <a:off x="4304362" y="3524667"/>
            <a:ext cx="4332104" cy="919291"/>
          </a:xfrm>
          <a:prstGeom prst="rect">
            <a:avLst/>
          </a:prstGeom>
        </p:spPr>
        <p:txBody>
          <a:bodyPr vert="horz" lIns="91440" tIns="45720" rIns="91440" bIns="45720" rtlCol="0">
            <a:normAutofit/>
          </a:bodyPr>
          <a:lstStyle/>
          <a:p>
            <a:pPr lvl="0"/>
            <a:r>
              <a:rPr lang="ru-RU" dirty="0"/>
              <a:t>ОБРАЗЕЦ ПОДЗАГОЛОВКА</a:t>
            </a:r>
            <a:endParaRPr lang="en-US" dirty="0"/>
          </a:p>
        </p:txBody>
      </p:sp>
    </p:spTree>
    <p:extLst>
      <p:ext uri="{BB962C8B-B14F-4D97-AF65-F5344CB8AC3E}">
        <p14:creationId xmlns:p14="http://schemas.microsoft.com/office/powerpoint/2010/main" val="3784473111"/>
      </p:ext>
    </p:extLst>
  </p:cSld>
  <p:clrMap bg1="lt1" tx1="dk1" bg2="lt2" tx2="dk2" accent1="accent1" accent2="accent2" accent3="accent3" accent4="accent4" accent5="accent5" accent6="accent6" hlink="hlink" folHlink="folHlink"/>
  <p:sldLayoutIdLst>
    <p:sldLayoutId id="2147483686" r:id="rId1"/>
    <p:sldLayoutId id="2147483658" r:id="rId2"/>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Acrom ExtraBold" panose="020B0604020202020204" charset="-52"/>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cap="all"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tinyurl.com/r37nptvc"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hyperlink" Target="https://tinyurl.com/6274bpwp"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ru.wikipedia.org/wiki/%D0%9A%D0%BE%D0%B4%D0%B4,_%D0%AD%D0%B4%D0%B3%D0%B0%D1%80"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hyperlink" Target="https://ru.wikipedia.org/wiki/NULL_(SQL)" TargetMode="External"/><Relationship Id="rId4" Type="http://schemas.openxmlformats.org/officeDocument/2006/relationships/hyperlink" Target="https://ru.wikipedia.org/wiki/%D0%94%D0%B5%D0%B9%D1%82,_%D0%9A%D1%80%D0%B8%D1%81%D1%82%D0%BE%D1%84%D0%B5%D1%80"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tinyurl.com/48x98pnk/3"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tinyurl.com/4xzs9sn6"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tinyurl.com/48x98pnk/2"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hyperlink" Target="https://tinyurl.com/48x98pnk/4"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04362" y="1677262"/>
            <a:ext cx="3523722" cy="535531"/>
          </a:xfrm>
        </p:spPr>
        <p:txBody>
          <a:bodyPr wrap="none">
            <a:spAutoFit/>
          </a:bodyPr>
          <a:lstStyle/>
          <a:p>
            <a:r>
              <a:rPr lang="ru-RU" sz="3200" dirty="0"/>
              <a:t>БАЗЫ ДАННЫХ</a:t>
            </a:r>
          </a:p>
        </p:txBody>
      </p:sp>
      <p:sp>
        <p:nvSpPr>
          <p:cNvPr id="5" name="Text Placeholder 4">
            <a:extLst>
              <a:ext uri="{FF2B5EF4-FFF2-40B4-BE49-F238E27FC236}">
                <a16:creationId xmlns:a16="http://schemas.microsoft.com/office/drawing/2014/main" id="{1955D118-EC03-3BAF-711F-6D2F5AAC6F6B}"/>
              </a:ext>
            </a:extLst>
          </p:cNvPr>
          <p:cNvSpPr>
            <a:spLocks noGrp="1"/>
          </p:cNvSpPr>
          <p:nvPr>
            <p:ph type="body" sz="quarter" idx="10"/>
          </p:nvPr>
        </p:nvSpPr>
        <p:spPr/>
        <p:txBody>
          <a:bodyPr>
            <a:normAutofit/>
          </a:bodyPr>
          <a:lstStyle/>
          <a:p>
            <a:r>
              <a:rPr lang="ru-RU" dirty="0"/>
              <a:t>Стандарт </a:t>
            </a:r>
            <a:r>
              <a:rPr lang="en-US" dirty="0"/>
              <a:t>SQL-92</a:t>
            </a:r>
          </a:p>
        </p:txBody>
      </p:sp>
    </p:spTree>
    <p:extLst>
      <p:ext uri="{BB962C8B-B14F-4D97-AF65-F5344CB8AC3E}">
        <p14:creationId xmlns:p14="http://schemas.microsoft.com/office/powerpoint/2010/main" val="244075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4E3CA52-1F3B-C018-2341-70576F145395}"/>
              </a:ext>
            </a:extLst>
          </p:cNvPr>
          <p:cNvSpPr/>
          <p:nvPr/>
        </p:nvSpPr>
        <p:spPr>
          <a:xfrm>
            <a:off x="350838" y="2499742"/>
            <a:ext cx="1412850" cy="1368152"/>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26A26515-82F9-BFED-C2A0-1967B2EA701D}"/>
              </a:ext>
            </a:extLst>
          </p:cNvPr>
          <p:cNvSpPr>
            <a:spLocks noGrp="1"/>
          </p:cNvSpPr>
          <p:nvPr>
            <p:ph type="body" sz="quarter" idx="11"/>
          </p:nvPr>
        </p:nvSpPr>
        <p:spPr/>
        <p:txBody>
          <a:bodyPr/>
          <a:lstStyle/>
          <a:p>
            <a:pPr eaLnBrk="1" hangingPunct="1"/>
            <a:r>
              <a:rPr lang="ru-RU" dirty="0"/>
              <a:t>М. Грабер, </a:t>
            </a:r>
            <a:r>
              <a:rPr lang="en-US" b="1" dirty="0"/>
              <a:t>SQL</a:t>
            </a:r>
            <a:r>
              <a:rPr lang="ru-RU" sz="2000" dirty="0"/>
              <a:t> </a:t>
            </a:r>
            <a:endParaRPr lang="en-US" dirty="0">
              <a:solidFill>
                <a:schemeClr val="tx1"/>
              </a:solidFill>
              <a:highlight>
                <a:srgbClr val="C1F3FF"/>
              </a:highlight>
            </a:endParaRPr>
          </a:p>
        </p:txBody>
      </p:sp>
      <p:sp>
        <p:nvSpPr>
          <p:cNvPr id="3" name="Text Placeholder 2">
            <a:extLst>
              <a:ext uri="{FF2B5EF4-FFF2-40B4-BE49-F238E27FC236}">
                <a16:creationId xmlns:a16="http://schemas.microsoft.com/office/drawing/2014/main" id="{5AF6A67C-FF6B-9762-ACBF-04B1A1F1E33E}"/>
              </a:ext>
            </a:extLst>
          </p:cNvPr>
          <p:cNvSpPr>
            <a:spLocks noGrp="1"/>
          </p:cNvSpPr>
          <p:nvPr>
            <p:ph type="body" sz="quarter" idx="10"/>
          </p:nvPr>
        </p:nvSpPr>
        <p:spPr/>
        <p:txBody>
          <a:bodyPr/>
          <a:lstStyle/>
          <a:p>
            <a:r>
              <a:rPr lang="ru-RU" dirty="0"/>
              <a:t>ЛИТЕРАТУРА</a:t>
            </a:r>
            <a:endParaRPr lang="en-US" dirty="0"/>
          </a:p>
        </p:txBody>
      </p:sp>
      <p:sp>
        <p:nvSpPr>
          <p:cNvPr id="4" name="Title 3">
            <a:extLst>
              <a:ext uri="{FF2B5EF4-FFF2-40B4-BE49-F238E27FC236}">
                <a16:creationId xmlns:a16="http://schemas.microsoft.com/office/drawing/2014/main" id="{22118199-88F4-C870-1F8E-8EA926A2D38C}"/>
              </a:ext>
            </a:extLst>
          </p:cNvPr>
          <p:cNvSpPr>
            <a:spLocks noGrp="1"/>
          </p:cNvSpPr>
          <p:nvPr>
            <p:ph type="title"/>
          </p:nvPr>
        </p:nvSpPr>
        <p:spPr/>
        <p:txBody>
          <a:bodyPr/>
          <a:lstStyle/>
          <a:p>
            <a:endParaRPr lang="en-US" dirty="0"/>
          </a:p>
        </p:txBody>
      </p:sp>
      <p:pic>
        <p:nvPicPr>
          <p:cNvPr id="1026" name="Picture 2">
            <a:hlinkClick r:id="rId3"/>
            <a:extLst>
              <a:ext uri="{FF2B5EF4-FFF2-40B4-BE49-F238E27FC236}">
                <a16:creationId xmlns:a16="http://schemas.microsoft.com/office/drawing/2014/main" id="{BB42729A-EB57-CD83-B2FC-A0229A4FE8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2571750"/>
            <a:ext cx="1209675" cy="1209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145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83DF10-CB93-1506-773A-178664925791}"/>
              </a:ext>
            </a:extLst>
          </p:cNvPr>
          <p:cNvSpPr>
            <a:spLocks noGrp="1"/>
          </p:cNvSpPr>
          <p:nvPr>
            <p:ph type="sldNum" sz="quarter" idx="12"/>
          </p:nvPr>
        </p:nvSpPr>
        <p:spPr/>
        <p:txBody>
          <a:bodyPr/>
          <a:lstStyle/>
          <a:p>
            <a:fld id="{C12E5AAC-331B-4A22-A01D-802D40030460}" type="slidenum">
              <a:rPr lang="en-US" smtClean="0"/>
              <a:pPr/>
              <a:t>3</a:t>
            </a:fld>
            <a:endParaRPr lang="en-US" dirty="0"/>
          </a:p>
        </p:txBody>
      </p:sp>
      <p:sp>
        <p:nvSpPr>
          <p:cNvPr id="4" name="Text Placeholder 3">
            <a:extLst>
              <a:ext uri="{FF2B5EF4-FFF2-40B4-BE49-F238E27FC236}">
                <a16:creationId xmlns:a16="http://schemas.microsoft.com/office/drawing/2014/main" id="{27C8E3DB-51A5-5A0F-0FF5-674CA36EF42E}"/>
              </a:ext>
            </a:extLst>
          </p:cNvPr>
          <p:cNvSpPr>
            <a:spLocks noGrp="1"/>
          </p:cNvSpPr>
          <p:nvPr>
            <p:ph type="body" sz="quarter" idx="13"/>
          </p:nvPr>
        </p:nvSpPr>
        <p:spPr>
          <a:solidFill>
            <a:schemeClr val="bg1"/>
          </a:solidFill>
          <a:effectLst>
            <a:outerShdw blurRad="50800" dist="38100" dir="2700000" algn="tl" rotWithShape="0">
              <a:prstClr val="black">
                <a:alpha val="40000"/>
              </a:prstClr>
            </a:outerShdw>
          </a:effectLst>
        </p:spPr>
        <p:txBody>
          <a:bodyPr/>
          <a:lstStyle/>
          <a:p>
            <a:pPr marL="0" indent="0">
              <a:buNone/>
            </a:pPr>
            <a:endParaRPr lang="en-US" dirty="0"/>
          </a:p>
        </p:txBody>
      </p:sp>
      <p:sp>
        <p:nvSpPr>
          <p:cNvPr id="5" name="Title 4">
            <a:extLst>
              <a:ext uri="{FF2B5EF4-FFF2-40B4-BE49-F238E27FC236}">
                <a16:creationId xmlns:a16="http://schemas.microsoft.com/office/drawing/2014/main" id="{CE2E7E9C-AACC-730C-E58D-91AC6E29332D}"/>
              </a:ext>
            </a:extLst>
          </p:cNvPr>
          <p:cNvSpPr>
            <a:spLocks noGrp="1"/>
          </p:cNvSpPr>
          <p:nvPr>
            <p:ph type="title"/>
          </p:nvPr>
        </p:nvSpPr>
        <p:spPr/>
        <p:txBody>
          <a:bodyPr/>
          <a:lstStyle/>
          <a:p>
            <a:r>
              <a:rPr lang="en-US" dirty="0"/>
              <a:t>SQL: </a:t>
            </a:r>
            <a:r>
              <a:rPr lang="ru-RU" dirty="0"/>
              <a:t>Краткая история</a:t>
            </a:r>
            <a:endParaRPr lang="en-US" dirty="0"/>
          </a:p>
        </p:txBody>
      </p:sp>
      <p:pic>
        <p:nvPicPr>
          <p:cNvPr id="2052" name="Picture 4" descr="PlantUML diagram">
            <a:extLst>
              <a:ext uri="{FF2B5EF4-FFF2-40B4-BE49-F238E27FC236}">
                <a16:creationId xmlns:a16="http://schemas.microsoft.com/office/drawing/2014/main" id="{10BFC4C6-C30D-327C-F58F-A96E8C939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6218" y="1435488"/>
            <a:ext cx="6534150" cy="26860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hlinkClick r:id="rId4"/>
            <a:extLst>
              <a:ext uri="{FF2B5EF4-FFF2-40B4-BE49-F238E27FC236}">
                <a16:creationId xmlns:a16="http://schemas.microsoft.com/office/drawing/2014/main" id="{A5359628-F130-17A5-839D-A6C49893AC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6218" y="3271903"/>
            <a:ext cx="849635" cy="849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598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63A927-B387-D876-B825-64DE265D891D}"/>
              </a:ext>
            </a:extLst>
          </p:cNvPr>
          <p:cNvSpPr>
            <a:spLocks noGrp="1"/>
          </p:cNvSpPr>
          <p:nvPr>
            <p:ph type="sldNum" sz="quarter" idx="12"/>
          </p:nvPr>
        </p:nvSpPr>
        <p:spPr/>
        <p:txBody>
          <a:bodyPr/>
          <a:lstStyle/>
          <a:p>
            <a:fld id="{C12E5AAC-331B-4A22-A01D-802D40030460}" type="slidenum">
              <a:rPr lang="en-US" smtClean="0"/>
              <a:pPr/>
              <a:t>4</a:t>
            </a:fld>
            <a:endParaRPr lang="en-US" dirty="0"/>
          </a:p>
        </p:txBody>
      </p:sp>
      <p:sp>
        <p:nvSpPr>
          <p:cNvPr id="3" name="Text Placeholder 2">
            <a:extLst>
              <a:ext uri="{FF2B5EF4-FFF2-40B4-BE49-F238E27FC236}">
                <a16:creationId xmlns:a16="http://schemas.microsoft.com/office/drawing/2014/main" id="{C8EB9787-01D7-05F3-9C4F-2A7878B2B250}"/>
              </a:ext>
            </a:extLst>
          </p:cNvPr>
          <p:cNvSpPr>
            <a:spLocks noGrp="1"/>
          </p:cNvSpPr>
          <p:nvPr>
            <p:ph type="body" sz="quarter" idx="13"/>
          </p:nvPr>
        </p:nvSpPr>
        <p:spPr/>
        <p:txBody>
          <a:bodyPr/>
          <a:lstStyle/>
          <a:p>
            <a:endParaRPr lang="en-US" dirty="0"/>
          </a:p>
        </p:txBody>
      </p:sp>
      <p:sp>
        <p:nvSpPr>
          <p:cNvPr id="4" name="Title 3">
            <a:extLst>
              <a:ext uri="{FF2B5EF4-FFF2-40B4-BE49-F238E27FC236}">
                <a16:creationId xmlns:a16="http://schemas.microsoft.com/office/drawing/2014/main" id="{88EF52FC-BDC6-59F6-140B-337695FDE676}"/>
              </a:ext>
            </a:extLst>
          </p:cNvPr>
          <p:cNvSpPr>
            <a:spLocks noGrp="1"/>
          </p:cNvSpPr>
          <p:nvPr>
            <p:ph type="title"/>
          </p:nvPr>
        </p:nvSpPr>
        <p:spPr/>
        <p:txBody>
          <a:bodyPr/>
          <a:lstStyle/>
          <a:p>
            <a:r>
              <a:rPr lang="en-US" dirty="0"/>
              <a:t>SQL: </a:t>
            </a:r>
            <a:r>
              <a:rPr lang="ru-RU" dirty="0"/>
              <a:t>Версии стандарта</a:t>
            </a:r>
            <a:r>
              <a:rPr lang="en-US" dirty="0"/>
              <a:t> (1)</a:t>
            </a:r>
          </a:p>
        </p:txBody>
      </p:sp>
      <p:graphicFrame>
        <p:nvGraphicFramePr>
          <p:cNvPr id="5" name="Table 4">
            <a:extLst>
              <a:ext uri="{FF2B5EF4-FFF2-40B4-BE49-F238E27FC236}">
                <a16:creationId xmlns:a16="http://schemas.microsoft.com/office/drawing/2014/main" id="{14810930-A0E4-00B9-82E9-C40955DC9B7F}"/>
              </a:ext>
            </a:extLst>
          </p:cNvPr>
          <p:cNvGraphicFramePr>
            <a:graphicFrameLocks noGrp="1"/>
          </p:cNvGraphicFramePr>
          <p:nvPr>
            <p:extLst>
              <p:ext uri="{D42A27DB-BD31-4B8C-83A1-F6EECF244321}">
                <p14:modId xmlns:p14="http://schemas.microsoft.com/office/powerpoint/2010/main" val="1988654158"/>
              </p:ext>
            </p:extLst>
          </p:nvPr>
        </p:nvGraphicFramePr>
        <p:xfrm>
          <a:off x="350838" y="1419225"/>
          <a:ext cx="8541642" cy="3017520"/>
        </p:xfrm>
        <a:graphic>
          <a:graphicData uri="http://schemas.openxmlformats.org/drawingml/2006/table">
            <a:tbl>
              <a:tblPr firstRow="1" bandRow="1">
                <a:tableStyleId>{F5AB1C69-6EDB-4FF4-983F-18BD219EF322}</a:tableStyleId>
              </a:tblPr>
              <a:tblGrid>
                <a:gridCol w="548754">
                  <a:extLst>
                    <a:ext uri="{9D8B030D-6E8A-4147-A177-3AD203B41FA5}">
                      <a16:colId xmlns:a16="http://schemas.microsoft.com/office/drawing/2014/main" val="3856264103"/>
                    </a:ext>
                  </a:extLst>
                </a:gridCol>
                <a:gridCol w="936104">
                  <a:extLst>
                    <a:ext uri="{9D8B030D-6E8A-4147-A177-3AD203B41FA5}">
                      <a16:colId xmlns:a16="http://schemas.microsoft.com/office/drawing/2014/main" val="4076127186"/>
                    </a:ext>
                  </a:extLst>
                </a:gridCol>
                <a:gridCol w="7056784">
                  <a:extLst>
                    <a:ext uri="{9D8B030D-6E8A-4147-A177-3AD203B41FA5}">
                      <a16:colId xmlns:a16="http://schemas.microsoft.com/office/drawing/2014/main" val="3375732950"/>
                    </a:ext>
                  </a:extLst>
                </a:gridCol>
              </a:tblGrid>
              <a:tr h="0">
                <a:tc>
                  <a:txBody>
                    <a:bodyPr/>
                    <a:lstStyle/>
                    <a:p>
                      <a:pPr algn="ctr"/>
                      <a:r>
                        <a:rPr lang="ru-RU" sz="1200" dirty="0">
                          <a:effectLst/>
                        </a:rPr>
                        <a:t>Год</a:t>
                      </a:r>
                      <a:endParaRPr lang="ru-RU" sz="1200" dirty="0">
                        <a:effectLst/>
                        <a:latin typeface="+mn-lt"/>
                      </a:endParaRPr>
                    </a:p>
                  </a:txBody>
                  <a:tcPr marL="45720" marR="45720" anchor="ctr"/>
                </a:tc>
                <a:tc>
                  <a:txBody>
                    <a:bodyPr/>
                    <a:lstStyle/>
                    <a:p>
                      <a:pPr algn="ctr"/>
                      <a:r>
                        <a:rPr lang="ru-RU" sz="1200" dirty="0">
                          <a:effectLst/>
                        </a:rPr>
                        <a:t>Название</a:t>
                      </a:r>
                      <a:endParaRPr lang="ru-RU" sz="1200" dirty="0">
                        <a:effectLst/>
                        <a:latin typeface="+mn-lt"/>
                      </a:endParaRPr>
                    </a:p>
                  </a:txBody>
                  <a:tcPr marL="45720" marR="45720" anchor="ctr"/>
                </a:tc>
                <a:tc>
                  <a:txBody>
                    <a:bodyPr/>
                    <a:lstStyle/>
                    <a:p>
                      <a:pPr algn="ctr"/>
                      <a:r>
                        <a:rPr lang="ru-RU" sz="1200" dirty="0">
                          <a:effectLst/>
                        </a:rPr>
                        <a:t>Изменения</a:t>
                      </a:r>
                      <a:endParaRPr lang="ru-RU" sz="1200" dirty="0">
                        <a:effectLst/>
                        <a:latin typeface="+mn-lt"/>
                      </a:endParaRPr>
                    </a:p>
                  </a:txBody>
                  <a:tcPr marL="45720" marR="45720" anchor="ctr"/>
                </a:tc>
                <a:extLst>
                  <a:ext uri="{0D108BD9-81ED-4DB2-BD59-A6C34878D82A}">
                    <a16:rowId xmlns:a16="http://schemas.microsoft.com/office/drawing/2014/main" val="3309684672"/>
                  </a:ext>
                </a:extLst>
              </a:tr>
              <a:tr h="173217">
                <a:tc>
                  <a:txBody>
                    <a:bodyPr/>
                    <a:lstStyle/>
                    <a:p>
                      <a:pPr algn="ctr"/>
                      <a:r>
                        <a:rPr lang="ru-RU" sz="1200" dirty="0">
                          <a:effectLst/>
                        </a:rPr>
                        <a:t>1986</a:t>
                      </a:r>
                      <a:endParaRPr lang="ru-RU" sz="1200" dirty="0">
                        <a:effectLst/>
                        <a:latin typeface="+mn-lt"/>
                      </a:endParaRPr>
                    </a:p>
                  </a:txBody>
                  <a:tcPr marL="45720" marR="45720" anchor="ctr"/>
                </a:tc>
                <a:tc>
                  <a:txBody>
                    <a:bodyPr/>
                    <a:lstStyle/>
                    <a:p>
                      <a:pPr algn="ctr"/>
                      <a:r>
                        <a:rPr lang="en-US" sz="1200" dirty="0">
                          <a:effectLst/>
                        </a:rPr>
                        <a:t>SQL-86</a:t>
                      </a:r>
                      <a:endParaRPr lang="en-US" sz="1200" dirty="0">
                        <a:effectLst/>
                        <a:latin typeface="+mn-lt"/>
                      </a:endParaRPr>
                    </a:p>
                  </a:txBody>
                  <a:tcPr marL="45720" marR="45720" anchor="ctr"/>
                </a:tc>
                <a:tc>
                  <a:txBody>
                    <a:bodyPr/>
                    <a:lstStyle/>
                    <a:p>
                      <a:pPr algn="just"/>
                      <a:r>
                        <a:rPr lang="ru-RU" sz="1200" dirty="0">
                          <a:effectLst/>
                        </a:rPr>
                        <a:t>Первый вариант стандарта, принятый институтом ANSI и одобренный ISO в 1987 году.</a:t>
                      </a:r>
                      <a:r>
                        <a:rPr lang="en-US" sz="1200" b="0" kern="1200" dirty="0">
                          <a:solidFill>
                            <a:schemeClr val="tx1"/>
                          </a:solidFill>
                          <a:effectLst/>
                        </a:rPr>
                        <a:t> </a:t>
                      </a:r>
                      <a:endParaRPr lang="ru-RU" sz="1200" b="0" dirty="0">
                        <a:effectLst/>
                        <a:latin typeface="+mn-lt"/>
                      </a:endParaRPr>
                    </a:p>
                  </a:txBody>
                  <a:tcPr marL="45720" marR="45720" anchor="ctr"/>
                </a:tc>
                <a:extLst>
                  <a:ext uri="{0D108BD9-81ED-4DB2-BD59-A6C34878D82A}">
                    <a16:rowId xmlns:a16="http://schemas.microsoft.com/office/drawing/2014/main" val="1837856401"/>
                  </a:ext>
                </a:extLst>
              </a:tr>
              <a:tr h="0">
                <a:tc>
                  <a:txBody>
                    <a:bodyPr/>
                    <a:lstStyle/>
                    <a:p>
                      <a:pPr algn="ctr"/>
                      <a:r>
                        <a:rPr lang="ru-RU" sz="1200" dirty="0">
                          <a:effectLst/>
                        </a:rPr>
                        <a:t>1989</a:t>
                      </a:r>
                      <a:endParaRPr lang="ru-RU" sz="1200" dirty="0">
                        <a:effectLst/>
                        <a:latin typeface="+mn-lt"/>
                      </a:endParaRPr>
                    </a:p>
                  </a:txBody>
                  <a:tcPr marL="45720" marR="45720" anchor="ctr"/>
                </a:tc>
                <a:tc>
                  <a:txBody>
                    <a:bodyPr/>
                    <a:lstStyle/>
                    <a:p>
                      <a:pPr algn="ctr"/>
                      <a:r>
                        <a:rPr lang="en-US" sz="1200" dirty="0">
                          <a:effectLst/>
                        </a:rPr>
                        <a:t>SQL-89</a:t>
                      </a:r>
                      <a:endParaRPr lang="en-US" sz="1200" dirty="0">
                        <a:effectLst/>
                        <a:latin typeface="+mn-lt"/>
                      </a:endParaRPr>
                    </a:p>
                  </a:txBody>
                  <a:tcPr marL="45720" marR="45720" anchor="ctr"/>
                </a:tc>
                <a:tc>
                  <a:txBody>
                    <a:bodyPr/>
                    <a:lstStyle/>
                    <a:p>
                      <a:pPr algn="just"/>
                      <a:r>
                        <a:rPr lang="ru-RU" sz="1200" dirty="0">
                          <a:effectLst/>
                        </a:rPr>
                        <a:t>Немного доработанный вариант предыдущего стандарта</a:t>
                      </a:r>
                      <a:endParaRPr lang="ru-RU" sz="1200" dirty="0">
                        <a:effectLst/>
                        <a:latin typeface="+mn-lt"/>
                      </a:endParaRPr>
                    </a:p>
                  </a:txBody>
                  <a:tcPr marL="45720" marR="45720" anchor="ctr"/>
                </a:tc>
                <a:extLst>
                  <a:ext uri="{0D108BD9-81ED-4DB2-BD59-A6C34878D82A}">
                    <a16:rowId xmlns:a16="http://schemas.microsoft.com/office/drawing/2014/main" val="103702132"/>
                  </a:ext>
                </a:extLst>
              </a:tr>
              <a:tr h="173217">
                <a:tc>
                  <a:txBody>
                    <a:bodyPr/>
                    <a:lstStyle/>
                    <a:p>
                      <a:pPr algn="ctr"/>
                      <a:r>
                        <a:rPr lang="ru-RU" sz="1200" dirty="0">
                          <a:effectLst/>
                        </a:rPr>
                        <a:t>1992</a:t>
                      </a:r>
                      <a:endParaRPr lang="ru-RU" sz="1200" dirty="0">
                        <a:effectLst/>
                        <a:latin typeface="+mn-lt"/>
                      </a:endParaRPr>
                    </a:p>
                  </a:txBody>
                  <a:tcPr marL="45720" marR="45720" anchor="ctr"/>
                </a:tc>
                <a:tc>
                  <a:txBody>
                    <a:bodyPr/>
                    <a:lstStyle/>
                    <a:p>
                      <a:pPr algn="ctr"/>
                      <a:r>
                        <a:rPr lang="en-US" sz="1200" dirty="0">
                          <a:effectLst/>
                        </a:rPr>
                        <a:t>SQL-92</a:t>
                      </a:r>
                      <a:endParaRPr lang="en-US" sz="1200" dirty="0">
                        <a:effectLst/>
                        <a:latin typeface="+mn-lt"/>
                      </a:endParaRPr>
                    </a:p>
                  </a:txBody>
                  <a:tcPr marL="45720" marR="45720" anchor="ctr"/>
                </a:tc>
                <a:tc>
                  <a:txBody>
                    <a:bodyPr/>
                    <a:lstStyle/>
                    <a:p>
                      <a:pPr algn="just"/>
                      <a:r>
                        <a:rPr lang="ru-RU" sz="1200" dirty="0">
                          <a:effectLst/>
                        </a:rPr>
                        <a:t>Значительные изменения (ISO 9075); уровень </a:t>
                      </a:r>
                      <a:r>
                        <a:rPr lang="en-US" sz="1200" dirty="0">
                          <a:effectLst/>
                        </a:rPr>
                        <a:t>Entry</a:t>
                      </a:r>
                      <a:r>
                        <a:rPr lang="ru-RU" sz="1200" dirty="0">
                          <a:effectLst/>
                        </a:rPr>
                        <a:t> Level стандарта SQL-92 был принят как стандарт FIPS 127-2.</a:t>
                      </a:r>
                      <a:endParaRPr lang="ru-RU" sz="1200" dirty="0">
                        <a:effectLst/>
                        <a:latin typeface="+mn-lt"/>
                      </a:endParaRPr>
                    </a:p>
                  </a:txBody>
                  <a:tcPr marL="45720" marR="45720" anchor="ctr"/>
                </a:tc>
                <a:extLst>
                  <a:ext uri="{0D108BD9-81ED-4DB2-BD59-A6C34878D82A}">
                    <a16:rowId xmlns:a16="http://schemas.microsoft.com/office/drawing/2014/main" val="819206757"/>
                  </a:ext>
                </a:extLst>
              </a:tr>
              <a:tr h="242504">
                <a:tc>
                  <a:txBody>
                    <a:bodyPr/>
                    <a:lstStyle/>
                    <a:p>
                      <a:pPr algn="ctr"/>
                      <a:r>
                        <a:rPr lang="ru-RU" sz="1200" dirty="0">
                          <a:effectLst/>
                        </a:rPr>
                        <a:t>1999</a:t>
                      </a:r>
                      <a:endParaRPr lang="ru-RU" sz="1200" dirty="0">
                        <a:effectLst/>
                        <a:latin typeface="+mn-lt"/>
                      </a:endParaRPr>
                    </a:p>
                  </a:txBody>
                  <a:tcPr marL="45720" marR="45720" anchor="ctr"/>
                </a:tc>
                <a:tc>
                  <a:txBody>
                    <a:bodyPr/>
                    <a:lstStyle/>
                    <a:p>
                      <a:pPr algn="ctr"/>
                      <a:r>
                        <a:rPr lang="en-US" sz="1200" dirty="0">
                          <a:effectLst/>
                        </a:rPr>
                        <a:t>SQL:1999</a:t>
                      </a:r>
                      <a:endParaRPr lang="en-US" sz="1200" dirty="0">
                        <a:effectLst/>
                        <a:latin typeface="+mn-lt"/>
                      </a:endParaRPr>
                    </a:p>
                  </a:txBody>
                  <a:tcPr marL="45720" marR="45720" anchor="ctr"/>
                </a:tc>
                <a:tc>
                  <a:txBody>
                    <a:bodyPr/>
                    <a:lstStyle/>
                    <a:p>
                      <a:pPr algn="just"/>
                      <a:r>
                        <a:rPr lang="ru-RU" sz="1200" dirty="0">
                          <a:effectLst/>
                        </a:rPr>
                        <a:t>Добавлена поддержка регулярных выражений, рекурсивных запросов, поддержка триггеров, базовые процедурные расширения, </a:t>
                      </a:r>
                      <a:r>
                        <a:rPr lang="ru-RU" sz="1200" dirty="0" err="1">
                          <a:effectLst/>
                        </a:rPr>
                        <a:t>нескалярные</a:t>
                      </a:r>
                      <a:r>
                        <a:rPr lang="ru-RU" sz="1200" dirty="0">
                          <a:effectLst/>
                        </a:rPr>
                        <a:t> типы данных и некоторые объектно-ориентированные возможности.</a:t>
                      </a:r>
                      <a:endParaRPr lang="ru-RU" sz="1200" dirty="0">
                        <a:effectLst/>
                        <a:latin typeface="+mn-lt"/>
                      </a:endParaRPr>
                    </a:p>
                  </a:txBody>
                  <a:tcPr marL="45720" marR="45720" anchor="ctr"/>
                </a:tc>
                <a:extLst>
                  <a:ext uri="{0D108BD9-81ED-4DB2-BD59-A6C34878D82A}">
                    <a16:rowId xmlns:a16="http://schemas.microsoft.com/office/drawing/2014/main" val="3107652185"/>
                  </a:ext>
                </a:extLst>
              </a:tr>
              <a:tr h="242504">
                <a:tc>
                  <a:txBody>
                    <a:bodyPr/>
                    <a:lstStyle/>
                    <a:p>
                      <a:pPr algn="ctr"/>
                      <a:r>
                        <a:rPr lang="ru-RU" sz="1200" dirty="0">
                          <a:effectLst/>
                        </a:rPr>
                        <a:t>2003</a:t>
                      </a:r>
                      <a:endParaRPr lang="ru-RU" sz="1200" dirty="0">
                        <a:effectLst/>
                        <a:latin typeface="+mn-lt"/>
                      </a:endParaRPr>
                    </a:p>
                  </a:txBody>
                  <a:tcPr marL="45720" marR="45720" anchor="ctr"/>
                </a:tc>
                <a:tc>
                  <a:txBody>
                    <a:bodyPr/>
                    <a:lstStyle/>
                    <a:p>
                      <a:pPr algn="ctr"/>
                      <a:r>
                        <a:rPr lang="en-US" sz="1200" dirty="0">
                          <a:effectLst/>
                        </a:rPr>
                        <a:t>SQL:2003</a:t>
                      </a:r>
                      <a:endParaRPr lang="en-US" sz="1200" dirty="0">
                        <a:effectLst/>
                        <a:latin typeface="+mn-lt"/>
                      </a:endParaRPr>
                    </a:p>
                  </a:txBody>
                  <a:tcPr marL="45720" marR="45720" anchor="ctr"/>
                </a:tc>
                <a:tc>
                  <a:txBody>
                    <a:bodyPr/>
                    <a:lstStyle/>
                    <a:p>
                      <a:pPr algn="just"/>
                      <a:r>
                        <a:rPr lang="ru-RU" sz="1200" dirty="0">
                          <a:effectLst/>
                        </a:rPr>
                        <a:t>Введены расширения для работы с XML-данными, оконные функции (применяемые для работы с OLAP-базами данных), генераторы последовательностей и основанные на них типы данных.</a:t>
                      </a:r>
                      <a:endParaRPr lang="ru-RU" sz="1200" dirty="0">
                        <a:effectLst/>
                        <a:latin typeface="+mn-lt"/>
                      </a:endParaRPr>
                    </a:p>
                  </a:txBody>
                  <a:tcPr marL="45720" marR="45720" anchor="ctr"/>
                </a:tc>
                <a:extLst>
                  <a:ext uri="{0D108BD9-81ED-4DB2-BD59-A6C34878D82A}">
                    <a16:rowId xmlns:a16="http://schemas.microsoft.com/office/drawing/2014/main" val="25664848"/>
                  </a:ext>
                </a:extLst>
              </a:tr>
              <a:tr h="0">
                <a:tc>
                  <a:txBody>
                    <a:bodyPr/>
                    <a:lstStyle/>
                    <a:p>
                      <a:pPr algn="ctr"/>
                      <a:r>
                        <a:rPr lang="en-US" sz="1200" dirty="0">
                          <a:effectLst/>
                          <a:latin typeface="+mn-lt"/>
                        </a:rPr>
                        <a:t>...</a:t>
                      </a:r>
                      <a:endParaRPr lang="ru-RU" sz="1200" dirty="0">
                        <a:effectLst/>
                        <a:latin typeface="+mn-lt"/>
                      </a:endParaRPr>
                    </a:p>
                  </a:txBody>
                  <a:tcPr marL="45720" marR="45720" anchor="ctr"/>
                </a:tc>
                <a:tc>
                  <a:txBody>
                    <a:bodyPr/>
                    <a:lstStyle/>
                    <a:p>
                      <a:pPr algn="ctr"/>
                      <a:r>
                        <a:rPr lang="en-US" sz="1200" dirty="0">
                          <a:effectLst/>
                          <a:latin typeface="+mn-lt"/>
                        </a:rPr>
                        <a:t>…</a:t>
                      </a:r>
                    </a:p>
                  </a:txBody>
                  <a:tcPr marL="45720" marR="45720" anchor="ctr"/>
                </a:tc>
                <a:tc>
                  <a:txBody>
                    <a:bodyPr/>
                    <a:lstStyle/>
                    <a:p>
                      <a:pPr algn="just"/>
                      <a:r>
                        <a:rPr lang="en-US" sz="1200" dirty="0">
                          <a:effectLst/>
                          <a:latin typeface="+mn-lt"/>
                        </a:rPr>
                        <a:t>… </a:t>
                      </a:r>
                      <a:endParaRPr lang="ru-RU" sz="1200" dirty="0">
                        <a:effectLst/>
                        <a:latin typeface="+mn-lt"/>
                      </a:endParaRPr>
                    </a:p>
                  </a:txBody>
                  <a:tcPr marL="45720" marR="45720" anchor="ctr"/>
                </a:tc>
                <a:extLst>
                  <a:ext uri="{0D108BD9-81ED-4DB2-BD59-A6C34878D82A}">
                    <a16:rowId xmlns:a16="http://schemas.microsoft.com/office/drawing/2014/main" val="4247290935"/>
                  </a:ext>
                </a:extLst>
              </a:tr>
            </a:tbl>
          </a:graphicData>
        </a:graphic>
      </p:graphicFrame>
    </p:spTree>
    <p:extLst>
      <p:ext uri="{BB962C8B-B14F-4D97-AF65-F5344CB8AC3E}">
        <p14:creationId xmlns:p14="http://schemas.microsoft.com/office/powerpoint/2010/main" val="1268786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83530-BF37-5ADD-2804-9A88A8DAAF8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63817B-DC50-BB2C-695B-63301BCAEC03}"/>
              </a:ext>
            </a:extLst>
          </p:cNvPr>
          <p:cNvSpPr>
            <a:spLocks noGrp="1"/>
          </p:cNvSpPr>
          <p:nvPr>
            <p:ph type="sldNum" sz="quarter" idx="12"/>
          </p:nvPr>
        </p:nvSpPr>
        <p:spPr/>
        <p:txBody>
          <a:bodyPr/>
          <a:lstStyle/>
          <a:p>
            <a:fld id="{C12E5AAC-331B-4A22-A01D-802D40030460}" type="slidenum">
              <a:rPr lang="en-US" smtClean="0"/>
              <a:pPr/>
              <a:t>5</a:t>
            </a:fld>
            <a:endParaRPr lang="en-US" dirty="0"/>
          </a:p>
        </p:txBody>
      </p:sp>
      <p:sp>
        <p:nvSpPr>
          <p:cNvPr id="3" name="Text Placeholder 2">
            <a:extLst>
              <a:ext uri="{FF2B5EF4-FFF2-40B4-BE49-F238E27FC236}">
                <a16:creationId xmlns:a16="http://schemas.microsoft.com/office/drawing/2014/main" id="{20F2FB21-BE09-F8BB-5B38-5592A2806CE9}"/>
              </a:ext>
            </a:extLst>
          </p:cNvPr>
          <p:cNvSpPr>
            <a:spLocks noGrp="1"/>
          </p:cNvSpPr>
          <p:nvPr>
            <p:ph type="body" sz="quarter" idx="13"/>
          </p:nvPr>
        </p:nvSpPr>
        <p:spPr/>
        <p:txBody>
          <a:bodyPr/>
          <a:lstStyle/>
          <a:p>
            <a:endParaRPr lang="en-US" dirty="0"/>
          </a:p>
        </p:txBody>
      </p:sp>
      <p:sp>
        <p:nvSpPr>
          <p:cNvPr id="4" name="Title 3">
            <a:extLst>
              <a:ext uri="{FF2B5EF4-FFF2-40B4-BE49-F238E27FC236}">
                <a16:creationId xmlns:a16="http://schemas.microsoft.com/office/drawing/2014/main" id="{175103DF-DA8E-BC2F-0077-3D31059D0E3E}"/>
              </a:ext>
            </a:extLst>
          </p:cNvPr>
          <p:cNvSpPr>
            <a:spLocks noGrp="1"/>
          </p:cNvSpPr>
          <p:nvPr>
            <p:ph type="title"/>
          </p:nvPr>
        </p:nvSpPr>
        <p:spPr/>
        <p:txBody>
          <a:bodyPr/>
          <a:lstStyle/>
          <a:p>
            <a:r>
              <a:rPr lang="en-US" dirty="0"/>
              <a:t>SQL: </a:t>
            </a:r>
            <a:r>
              <a:rPr lang="ru-RU" dirty="0"/>
              <a:t>Версии стандарта</a:t>
            </a:r>
            <a:r>
              <a:rPr lang="en-US" dirty="0"/>
              <a:t> (2)</a:t>
            </a:r>
          </a:p>
        </p:txBody>
      </p:sp>
      <p:graphicFrame>
        <p:nvGraphicFramePr>
          <p:cNvPr id="5" name="Table 4">
            <a:extLst>
              <a:ext uri="{FF2B5EF4-FFF2-40B4-BE49-F238E27FC236}">
                <a16:creationId xmlns:a16="http://schemas.microsoft.com/office/drawing/2014/main" id="{C9BB4587-5747-25D7-B47D-2D42BACB8C12}"/>
              </a:ext>
            </a:extLst>
          </p:cNvPr>
          <p:cNvGraphicFramePr>
            <a:graphicFrameLocks noGrp="1"/>
          </p:cNvGraphicFramePr>
          <p:nvPr>
            <p:extLst>
              <p:ext uri="{D42A27DB-BD31-4B8C-83A1-F6EECF244321}">
                <p14:modId xmlns:p14="http://schemas.microsoft.com/office/powerpoint/2010/main" val="1011603084"/>
              </p:ext>
            </p:extLst>
          </p:nvPr>
        </p:nvGraphicFramePr>
        <p:xfrm>
          <a:off x="350838" y="1419225"/>
          <a:ext cx="8541642" cy="2952748"/>
        </p:xfrm>
        <a:graphic>
          <a:graphicData uri="http://schemas.openxmlformats.org/drawingml/2006/table">
            <a:tbl>
              <a:tblPr lastRow="1" bandRow="1">
                <a:tableStyleId>{F5AB1C69-6EDB-4FF4-983F-18BD219EF322}</a:tableStyleId>
              </a:tblPr>
              <a:tblGrid>
                <a:gridCol w="548754">
                  <a:extLst>
                    <a:ext uri="{9D8B030D-6E8A-4147-A177-3AD203B41FA5}">
                      <a16:colId xmlns:a16="http://schemas.microsoft.com/office/drawing/2014/main" val="3856264103"/>
                    </a:ext>
                  </a:extLst>
                </a:gridCol>
                <a:gridCol w="936104">
                  <a:extLst>
                    <a:ext uri="{9D8B030D-6E8A-4147-A177-3AD203B41FA5}">
                      <a16:colId xmlns:a16="http://schemas.microsoft.com/office/drawing/2014/main" val="4076127186"/>
                    </a:ext>
                  </a:extLst>
                </a:gridCol>
                <a:gridCol w="7056784">
                  <a:extLst>
                    <a:ext uri="{9D8B030D-6E8A-4147-A177-3AD203B41FA5}">
                      <a16:colId xmlns:a16="http://schemas.microsoft.com/office/drawing/2014/main" val="3375732950"/>
                    </a:ext>
                  </a:extLst>
                </a:gridCol>
              </a:tblGrid>
              <a:tr h="277052">
                <a:tc>
                  <a:txBody>
                    <a:bodyPr/>
                    <a:lstStyle/>
                    <a:p>
                      <a:pPr algn="ctr"/>
                      <a:r>
                        <a:rPr lang="en-US" sz="1200" dirty="0">
                          <a:effectLst/>
                          <a:latin typeface="+mn-lt"/>
                        </a:rPr>
                        <a:t>...</a:t>
                      </a:r>
                      <a:endParaRPr lang="ru-RU" sz="1200" dirty="0">
                        <a:effectLst/>
                        <a:latin typeface="+mn-lt"/>
                      </a:endParaRPr>
                    </a:p>
                  </a:txBody>
                  <a:tcPr marL="45720" marR="45720" anchor="ctr"/>
                </a:tc>
                <a:tc>
                  <a:txBody>
                    <a:bodyPr/>
                    <a:lstStyle/>
                    <a:p>
                      <a:pPr algn="ctr"/>
                      <a:r>
                        <a:rPr lang="en-US" sz="1200" dirty="0">
                          <a:effectLst/>
                          <a:latin typeface="+mn-lt"/>
                        </a:rPr>
                        <a:t>…</a:t>
                      </a:r>
                    </a:p>
                  </a:txBody>
                  <a:tcPr marL="45720" marR="45720" anchor="ctr"/>
                </a:tc>
                <a:tc>
                  <a:txBody>
                    <a:bodyPr/>
                    <a:lstStyle/>
                    <a:p>
                      <a:pPr algn="just"/>
                      <a:r>
                        <a:rPr lang="en-US" sz="1200" dirty="0">
                          <a:effectLst/>
                          <a:latin typeface="+mn-lt"/>
                        </a:rPr>
                        <a:t>… </a:t>
                      </a:r>
                      <a:endParaRPr lang="ru-RU" sz="1200" dirty="0">
                        <a:effectLst/>
                        <a:latin typeface="+mn-lt"/>
                      </a:endParaRPr>
                    </a:p>
                  </a:txBody>
                  <a:tcPr marL="45720" marR="45720" anchor="ctr"/>
                </a:tc>
                <a:extLst>
                  <a:ext uri="{0D108BD9-81ED-4DB2-BD59-A6C34878D82A}">
                    <a16:rowId xmlns:a16="http://schemas.microsoft.com/office/drawing/2014/main" val="1736992899"/>
                  </a:ext>
                </a:extLst>
              </a:tr>
              <a:tr h="510771">
                <a:tc>
                  <a:txBody>
                    <a:bodyPr/>
                    <a:lstStyle/>
                    <a:p>
                      <a:pPr algn="ctr"/>
                      <a:r>
                        <a:rPr lang="ru-RU" sz="1200" dirty="0">
                          <a:effectLst/>
                        </a:rPr>
                        <a:t>2006</a:t>
                      </a:r>
                      <a:endParaRPr lang="ru-RU" sz="1200" dirty="0">
                        <a:effectLst/>
                        <a:latin typeface="+mn-lt"/>
                      </a:endParaRPr>
                    </a:p>
                  </a:txBody>
                  <a:tcPr marL="45720" marR="45720" anchor="ctr"/>
                </a:tc>
                <a:tc>
                  <a:txBody>
                    <a:bodyPr/>
                    <a:lstStyle/>
                    <a:p>
                      <a:pPr algn="ctr"/>
                      <a:r>
                        <a:rPr lang="en-US" sz="1200" dirty="0">
                          <a:effectLst/>
                        </a:rPr>
                        <a:t>SQL:2006</a:t>
                      </a:r>
                      <a:endParaRPr lang="en-US" sz="1200" dirty="0">
                        <a:effectLst/>
                        <a:latin typeface="+mn-lt"/>
                      </a:endParaRPr>
                    </a:p>
                  </a:txBody>
                  <a:tcPr marL="45720" marR="45720" anchor="ctr"/>
                </a:tc>
                <a:tc>
                  <a:txBody>
                    <a:bodyPr/>
                    <a:lstStyle/>
                    <a:p>
                      <a:pPr algn="just"/>
                      <a:r>
                        <a:rPr lang="ru-RU" sz="1200" dirty="0">
                          <a:effectLst/>
                        </a:rPr>
                        <a:t>Функциональность работы с XML-данными значительно расширена. Появилась возможность совместно использовать в запросах SQL и </a:t>
                      </a:r>
                      <a:r>
                        <a:rPr lang="ru-RU" sz="1200" dirty="0" err="1">
                          <a:effectLst/>
                        </a:rPr>
                        <a:t>XQuery</a:t>
                      </a:r>
                      <a:r>
                        <a:rPr lang="ru-RU" sz="1200" dirty="0">
                          <a:effectLst/>
                        </a:rPr>
                        <a:t>.</a:t>
                      </a:r>
                      <a:endParaRPr lang="ru-RU" sz="1200" dirty="0">
                        <a:effectLst/>
                        <a:latin typeface="+mn-lt"/>
                      </a:endParaRPr>
                    </a:p>
                  </a:txBody>
                  <a:tcPr marL="45720" marR="45720" anchor="ctr"/>
                </a:tc>
                <a:extLst>
                  <a:ext uri="{0D108BD9-81ED-4DB2-BD59-A6C34878D82A}">
                    <a16:rowId xmlns:a16="http://schemas.microsoft.com/office/drawing/2014/main" val="4247290935"/>
                  </a:ext>
                </a:extLst>
              </a:tr>
              <a:tr h="510771">
                <a:tc>
                  <a:txBody>
                    <a:bodyPr/>
                    <a:lstStyle/>
                    <a:p>
                      <a:pPr algn="ctr"/>
                      <a:r>
                        <a:rPr lang="ru-RU" sz="1200" dirty="0">
                          <a:effectLst/>
                        </a:rPr>
                        <a:t>2008</a:t>
                      </a:r>
                      <a:endParaRPr lang="ru-RU" sz="1200" dirty="0">
                        <a:effectLst/>
                        <a:latin typeface="+mn-lt"/>
                      </a:endParaRPr>
                    </a:p>
                  </a:txBody>
                  <a:tcPr marL="45720" marR="45720" anchor="ctr"/>
                </a:tc>
                <a:tc>
                  <a:txBody>
                    <a:bodyPr/>
                    <a:lstStyle/>
                    <a:p>
                      <a:pPr algn="ctr"/>
                      <a:r>
                        <a:rPr lang="en-US" sz="1200" dirty="0">
                          <a:effectLst/>
                        </a:rPr>
                        <a:t>SQL:2008</a:t>
                      </a:r>
                      <a:endParaRPr lang="en-US" sz="1200" dirty="0">
                        <a:effectLst/>
                        <a:latin typeface="+mn-lt"/>
                      </a:endParaRPr>
                    </a:p>
                  </a:txBody>
                  <a:tcPr marL="45720" marR="45720" anchor="ctr"/>
                </a:tc>
                <a:tc>
                  <a:txBody>
                    <a:bodyPr/>
                    <a:lstStyle/>
                    <a:p>
                      <a:pPr algn="just"/>
                      <a:r>
                        <a:rPr lang="ru-RU" sz="1200" dirty="0">
                          <a:effectLst/>
                        </a:rPr>
                        <a:t>Улучшены возможности оконных функций, устранены некоторые неоднозначности стандарта SQL:2003</a:t>
                      </a:r>
                      <a:endParaRPr lang="ru-RU" sz="1200" dirty="0">
                        <a:effectLst/>
                        <a:latin typeface="+mn-lt"/>
                      </a:endParaRPr>
                    </a:p>
                  </a:txBody>
                  <a:tcPr marL="45720" marR="45720" anchor="ctr"/>
                </a:tc>
                <a:extLst>
                  <a:ext uri="{0D108BD9-81ED-4DB2-BD59-A6C34878D82A}">
                    <a16:rowId xmlns:a16="http://schemas.microsoft.com/office/drawing/2014/main" val="2377798197"/>
                  </a:ext>
                </a:extLst>
              </a:tr>
              <a:tr h="510771">
                <a:tc>
                  <a:txBody>
                    <a:bodyPr/>
                    <a:lstStyle/>
                    <a:p>
                      <a:pPr algn="ctr"/>
                      <a:r>
                        <a:rPr lang="ru-RU" sz="1200" dirty="0"/>
                        <a:t>2011</a:t>
                      </a:r>
                      <a:endParaRPr lang="ru-RU" sz="1200" dirty="0">
                        <a:latin typeface="+mn-lt"/>
                      </a:endParaRPr>
                    </a:p>
                  </a:txBody>
                  <a:tcPr marL="45720" marR="45720" anchor="ctr"/>
                </a:tc>
                <a:tc>
                  <a:txBody>
                    <a:bodyPr/>
                    <a:lstStyle/>
                    <a:p>
                      <a:pPr algn="ctr"/>
                      <a:r>
                        <a:rPr lang="en-US" sz="1200" u="none" strike="noStrike" dirty="0">
                          <a:solidFill>
                            <a:schemeClr val="tx1"/>
                          </a:solidFill>
                        </a:rPr>
                        <a:t>SQL:2011</a:t>
                      </a:r>
                      <a:endParaRPr lang="en-US" sz="1200" dirty="0">
                        <a:solidFill>
                          <a:schemeClr val="tx1"/>
                        </a:solidFill>
                        <a:latin typeface="+mn-lt"/>
                      </a:endParaRPr>
                    </a:p>
                  </a:txBody>
                  <a:tcPr marL="45720" marR="45720" anchor="ctr"/>
                </a:tc>
                <a:tc>
                  <a:txBody>
                    <a:bodyPr/>
                    <a:lstStyle/>
                    <a:p>
                      <a:r>
                        <a:rPr lang="ru-RU" sz="1200" dirty="0"/>
                        <a:t>Реализована поддержка </a:t>
                      </a:r>
                      <a:r>
                        <a:rPr lang="ru-RU" sz="1200" u="none" strike="noStrike" dirty="0">
                          <a:solidFill>
                            <a:srgbClr val="0B0080"/>
                          </a:solidFill>
                        </a:rPr>
                        <a:t>хронологических баз данных</a:t>
                      </a:r>
                      <a:r>
                        <a:rPr lang="ru-RU" sz="1200" dirty="0"/>
                        <a:t> (PERIOD FOR), поддержка конструкции FETCH.</a:t>
                      </a:r>
                      <a:endParaRPr lang="ru-RU" sz="1200" dirty="0">
                        <a:latin typeface="+mn-lt"/>
                      </a:endParaRPr>
                    </a:p>
                  </a:txBody>
                  <a:tcPr marL="45720" marR="45720" anchor="ctr"/>
                </a:tc>
                <a:extLst>
                  <a:ext uri="{0D108BD9-81ED-4DB2-BD59-A6C34878D82A}">
                    <a16:rowId xmlns:a16="http://schemas.microsoft.com/office/drawing/2014/main" val="607423953"/>
                  </a:ext>
                </a:extLst>
              </a:tr>
              <a:tr h="306463">
                <a:tc>
                  <a:txBody>
                    <a:bodyPr/>
                    <a:lstStyle/>
                    <a:p>
                      <a:pPr marL="0" algn="ctr" defTabSz="914400" rtl="0" eaLnBrk="1" latinLnBrk="0" hangingPunct="1"/>
                      <a:r>
                        <a:rPr lang="ru-RU" sz="1200" kern="1200" dirty="0">
                          <a:solidFill>
                            <a:schemeClr val="tx1"/>
                          </a:solidFill>
                        </a:rPr>
                        <a:t>2016</a:t>
                      </a:r>
                      <a:endParaRPr lang="ru-RU" sz="1200" kern="1200" dirty="0">
                        <a:solidFill>
                          <a:schemeClr val="tx1"/>
                        </a:solidFill>
                        <a:latin typeface="+mn-lt"/>
                        <a:ea typeface="+mn-ea"/>
                        <a:cs typeface="+mn-cs"/>
                      </a:endParaRPr>
                    </a:p>
                  </a:txBody>
                  <a:tcPr marL="45720" marR="45720" anchor="ctr"/>
                </a:tc>
                <a:tc>
                  <a:txBody>
                    <a:bodyPr/>
                    <a:lstStyle/>
                    <a:p>
                      <a:pPr marL="0" algn="ctr" defTabSz="914400" rtl="0" eaLnBrk="1" latinLnBrk="0" hangingPunct="1"/>
                      <a:r>
                        <a:rPr lang="en-US" sz="1200" kern="1200" dirty="0">
                          <a:solidFill>
                            <a:schemeClr val="tx1"/>
                          </a:solidFill>
                        </a:rPr>
                        <a:t>SQL:2016</a:t>
                      </a:r>
                      <a:endParaRPr lang="en-US" sz="1200" kern="1200" dirty="0">
                        <a:solidFill>
                          <a:schemeClr val="tx1"/>
                        </a:solidFill>
                        <a:latin typeface="+mn-lt"/>
                        <a:ea typeface="+mn-ea"/>
                        <a:cs typeface="+mn-cs"/>
                      </a:endParaRPr>
                    </a:p>
                  </a:txBody>
                  <a:tcPr marL="45720" marR="45720" anchor="ctr"/>
                </a:tc>
                <a:tc>
                  <a:txBody>
                    <a:bodyPr/>
                    <a:lstStyle/>
                    <a:p>
                      <a:pPr marL="0" algn="l" defTabSz="914400" rtl="0" eaLnBrk="1" latinLnBrk="0" hangingPunct="1"/>
                      <a:r>
                        <a:rPr lang="ru-RU" sz="1200" kern="1200" dirty="0">
                          <a:solidFill>
                            <a:schemeClr val="tx1"/>
                          </a:solidFill>
                        </a:rPr>
                        <a:t>Защита на уровне строк, полиморфные табличные функции, JSON.</a:t>
                      </a:r>
                      <a:endParaRPr lang="ru-RU" sz="1200" kern="1200" dirty="0">
                        <a:solidFill>
                          <a:schemeClr val="tx1"/>
                        </a:solidFill>
                        <a:latin typeface="+mn-lt"/>
                        <a:ea typeface="+mn-ea"/>
                        <a:cs typeface="+mn-cs"/>
                      </a:endParaRPr>
                    </a:p>
                  </a:txBody>
                  <a:tcPr marL="45720" marR="45720" anchor="ctr"/>
                </a:tc>
                <a:extLst>
                  <a:ext uri="{0D108BD9-81ED-4DB2-BD59-A6C34878D82A}">
                    <a16:rowId xmlns:a16="http://schemas.microsoft.com/office/drawing/2014/main" val="3843153804"/>
                  </a:ext>
                </a:extLst>
              </a:tr>
              <a:tr h="510771">
                <a:tc>
                  <a:txBody>
                    <a:bodyPr/>
                    <a:lstStyle/>
                    <a:p>
                      <a:pPr marL="0" algn="ctr" defTabSz="914400" rtl="0" eaLnBrk="1" latinLnBrk="0" hangingPunct="1"/>
                      <a:r>
                        <a:rPr lang="ru-RU" sz="1200" kern="1200" dirty="0">
                          <a:solidFill>
                            <a:schemeClr val="tx1"/>
                          </a:solidFill>
                        </a:rPr>
                        <a:t>2019</a:t>
                      </a:r>
                      <a:endParaRPr lang="ru-RU" sz="1200" kern="1200" dirty="0">
                        <a:solidFill>
                          <a:schemeClr val="tx1"/>
                        </a:solidFill>
                        <a:latin typeface="+mn-lt"/>
                        <a:ea typeface="+mn-ea"/>
                        <a:cs typeface="+mn-cs"/>
                      </a:endParaRPr>
                    </a:p>
                  </a:txBody>
                  <a:tcPr marL="45720" marR="4572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rPr>
                        <a:t>SQL:201</a:t>
                      </a:r>
                      <a:r>
                        <a:rPr lang="ru-RU" sz="1200" kern="1200" dirty="0">
                          <a:solidFill>
                            <a:schemeClr val="tx1"/>
                          </a:solidFill>
                        </a:rPr>
                        <a:t>9</a:t>
                      </a:r>
                      <a:endParaRPr lang="en-US" sz="1200" kern="1200" dirty="0">
                        <a:solidFill>
                          <a:schemeClr val="tx1"/>
                        </a:solidFill>
                        <a:latin typeface="+mn-lt"/>
                        <a:ea typeface="+mn-ea"/>
                        <a:cs typeface="+mn-cs"/>
                      </a:endParaRPr>
                    </a:p>
                  </a:txBody>
                  <a:tcPr marL="45720" marR="45720" anchor="ctr"/>
                </a:tc>
                <a:tc>
                  <a:txBody>
                    <a:bodyPr/>
                    <a:lstStyle/>
                    <a:p>
                      <a:pPr marL="0" algn="l" defTabSz="914400" rtl="0" eaLnBrk="1" latinLnBrk="0" hangingPunct="1"/>
                      <a:r>
                        <a:rPr lang="ru-RU" sz="1200" kern="1200" dirty="0">
                          <a:solidFill>
                            <a:schemeClr val="tx1"/>
                          </a:solidFill>
                        </a:rPr>
                        <a:t>Добавлены многомерные массивы (тип </a:t>
                      </a:r>
                      <a:r>
                        <a:rPr lang="ru-RU" sz="1200" kern="1200" dirty="0" err="1">
                          <a:solidFill>
                            <a:schemeClr val="tx1"/>
                          </a:solidFill>
                        </a:rPr>
                        <a:t>MDarray</a:t>
                      </a:r>
                      <a:r>
                        <a:rPr lang="ru-RU" sz="1200" kern="1200" dirty="0">
                          <a:solidFill>
                            <a:schemeClr val="tx1"/>
                          </a:solidFill>
                        </a:rPr>
                        <a:t> и операторы над </a:t>
                      </a:r>
                      <a:r>
                        <a:rPr lang="en-US" sz="1200" b="0" kern="1200" dirty="0">
                          <a:solidFill>
                            <a:schemeClr val="tx1"/>
                          </a:solidFill>
                          <a:effectLst/>
                        </a:rPr>
                        <a:t>MDARRAY, </a:t>
                      </a:r>
                      <a:r>
                        <a:rPr lang="ru-RU" sz="1200" b="0" kern="1200" dirty="0">
                          <a:solidFill>
                            <a:schemeClr val="tx1"/>
                          </a:solidFill>
                          <a:effectLst/>
                        </a:rPr>
                        <a:t>фрагментами </a:t>
                      </a:r>
                      <a:r>
                        <a:rPr lang="en-US" sz="1200" b="0" kern="1200" dirty="0" err="1">
                          <a:solidFill>
                            <a:schemeClr val="tx1"/>
                          </a:solidFill>
                          <a:effectLst/>
                        </a:rPr>
                        <a:t>MDarray</a:t>
                      </a:r>
                      <a:r>
                        <a:rPr lang="en-US" sz="1200" b="0" kern="1200" dirty="0">
                          <a:solidFill>
                            <a:schemeClr val="tx1"/>
                          </a:solidFill>
                          <a:effectLst/>
                        </a:rPr>
                        <a:t>, </a:t>
                      </a:r>
                      <a:r>
                        <a:rPr lang="ru-RU" sz="1200" b="0" kern="1200" dirty="0">
                          <a:solidFill>
                            <a:schemeClr val="tx1"/>
                          </a:solidFill>
                          <a:effectLst/>
                        </a:rPr>
                        <a:t>ячейками </a:t>
                      </a:r>
                      <a:r>
                        <a:rPr lang="en-US" sz="1200" b="0" kern="1200" dirty="0" err="1">
                          <a:solidFill>
                            <a:schemeClr val="tx1"/>
                          </a:solidFill>
                          <a:effectLst/>
                        </a:rPr>
                        <a:t>MDarray</a:t>
                      </a:r>
                      <a:r>
                        <a:rPr lang="ru-RU" sz="1200" kern="1200" dirty="0">
                          <a:solidFill>
                            <a:schemeClr val="tx1"/>
                          </a:solidFill>
                        </a:rPr>
                        <a:t>).</a:t>
                      </a:r>
                      <a:endParaRPr lang="ru-RU" sz="1200" kern="1200" dirty="0">
                        <a:solidFill>
                          <a:schemeClr val="tx1"/>
                        </a:solidFill>
                        <a:latin typeface="+mn-lt"/>
                        <a:ea typeface="+mn-ea"/>
                        <a:cs typeface="+mn-cs"/>
                      </a:endParaRPr>
                    </a:p>
                  </a:txBody>
                  <a:tcPr marL="45720" marR="45720" anchor="ctr"/>
                </a:tc>
                <a:extLst>
                  <a:ext uri="{0D108BD9-81ED-4DB2-BD59-A6C34878D82A}">
                    <a16:rowId xmlns:a16="http://schemas.microsoft.com/office/drawing/2014/main" val="1958950125"/>
                  </a:ext>
                </a:extLst>
              </a:tr>
              <a:tr h="326149">
                <a:tc>
                  <a:txBody>
                    <a:bodyPr/>
                    <a:lstStyle/>
                    <a:p>
                      <a:pPr algn="ctr"/>
                      <a:r>
                        <a:rPr lang="ru-RU" sz="1200" dirty="0">
                          <a:effectLst/>
                        </a:rPr>
                        <a:t>Год</a:t>
                      </a:r>
                      <a:endParaRPr lang="ru-RU" sz="1200" dirty="0">
                        <a:effectLst/>
                        <a:latin typeface="+mn-lt"/>
                      </a:endParaRPr>
                    </a:p>
                  </a:txBody>
                  <a:tcPr marL="45720" marR="45720" anchor="ctr"/>
                </a:tc>
                <a:tc>
                  <a:txBody>
                    <a:bodyPr/>
                    <a:lstStyle/>
                    <a:p>
                      <a:pPr algn="ctr"/>
                      <a:r>
                        <a:rPr lang="ru-RU" sz="1200" dirty="0">
                          <a:effectLst/>
                        </a:rPr>
                        <a:t>Название</a:t>
                      </a:r>
                      <a:endParaRPr lang="ru-RU" sz="1200" dirty="0">
                        <a:effectLst/>
                        <a:latin typeface="+mn-lt"/>
                      </a:endParaRPr>
                    </a:p>
                  </a:txBody>
                  <a:tcPr marL="45720" marR="45720" anchor="ctr"/>
                </a:tc>
                <a:tc>
                  <a:txBody>
                    <a:bodyPr/>
                    <a:lstStyle/>
                    <a:p>
                      <a:pPr algn="ctr"/>
                      <a:r>
                        <a:rPr lang="ru-RU" sz="1200" dirty="0">
                          <a:effectLst/>
                        </a:rPr>
                        <a:t>Изменения</a:t>
                      </a:r>
                      <a:endParaRPr lang="ru-RU" sz="1200" dirty="0">
                        <a:effectLst/>
                        <a:latin typeface="+mn-lt"/>
                      </a:endParaRPr>
                    </a:p>
                  </a:txBody>
                  <a:tcPr marL="45720" marR="45720" anchor="ctr"/>
                </a:tc>
                <a:extLst>
                  <a:ext uri="{0D108BD9-81ED-4DB2-BD59-A6C34878D82A}">
                    <a16:rowId xmlns:a16="http://schemas.microsoft.com/office/drawing/2014/main" val="974348277"/>
                  </a:ext>
                </a:extLst>
              </a:tr>
            </a:tbl>
          </a:graphicData>
        </a:graphic>
      </p:graphicFrame>
    </p:spTree>
    <p:extLst>
      <p:ext uri="{BB962C8B-B14F-4D97-AF65-F5344CB8AC3E}">
        <p14:creationId xmlns:p14="http://schemas.microsoft.com/office/powerpoint/2010/main" val="413758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02AC88-861F-0A89-A882-B49A11FA9E8B}"/>
              </a:ext>
            </a:extLst>
          </p:cNvPr>
          <p:cNvSpPr>
            <a:spLocks noGrp="1"/>
          </p:cNvSpPr>
          <p:nvPr>
            <p:ph type="sldNum" sz="quarter" idx="12"/>
          </p:nvPr>
        </p:nvSpPr>
        <p:spPr/>
        <p:txBody>
          <a:bodyPr/>
          <a:lstStyle/>
          <a:p>
            <a:fld id="{C12E5AAC-331B-4A22-A01D-802D40030460}" type="slidenum">
              <a:rPr lang="en-US" smtClean="0"/>
              <a:pPr/>
              <a:t>6</a:t>
            </a:fld>
            <a:endParaRPr lang="en-US" dirty="0"/>
          </a:p>
        </p:txBody>
      </p:sp>
      <p:sp>
        <p:nvSpPr>
          <p:cNvPr id="10" name="Text Placeholder 9">
            <a:extLst>
              <a:ext uri="{FF2B5EF4-FFF2-40B4-BE49-F238E27FC236}">
                <a16:creationId xmlns:a16="http://schemas.microsoft.com/office/drawing/2014/main" id="{B6F50B3D-9315-0F79-5E99-A8AFADDE3508}"/>
              </a:ext>
            </a:extLst>
          </p:cNvPr>
          <p:cNvSpPr>
            <a:spLocks noGrp="1"/>
          </p:cNvSpPr>
          <p:nvPr>
            <p:ph type="body" sz="quarter" idx="17"/>
          </p:nvPr>
        </p:nvSpPr>
        <p:spPr/>
        <p:txBody>
          <a:bodyPr/>
          <a:lstStyle/>
          <a:p>
            <a:r>
              <a:rPr lang="en-US" dirty="0"/>
              <a:t>SQL:99+</a:t>
            </a:r>
            <a:r>
              <a:rPr lang="ru-RU" dirty="0"/>
              <a:t> - модули</a:t>
            </a:r>
            <a:endParaRPr lang="en-US" dirty="0"/>
          </a:p>
        </p:txBody>
      </p:sp>
      <p:sp>
        <p:nvSpPr>
          <p:cNvPr id="9" name="Content Placeholder 8">
            <a:extLst>
              <a:ext uri="{FF2B5EF4-FFF2-40B4-BE49-F238E27FC236}">
                <a16:creationId xmlns:a16="http://schemas.microsoft.com/office/drawing/2014/main" id="{53054CA3-B32E-DEBD-36D2-2990CF3F2160}"/>
              </a:ext>
            </a:extLst>
          </p:cNvPr>
          <p:cNvSpPr>
            <a:spLocks noGrp="1"/>
          </p:cNvSpPr>
          <p:nvPr>
            <p:ph sz="quarter" idx="16"/>
          </p:nvPr>
        </p:nvSpPr>
        <p:spPr>
          <a:xfrm>
            <a:off x="4572000" y="2066923"/>
            <a:ext cx="4321175" cy="2615185"/>
          </a:xfrm>
        </p:spPr>
        <p:txBody>
          <a:bodyPr>
            <a:normAutofit fontScale="92500" lnSpcReduction="20000"/>
          </a:bodyPr>
          <a:lstStyle/>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SQL/Framework</a:t>
            </a:r>
          </a:p>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SQL/Foundation</a:t>
            </a:r>
          </a:p>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SQL/CLI :Call Level Interface</a:t>
            </a:r>
          </a:p>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SQL/PSM : Persistent Stored Modules</a:t>
            </a:r>
          </a:p>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SQL/Bindings</a:t>
            </a:r>
          </a:p>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SQL/MED Management of External Data</a:t>
            </a:r>
          </a:p>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SQL/OLB Object Language Bindings</a:t>
            </a:r>
          </a:p>
          <a:p>
            <a:pPr marL="269875" marR="0" lvl="0" indent="-269875" algn="l" defTabSz="914400" rtl="0" eaLnBrk="1" fontAlgn="auto" latinLnBrk="0" hangingPunct="1">
              <a:lnSpc>
                <a:spcPct val="100000"/>
              </a:lnSpc>
              <a:spcBef>
                <a:spcPts val="300"/>
              </a:spcBef>
              <a:spcAft>
                <a:spcPts val="0"/>
              </a:spcAft>
              <a:buClrTx/>
              <a:buSzTx/>
              <a:buFontTx/>
              <a:buBlip>
                <a:blip r:embed="rId3"/>
              </a:buBlip>
              <a:tabLst/>
              <a:defRPr/>
            </a:pPr>
            <a:r>
              <a:rPr kumimoji="0" lang="en-US" sz="1600" b="0" i="0" u="none" strike="noStrike" kern="1200" cap="none" spc="0" normalizeH="0" baseline="0" noProof="0" dirty="0">
                <a:ln>
                  <a:noFill/>
                </a:ln>
                <a:solidFill>
                  <a:prstClr val="black"/>
                </a:solidFill>
                <a:effectLst/>
                <a:uLnTx/>
                <a:uFillTx/>
                <a:latin typeface="Acrom" panose="00000500000000000000" pitchFamily="50" charset="-52"/>
                <a:ea typeface="+mn-ea"/>
                <a:cs typeface="+mn-cs"/>
              </a:rPr>
              <a:t>SQL/JRT SQL Routines and Types using the Java Programming Language</a:t>
            </a:r>
          </a:p>
        </p:txBody>
      </p:sp>
      <p:sp>
        <p:nvSpPr>
          <p:cNvPr id="5" name="Text Placeholder 4">
            <a:extLst>
              <a:ext uri="{FF2B5EF4-FFF2-40B4-BE49-F238E27FC236}">
                <a16:creationId xmlns:a16="http://schemas.microsoft.com/office/drawing/2014/main" id="{1498BC6F-170A-C1ED-FD72-D08D92CDAC8E}"/>
              </a:ext>
            </a:extLst>
          </p:cNvPr>
          <p:cNvSpPr>
            <a:spLocks noGrp="1"/>
          </p:cNvSpPr>
          <p:nvPr>
            <p:ph type="body" sz="quarter" idx="13"/>
          </p:nvPr>
        </p:nvSpPr>
        <p:spPr/>
        <p:txBody>
          <a:bodyPr>
            <a:normAutofit/>
          </a:bodyPr>
          <a:lstStyle/>
          <a:p>
            <a:r>
              <a:rPr lang="ru-RU" sz="1600" dirty="0"/>
              <a:t>Базовый (</a:t>
            </a:r>
            <a:r>
              <a:rPr lang="ru-RU" sz="1600" dirty="0" err="1"/>
              <a:t>Entry</a:t>
            </a:r>
            <a:r>
              <a:rPr lang="ru-RU" sz="1600" dirty="0"/>
              <a:t>) </a:t>
            </a:r>
            <a:endParaRPr lang="en-US" sz="1600" dirty="0"/>
          </a:p>
          <a:p>
            <a:r>
              <a:rPr lang="ru-RU" sz="1600" dirty="0"/>
              <a:t>Переходный (</a:t>
            </a:r>
            <a:r>
              <a:rPr lang="en-US" sz="1600" dirty="0"/>
              <a:t>Transitional)</a:t>
            </a:r>
            <a:endParaRPr lang="ru-RU" sz="1600" dirty="0"/>
          </a:p>
          <a:p>
            <a:r>
              <a:rPr lang="ru-RU" sz="1600" dirty="0"/>
              <a:t>промежуточный (</a:t>
            </a:r>
            <a:r>
              <a:rPr lang="ru-RU" sz="1600" dirty="0" err="1"/>
              <a:t>Intermediate</a:t>
            </a:r>
            <a:r>
              <a:rPr lang="ru-RU" sz="1600" dirty="0"/>
              <a:t>)</a:t>
            </a:r>
          </a:p>
          <a:p>
            <a:r>
              <a:rPr lang="ru-RU" sz="1600" dirty="0"/>
              <a:t>полный (Full)</a:t>
            </a:r>
          </a:p>
        </p:txBody>
      </p:sp>
      <p:sp>
        <p:nvSpPr>
          <p:cNvPr id="8" name="Text Placeholder 7">
            <a:extLst>
              <a:ext uri="{FF2B5EF4-FFF2-40B4-BE49-F238E27FC236}">
                <a16:creationId xmlns:a16="http://schemas.microsoft.com/office/drawing/2014/main" id="{F059BCD9-BEE9-7098-E00B-8AE2FF2BF5AF}"/>
              </a:ext>
            </a:extLst>
          </p:cNvPr>
          <p:cNvSpPr>
            <a:spLocks noGrp="1"/>
          </p:cNvSpPr>
          <p:nvPr>
            <p:ph type="body" sz="quarter" idx="14"/>
          </p:nvPr>
        </p:nvSpPr>
        <p:spPr/>
        <p:txBody>
          <a:bodyPr/>
          <a:lstStyle/>
          <a:p>
            <a:r>
              <a:rPr lang="en-US" dirty="0"/>
              <a:t>SQL:92</a:t>
            </a:r>
            <a:r>
              <a:rPr lang="ru-RU" dirty="0"/>
              <a:t> - Уровни</a:t>
            </a:r>
            <a:endParaRPr lang="en-US" dirty="0"/>
          </a:p>
        </p:txBody>
      </p:sp>
      <p:sp>
        <p:nvSpPr>
          <p:cNvPr id="4" name="Title 3">
            <a:extLst>
              <a:ext uri="{FF2B5EF4-FFF2-40B4-BE49-F238E27FC236}">
                <a16:creationId xmlns:a16="http://schemas.microsoft.com/office/drawing/2014/main" id="{39BE884F-AB00-F742-93BB-E9A629117477}"/>
              </a:ext>
            </a:extLst>
          </p:cNvPr>
          <p:cNvSpPr>
            <a:spLocks noGrp="1"/>
          </p:cNvSpPr>
          <p:nvPr>
            <p:ph type="title"/>
          </p:nvPr>
        </p:nvSpPr>
        <p:spPr/>
        <p:txBody>
          <a:bodyPr/>
          <a:lstStyle/>
          <a:p>
            <a:r>
              <a:rPr lang="en-US" dirty="0"/>
              <a:t>SQL: </a:t>
            </a:r>
            <a:r>
              <a:rPr lang="ru-RU" dirty="0"/>
              <a:t>Уровни соответствия</a:t>
            </a:r>
            <a:endParaRPr lang="en-US" dirty="0"/>
          </a:p>
        </p:txBody>
      </p:sp>
    </p:spTree>
    <p:extLst>
      <p:ext uri="{BB962C8B-B14F-4D97-AF65-F5344CB8AC3E}">
        <p14:creationId xmlns:p14="http://schemas.microsoft.com/office/powerpoint/2010/main" val="439986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19E346-4B1F-4E12-17F3-38BEDFA90AB0}"/>
              </a:ext>
            </a:extLst>
          </p:cNvPr>
          <p:cNvSpPr>
            <a:spLocks noGrp="1"/>
          </p:cNvSpPr>
          <p:nvPr>
            <p:ph type="sldNum" sz="quarter" idx="12"/>
          </p:nvPr>
        </p:nvSpPr>
        <p:spPr/>
        <p:txBody>
          <a:bodyPr/>
          <a:lstStyle/>
          <a:p>
            <a:fld id="{C12E5AAC-331B-4A22-A01D-802D40030460}" type="slidenum">
              <a:rPr lang="en-US" smtClean="0"/>
              <a:pPr/>
              <a:t>7</a:t>
            </a:fld>
            <a:endParaRPr lang="en-US" dirty="0"/>
          </a:p>
        </p:txBody>
      </p:sp>
      <p:sp>
        <p:nvSpPr>
          <p:cNvPr id="9" name="Text Placeholder 8">
            <a:extLst>
              <a:ext uri="{FF2B5EF4-FFF2-40B4-BE49-F238E27FC236}">
                <a16:creationId xmlns:a16="http://schemas.microsoft.com/office/drawing/2014/main" id="{93C93471-DC4B-88C0-6EC4-FDAD9871B7C9}"/>
              </a:ext>
            </a:extLst>
          </p:cNvPr>
          <p:cNvSpPr>
            <a:spLocks noGrp="1"/>
          </p:cNvSpPr>
          <p:nvPr>
            <p:ph type="body" sz="quarter" idx="13"/>
          </p:nvPr>
        </p:nvSpPr>
        <p:spPr>
          <a:xfrm>
            <a:off x="350837" y="1419224"/>
            <a:ext cx="8541643" cy="3262883"/>
          </a:xfrm>
        </p:spPr>
        <p:txBody>
          <a:bodyPr>
            <a:normAutofit fontScale="62500" lnSpcReduction="20000"/>
          </a:bodyPr>
          <a:lstStyle/>
          <a:p>
            <a:pPr>
              <a:lnSpc>
                <a:spcPct val="120000"/>
              </a:lnSpc>
              <a:spcBef>
                <a:spcPts val="600"/>
              </a:spcBef>
              <a:buClrTx/>
              <a:buSzTx/>
            </a:pPr>
            <a:r>
              <a:rPr kumimoji="0" lang="ru-RU" altLang="ru-RU" sz="2600" b="1" i="0" u="none" strike="noStrike" cap="none" normalizeH="0" baseline="0" dirty="0">
                <a:ln>
                  <a:noFill/>
                </a:ln>
                <a:solidFill>
                  <a:schemeClr val="accent5">
                    <a:lumMod val="25000"/>
                  </a:schemeClr>
                </a:solidFill>
                <a:effectLst/>
                <a:cs typeface="Arial" panose="020B0604020202020204" pitchFamily="34" charset="0"/>
              </a:rPr>
              <a:t>Независимость от конкретной СУБД</a:t>
            </a:r>
          </a:p>
          <a:p>
            <a:pPr marL="0" indent="0">
              <a:lnSpc>
                <a:spcPct val="120000"/>
              </a:lnSpc>
              <a:spcBef>
                <a:spcPts val="600"/>
              </a:spcBef>
              <a:buClrTx/>
              <a:buSzTx/>
              <a:buNone/>
            </a:pPr>
            <a:r>
              <a:rPr kumimoji="0" lang="ru-RU" altLang="ru-RU" sz="2000" b="0" i="0" u="none" strike="noStrike" cap="none" normalizeH="0" baseline="0" dirty="0">
                <a:ln>
                  <a:noFill/>
                </a:ln>
                <a:solidFill>
                  <a:srgbClr val="202122"/>
                </a:solidFill>
                <a:effectLst/>
                <a:cs typeface="Arial" panose="020B0604020202020204" pitchFamily="34" charset="0"/>
              </a:rPr>
              <a:t>Несмотря на наличие диалектов и различий в синтаксисе, в большинстве своём тексты SQL-запросов, содержащие DDL и DML, могут быть </a:t>
            </a:r>
            <a:r>
              <a:rPr kumimoji="0" lang="ru-RU" altLang="ru-RU" sz="2000" b="0" i="0" u="sng" strike="noStrike" cap="none" normalizeH="0" baseline="0" dirty="0">
                <a:ln>
                  <a:noFill/>
                </a:ln>
                <a:solidFill>
                  <a:srgbClr val="202122"/>
                </a:solidFill>
                <a:effectLst/>
                <a:cs typeface="Arial" panose="020B0604020202020204" pitchFamily="34" charset="0"/>
              </a:rPr>
              <a:t>достаточно легко перенесены </a:t>
            </a:r>
            <a:r>
              <a:rPr kumimoji="0" lang="ru-RU" altLang="ru-RU" sz="2000" b="0" i="0" u="none" strike="noStrike" cap="none" normalizeH="0" baseline="0" dirty="0">
                <a:ln>
                  <a:noFill/>
                </a:ln>
                <a:solidFill>
                  <a:srgbClr val="202122"/>
                </a:solidFill>
                <a:effectLst/>
                <a:cs typeface="Arial" panose="020B0604020202020204" pitchFamily="34" charset="0"/>
              </a:rPr>
              <a:t>из одной СУБД в другую.</a:t>
            </a:r>
            <a:endParaRPr kumimoji="0" lang="ru-RU" altLang="ru-RU" sz="2000" b="0" i="0" u="none" strike="noStrike" cap="none" normalizeH="0" baseline="0" dirty="0">
              <a:ln>
                <a:noFill/>
              </a:ln>
              <a:solidFill>
                <a:schemeClr val="tx1"/>
              </a:solidFill>
              <a:effectLst/>
            </a:endParaRPr>
          </a:p>
          <a:p>
            <a:pPr>
              <a:lnSpc>
                <a:spcPct val="120000"/>
              </a:lnSpc>
              <a:spcBef>
                <a:spcPts val="600"/>
              </a:spcBef>
              <a:buClrTx/>
              <a:buSzTx/>
            </a:pPr>
            <a:r>
              <a:rPr lang="ru-RU" altLang="ru-RU" sz="2600" b="1" dirty="0">
                <a:solidFill>
                  <a:schemeClr val="accent5">
                    <a:lumMod val="25000"/>
                  </a:schemeClr>
                </a:solidFill>
                <a:cs typeface="Arial" panose="020B0604020202020204" pitchFamily="34" charset="0"/>
              </a:rPr>
              <a:t>Наличие стандартов</a:t>
            </a:r>
          </a:p>
          <a:p>
            <a:pPr marL="0" indent="0">
              <a:lnSpc>
                <a:spcPct val="120000"/>
              </a:lnSpc>
              <a:spcBef>
                <a:spcPts val="600"/>
              </a:spcBef>
              <a:buClrTx/>
              <a:buSzTx/>
              <a:buNone/>
            </a:pPr>
            <a:r>
              <a:rPr kumimoji="0" lang="ru-RU" altLang="ru-RU" sz="2000" b="0" i="0" u="none" strike="noStrike" cap="none" normalizeH="0" baseline="0" dirty="0">
                <a:ln>
                  <a:noFill/>
                </a:ln>
                <a:solidFill>
                  <a:srgbClr val="202122"/>
                </a:solidFill>
                <a:effectLst/>
                <a:cs typeface="Arial" panose="020B0604020202020204" pitchFamily="34" charset="0"/>
              </a:rPr>
              <a:t>Наличие стандартов и набора тестов для выявления совместимости и соответствия конкретной реализации SQL общепринятому стандарту только способствует «стабилизации» языка. Правда, сам по себе стандарт местами чересчур формализован и </a:t>
            </a:r>
            <a:r>
              <a:rPr kumimoji="0" lang="ru-RU" altLang="ru-RU" sz="2000" i="0" u="sng" strike="noStrike" cap="none" normalizeH="0" baseline="0" dirty="0">
                <a:ln>
                  <a:noFill/>
                </a:ln>
                <a:solidFill>
                  <a:srgbClr val="202122"/>
                </a:solidFill>
                <a:effectLst/>
                <a:cs typeface="Arial" panose="020B0604020202020204" pitchFamily="34" charset="0"/>
              </a:rPr>
              <a:t>раздут в размерах </a:t>
            </a:r>
            <a:r>
              <a:rPr kumimoji="0" lang="ru-RU" altLang="ru-RU" sz="2000" b="0" i="0" u="none" strike="noStrike" cap="none" normalizeH="0" baseline="0" dirty="0">
                <a:ln>
                  <a:noFill/>
                </a:ln>
                <a:solidFill>
                  <a:srgbClr val="202122"/>
                </a:solidFill>
                <a:effectLst/>
                <a:cs typeface="Arial" panose="020B0604020202020204" pitchFamily="34" charset="0"/>
              </a:rPr>
              <a:t>(например, базовая часть стандарта SQL:2003 состоит из более чем 1300 страниц текста).</a:t>
            </a:r>
            <a:endParaRPr kumimoji="0" lang="ru-RU" altLang="ru-RU" sz="2000" b="0" i="0" u="none" strike="noStrike" cap="none" normalizeH="0" baseline="0" dirty="0">
              <a:ln>
                <a:noFill/>
              </a:ln>
              <a:solidFill>
                <a:schemeClr val="tx1"/>
              </a:solidFill>
              <a:effectLst/>
            </a:endParaRPr>
          </a:p>
          <a:p>
            <a:pPr>
              <a:lnSpc>
                <a:spcPct val="120000"/>
              </a:lnSpc>
              <a:spcBef>
                <a:spcPts val="600"/>
              </a:spcBef>
              <a:buClrTx/>
              <a:buSzTx/>
            </a:pPr>
            <a:r>
              <a:rPr lang="ru-RU" altLang="ru-RU" sz="2600" b="1" dirty="0">
                <a:solidFill>
                  <a:schemeClr val="accent5">
                    <a:lumMod val="25000"/>
                  </a:schemeClr>
                </a:solidFill>
                <a:cs typeface="Arial" panose="020B0604020202020204" pitchFamily="34" charset="0"/>
              </a:rPr>
              <a:t>Декларативность</a:t>
            </a:r>
          </a:p>
          <a:p>
            <a:pPr marL="0" indent="0">
              <a:lnSpc>
                <a:spcPct val="120000"/>
              </a:lnSpc>
              <a:spcBef>
                <a:spcPts val="600"/>
              </a:spcBef>
              <a:buClrTx/>
              <a:buSzTx/>
              <a:buNone/>
            </a:pPr>
            <a:r>
              <a:rPr kumimoji="0" lang="ru-RU" altLang="ru-RU" sz="2000" b="0" i="0" u="none" strike="noStrike" cap="none" normalizeH="0" baseline="0" dirty="0">
                <a:ln>
                  <a:noFill/>
                </a:ln>
                <a:solidFill>
                  <a:srgbClr val="202122"/>
                </a:solidFill>
                <a:effectLst/>
                <a:cs typeface="Arial" panose="020B0604020202020204" pitchFamily="34" charset="0"/>
              </a:rPr>
              <a:t>С помощью SQL программист </a:t>
            </a:r>
            <a:r>
              <a:rPr kumimoji="0" lang="ru-RU" altLang="ru-RU" sz="2000" b="0" i="0" u="sng" strike="noStrike" cap="none" normalizeH="0" baseline="0" dirty="0">
                <a:ln>
                  <a:noFill/>
                </a:ln>
                <a:solidFill>
                  <a:srgbClr val="202122"/>
                </a:solidFill>
                <a:effectLst/>
                <a:cs typeface="Arial" panose="020B0604020202020204" pitchFamily="34" charset="0"/>
              </a:rPr>
              <a:t>описывает только то, какие данные нужно извлечь или модифицировать</a:t>
            </a:r>
            <a:r>
              <a:rPr kumimoji="0" lang="ru-RU" altLang="ru-RU" sz="2000" b="0" i="0" u="none" strike="noStrike" cap="none" normalizeH="0" baseline="0" dirty="0">
                <a:ln>
                  <a:noFill/>
                </a:ln>
                <a:solidFill>
                  <a:srgbClr val="202122"/>
                </a:solidFill>
                <a:effectLst/>
                <a:cs typeface="Arial" panose="020B0604020202020204" pitchFamily="34" charset="0"/>
              </a:rPr>
              <a:t>. То, каким образом это сделать, решает СУБД непосредственно при обработке SQL-запроса. </a:t>
            </a:r>
            <a:endParaRPr kumimoji="0" lang="ru-RU" altLang="ru-RU" sz="2000" b="0" i="0" u="none" strike="noStrike" cap="none" normalizeH="0" baseline="0" dirty="0">
              <a:ln>
                <a:noFill/>
              </a:ln>
              <a:solidFill>
                <a:schemeClr val="tx1"/>
              </a:solidFill>
              <a:effectLst/>
            </a:endParaRPr>
          </a:p>
        </p:txBody>
      </p:sp>
      <p:sp>
        <p:nvSpPr>
          <p:cNvPr id="8" name="Title 7">
            <a:extLst>
              <a:ext uri="{FF2B5EF4-FFF2-40B4-BE49-F238E27FC236}">
                <a16:creationId xmlns:a16="http://schemas.microsoft.com/office/drawing/2014/main" id="{EEC53D5F-A5C9-F4C0-FF9F-1F98ECA06D3A}"/>
              </a:ext>
            </a:extLst>
          </p:cNvPr>
          <p:cNvSpPr>
            <a:spLocks noGrp="1"/>
          </p:cNvSpPr>
          <p:nvPr>
            <p:ph type="title"/>
          </p:nvPr>
        </p:nvSpPr>
        <p:spPr/>
        <p:txBody>
          <a:bodyPr/>
          <a:lstStyle/>
          <a:p>
            <a:r>
              <a:rPr lang="en-US" dirty="0"/>
              <a:t>SQL: </a:t>
            </a:r>
            <a:r>
              <a:rPr lang="ru-RU" dirty="0"/>
              <a:t>Преимущества</a:t>
            </a:r>
            <a:endParaRPr lang="en-US" dirty="0"/>
          </a:p>
        </p:txBody>
      </p:sp>
    </p:spTree>
    <p:extLst>
      <p:ext uri="{BB962C8B-B14F-4D97-AF65-F5344CB8AC3E}">
        <p14:creationId xmlns:p14="http://schemas.microsoft.com/office/powerpoint/2010/main" val="387276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2947EF-5586-9C50-E702-D84EE396216B}"/>
              </a:ext>
            </a:extLst>
          </p:cNvPr>
          <p:cNvSpPr>
            <a:spLocks noGrp="1"/>
          </p:cNvSpPr>
          <p:nvPr>
            <p:ph type="sldNum" sz="quarter" idx="12"/>
          </p:nvPr>
        </p:nvSpPr>
        <p:spPr/>
        <p:txBody>
          <a:bodyPr/>
          <a:lstStyle/>
          <a:p>
            <a:fld id="{C12E5AAC-331B-4A22-A01D-802D40030460}" type="slidenum">
              <a:rPr lang="en-US" smtClean="0"/>
              <a:pPr/>
              <a:t>8</a:t>
            </a:fld>
            <a:endParaRPr lang="en-US" dirty="0"/>
          </a:p>
        </p:txBody>
      </p:sp>
      <p:sp>
        <p:nvSpPr>
          <p:cNvPr id="3" name="Text Placeholder 2">
            <a:extLst>
              <a:ext uri="{FF2B5EF4-FFF2-40B4-BE49-F238E27FC236}">
                <a16:creationId xmlns:a16="http://schemas.microsoft.com/office/drawing/2014/main" id="{7B01F7F2-EFD0-554D-011A-ED6EF49D0B52}"/>
              </a:ext>
            </a:extLst>
          </p:cNvPr>
          <p:cNvSpPr>
            <a:spLocks noGrp="1"/>
          </p:cNvSpPr>
          <p:nvPr>
            <p:ph type="body" sz="quarter" idx="13"/>
          </p:nvPr>
        </p:nvSpPr>
        <p:spPr>
          <a:xfrm>
            <a:off x="350837" y="1419224"/>
            <a:ext cx="8541643" cy="3262884"/>
          </a:xfrm>
        </p:spPr>
        <p:txBody>
          <a:bodyPr numCol="2">
            <a:normAutofit fontScale="55000" lnSpcReduction="20000"/>
          </a:bodyPr>
          <a:lstStyle/>
          <a:p>
            <a:pPr marL="177800" indent="-177800">
              <a:lnSpc>
                <a:spcPct val="120000"/>
              </a:lnSpc>
              <a:buClr>
                <a:srgbClr val="5F9E38"/>
              </a:buClr>
              <a:buFont typeface="+mj-lt"/>
              <a:buAutoNum type="arabicPeriod"/>
            </a:pPr>
            <a:r>
              <a:rPr lang="ru-RU" sz="2000" b="1" dirty="0">
                <a:solidFill>
                  <a:schemeClr val="accent5">
                    <a:lumMod val="25000"/>
                  </a:schemeClr>
                </a:solidFill>
              </a:rPr>
              <a:t>Несоответствие реляционной модели данных</a:t>
            </a:r>
          </a:p>
          <a:p>
            <a:pPr marL="177800" indent="0">
              <a:lnSpc>
                <a:spcPct val="120000"/>
              </a:lnSpc>
              <a:spcBef>
                <a:spcPts val="300"/>
              </a:spcBef>
              <a:buClrTx/>
              <a:buSzTx/>
              <a:buNone/>
            </a:pPr>
            <a:r>
              <a:rPr lang="ru-RU" sz="2000" dirty="0">
                <a:solidFill>
                  <a:srgbClr val="0645AD"/>
                </a:solidFill>
                <a:hlinkClick r:id="rId3" tooltip="Кодд, Эдгар"/>
              </a:rPr>
              <a:t>Эдгар Кодд</a:t>
            </a:r>
            <a:r>
              <a:rPr lang="ru-RU" sz="2000" dirty="0">
                <a:solidFill>
                  <a:srgbClr val="202122"/>
                </a:solidFill>
              </a:rPr>
              <a:t>, </a:t>
            </a:r>
            <a:r>
              <a:rPr lang="ru-RU" sz="2000" dirty="0">
                <a:solidFill>
                  <a:srgbClr val="0645AD"/>
                </a:solidFill>
                <a:hlinkClick r:id="rId4" tooltip="Дейт, Кристофер"/>
              </a:rPr>
              <a:t>Кристофер </a:t>
            </a:r>
            <a:r>
              <a:rPr lang="ru-RU" sz="2000" dirty="0" err="1">
                <a:solidFill>
                  <a:srgbClr val="0645AD"/>
                </a:solidFill>
                <a:hlinkClick r:id="rId4" tooltip="Дейт, Кристофер"/>
              </a:rPr>
              <a:t>Дейт</a:t>
            </a:r>
            <a:r>
              <a:rPr lang="ru-RU" sz="2000" dirty="0">
                <a:solidFill>
                  <a:srgbClr val="202122"/>
                </a:solidFill>
              </a:rPr>
              <a:t> и их сторонники указывают на то, что SQL не является истинно реляционным языком.</a:t>
            </a:r>
          </a:p>
          <a:p>
            <a:pPr marL="177800" indent="0">
              <a:lnSpc>
                <a:spcPct val="120000"/>
              </a:lnSpc>
              <a:buClrTx/>
              <a:buSzTx/>
              <a:buNone/>
            </a:pPr>
            <a:r>
              <a:rPr lang="ru-RU" sz="2000" dirty="0">
                <a:solidFill>
                  <a:srgbClr val="202122"/>
                </a:solidFill>
              </a:rPr>
              <a:t>Дефекты SQL с точки зрения реляционной теории:</a:t>
            </a:r>
          </a:p>
          <a:p>
            <a:pPr marL="361950" lvl="1" indent="-184150">
              <a:lnSpc>
                <a:spcPct val="120000"/>
              </a:lnSpc>
              <a:buClrTx/>
              <a:buSzTx/>
            </a:pPr>
            <a:r>
              <a:rPr lang="ru-RU" sz="1600" dirty="0">
                <a:solidFill>
                  <a:srgbClr val="202122"/>
                </a:solidFill>
              </a:rPr>
              <a:t>допущение строк-дубликатов в таблицах и результатах выборок,</a:t>
            </a:r>
          </a:p>
          <a:p>
            <a:pPr marL="361950" lvl="1" indent="-184150">
              <a:lnSpc>
                <a:spcPct val="120000"/>
              </a:lnSpc>
              <a:buClrTx/>
              <a:buSzTx/>
            </a:pPr>
            <a:r>
              <a:rPr lang="ru-RU" sz="1600" dirty="0">
                <a:solidFill>
                  <a:srgbClr val="202122"/>
                </a:solidFill>
              </a:rPr>
              <a:t>поддержка неопределённых значений (</a:t>
            </a:r>
            <a:r>
              <a:rPr lang="ru-RU" sz="1600" dirty="0">
                <a:solidFill>
                  <a:srgbClr val="0645AD"/>
                </a:solidFill>
                <a:hlinkClick r:id="rId5" tooltip="NULL (SQL)"/>
              </a:rPr>
              <a:t>NULL</a:t>
            </a:r>
            <a:r>
              <a:rPr lang="ru-RU" sz="1600" dirty="0">
                <a:solidFill>
                  <a:srgbClr val="202122"/>
                </a:solidFill>
              </a:rPr>
              <a:t>), создающая фактически многозначную логику,</a:t>
            </a:r>
          </a:p>
          <a:p>
            <a:pPr marL="361950" lvl="1" indent="-184150">
              <a:lnSpc>
                <a:spcPct val="120000"/>
              </a:lnSpc>
              <a:buClrTx/>
              <a:buSzTx/>
            </a:pPr>
            <a:r>
              <a:rPr lang="ru-RU" sz="1600" dirty="0">
                <a:solidFill>
                  <a:srgbClr val="202122"/>
                </a:solidFill>
              </a:rPr>
              <a:t>возможность ссылок на столбцы по номерам (в реляционной модели столбцы должны быть равноправны),</a:t>
            </a:r>
          </a:p>
          <a:p>
            <a:pPr marL="361950" lvl="1" indent="-184150">
              <a:lnSpc>
                <a:spcPct val="120000"/>
              </a:lnSpc>
              <a:buClrTx/>
              <a:buSzTx/>
            </a:pPr>
            <a:r>
              <a:rPr lang="ru-RU" sz="1600" dirty="0">
                <a:solidFill>
                  <a:srgbClr val="202122"/>
                </a:solidFill>
              </a:rPr>
              <a:t>допущение столбцов без имени, дублирующихся имён столбцов</a:t>
            </a:r>
          </a:p>
          <a:p>
            <a:pPr marL="177800" lvl="1" indent="0">
              <a:lnSpc>
                <a:spcPct val="120000"/>
              </a:lnSpc>
              <a:buClrTx/>
              <a:buSzTx/>
              <a:buNone/>
            </a:pPr>
            <a:endParaRPr kumimoji="0" lang="ru-RU" altLang="ru-RU" sz="1600" b="0" i="0" u="none" strike="noStrike" cap="none" normalizeH="0" baseline="0" dirty="0">
              <a:ln>
                <a:noFill/>
              </a:ln>
              <a:solidFill>
                <a:schemeClr val="tx1"/>
              </a:solidFill>
              <a:effectLst/>
            </a:endParaRPr>
          </a:p>
          <a:p>
            <a:pPr marL="177800" lvl="1" indent="0">
              <a:lnSpc>
                <a:spcPct val="120000"/>
              </a:lnSpc>
              <a:buClrTx/>
              <a:buSzTx/>
              <a:buNone/>
            </a:pPr>
            <a:endParaRPr lang="ru-RU" altLang="ru-RU" sz="1600" dirty="0"/>
          </a:p>
          <a:p>
            <a:pPr marL="177800" lvl="1" indent="0">
              <a:lnSpc>
                <a:spcPct val="120000"/>
              </a:lnSpc>
              <a:buClrTx/>
              <a:buSzTx/>
              <a:buNone/>
            </a:pPr>
            <a:endParaRPr kumimoji="0" lang="ru-RU" altLang="ru-RU" sz="1600" b="0" i="0" u="none" strike="noStrike" cap="none" normalizeH="0" baseline="0" dirty="0">
              <a:ln>
                <a:noFill/>
              </a:ln>
              <a:solidFill>
                <a:schemeClr val="tx1"/>
              </a:solidFill>
              <a:effectLst/>
            </a:endParaRPr>
          </a:p>
          <a:p>
            <a:pPr marL="177800" indent="-177800">
              <a:lnSpc>
                <a:spcPct val="120000"/>
              </a:lnSpc>
              <a:buClr>
                <a:srgbClr val="5F9E38"/>
              </a:buClr>
              <a:buFont typeface="+mj-lt"/>
              <a:buAutoNum type="arabicPeriod" startAt="2"/>
            </a:pPr>
            <a:r>
              <a:rPr lang="ru-RU" sz="2000" b="1" dirty="0">
                <a:solidFill>
                  <a:schemeClr val="accent5">
                    <a:lumMod val="25000"/>
                  </a:schemeClr>
                </a:solidFill>
              </a:rPr>
              <a:t>Сложность</a:t>
            </a:r>
          </a:p>
          <a:p>
            <a:pPr marL="177800" indent="0">
              <a:lnSpc>
                <a:spcPct val="120000"/>
              </a:lnSpc>
              <a:spcBef>
                <a:spcPts val="300"/>
              </a:spcBef>
              <a:buClrTx/>
              <a:buSzTx/>
              <a:buNone/>
            </a:pPr>
            <a:r>
              <a:rPr lang="ru-RU" sz="2000" dirty="0">
                <a:solidFill>
                  <a:srgbClr val="202122"/>
                </a:solidFill>
              </a:rPr>
              <a:t>SQL и задумывался как средство работы конечного пользователя. Однако он стал настолько сложным, что превратился в инструмент программиста</a:t>
            </a:r>
            <a:r>
              <a:rPr kumimoji="0" lang="ru-RU" altLang="ru-RU" sz="2000" b="0" i="0" u="none" strike="noStrike" cap="none" normalizeH="0" baseline="0" dirty="0">
                <a:ln>
                  <a:noFill/>
                </a:ln>
                <a:solidFill>
                  <a:srgbClr val="202122"/>
                </a:solidFill>
                <a:effectLst/>
                <a:cs typeface="Arial" panose="020B0604020202020204" pitchFamily="34" charset="0"/>
              </a:rPr>
              <a:t>.</a:t>
            </a:r>
            <a:endParaRPr kumimoji="0" lang="ru-RU" altLang="ru-RU" sz="2000" b="0" i="0" u="none" strike="noStrike" cap="none" normalizeH="0" baseline="0" dirty="0">
              <a:ln>
                <a:noFill/>
              </a:ln>
              <a:solidFill>
                <a:schemeClr val="tx1"/>
              </a:solidFill>
              <a:effectLst/>
            </a:endParaRPr>
          </a:p>
          <a:p>
            <a:pPr marL="177800" indent="-177800">
              <a:lnSpc>
                <a:spcPct val="120000"/>
              </a:lnSpc>
              <a:buClr>
                <a:srgbClr val="5F9E38"/>
              </a:buClr>
              <a:buFont typeface="+mj-lt"/>
              <a:buAutoNum type="arabicPeriod" startAt="3"/>
            </a:pPr>
            <a:r>
              <a:rPr lang="ru-RU" b="1" dirty="0">
                <a:solidFill>
                  <a:schemeClr val="accent5">
                    <a:lumMod val="25000"/>
                  </a:schemeClr>
                </a:solidFill>
              </a:rPr>
              <a:t>Отступления</a:t>
            </a:r>
            <a:r>
              <a:rPr lang="ru-RU" sz="2000" b="1" dirty="0">
                <a:solidFill>
                  <a:schemeClr val="accent5">
                    <a:lumMod val="25000"/>
                  </a:schemeClr>
                </a:solidFill>
              </a:rPr>
              <a:t> от </a:t>
            </a:r>
            <a:r>
              <a:rPr lang="ru-RU" b="1" dirty="0">
                <a:solidFill>
                  <a:schemeClr val="accent5">
                    <a:lumMod val="25000"/>
                  </a:schemeClr>
                </a:solidFill>
              </a:rPr>
              <a:t>стандартов</a:t>
            </a:r>
          </a:p>
          <a:p>
            <a:pPr marL="177800" indent="0">
              <a:lnSpc>
                <a:spcPct val="120000"/>
              </a:lnSpc>
              <a:buClrTx/>
              <a:buSzTx/>
              <a:buNone/>
            </a:pPr>
            <a:r>
              <a:rPr lang="ru-RU" sz="2000" dirty="0">
                <a:solidFill>
                  <a:srgbClr val="202122"/>
                </a:solidFill>
              </a:rPr>
              <a:t>Несмотря на наличие международного стандарта ANSI SQL-92 (другие), многие разработчики СУБД вносят изменения в язык SQL</a:t>
            </a:r>
            <a:r>
              <a:rPr kumimoji="0" lang="ru-RU" altLang="ru-RU" sz="2000" b="0" i="0" u="none" strike="noStrike" cap="none" normalizeH="0" baseline="0" dirty="0">
                <a:ln>
                  <a:noFill/>
                </a:ln>
                <a:solidFill>
                  <a:srgbClr val="202122"/>
                </a:solidFill>
                <a:effectLst/>
                <a:cs typeface="Arial" panose="020B0604020202020204" pitchFamily="34" charset="0"/>
              </a:rPr>
              <a:t>. И </a:t>
            </a:r>
            <a:r>
              <a:rPr kumimoji="0" lang="ru-RU" altLang="ru-RU" sz="2000" b="0" i="0" u="none" strike="noStrike" cap="none" normalizeH="0" baseline="0" dirty="0" err="1">
                <a:ln>
                  <a:noFill/>
                </a:ln>
                <a:solidFill>
                  <a:srgbClr val="202122"/>
                </a:solidFill>
                <a:effectLst/>
                <a:cs typeface="Arial" panose="020B0604020202020204" pitchFamily="34" charset="0"/>
              </a:rPr>
              <a:t>т.о</a:t>
            </a:r>
            <a:r>
              <a:rPr kumimoji="0" lang="ru-RU" altLang="ru-RU" sz="2000" b="0" i="0" u="none" strike="noStrike" cap="none" normalizeH="0" baseline="0" dirty="0">
                <a:ln>
                  <a:noFill/>
                </a:ln>
                <a:solidFill>
                  <a:srgbClr val="202122"/>
                </a:solidFill>
                <a:effectLst/>
                <a:cs typeface="Arial" panose="020B0604020202020204" pitchFamily="34" charset="0"/>
              </a:rPr>
              <a:t>. </a:t>
            </a:r>
            <a:r>
              <a:rPr lang="ru-RU" sz="2000" dirty="0">
                <a:solidFill>
                  <a:srgbClr val="202122"/>
                </a:solidFill>
              </a:rPr>
              <a:t>появляются специфичные для каждой конкретной СУБД диалекты языка SQL.</a:t>
            </a:r>
            <a:r>
              <a:rPr kumimoji="0" lang="ru-RU" altLang="ru-RU" sz="2000" b="0" i="0" u="none" strike="noStrike" cap="none" normalizeH="0" baseline="0" dirty="0">
                <a:ln>
                  <a:noFill/>
                </a:ln>
                <a:solidFill>
                  <a:srgbClr val="202122"/>
                </a:solidFill>
                <a:effectLst/>
                <a:cs typeface="Arial" panose="020B0604020202020204" pitchFamily="34" charset="0"/>
              </a:rPr>
              <a:t> </a:t>
            </a:r>
          </a:p>
          <a:p>
            <a:pPr marL="177800" indent="-177800">
              <a:lnSpc>
                <a:spcPct val="120000"/>
              </a:lnSpc>
              <a:buClr>
                <a:srgbClr val="5F9E38"/>
              </a:buClr>
              <a:buFont typeface="+mj-lt"/>
              <a:buAutoNum type="arabicPeriod" startAt="4"/>
            </a:pPr>
            <a:r>
              <a:rPr lang="ru-RU" sz="2000" b="1" dirty="0">
                <a:solidFill>
                  <a:schemeClr val="accent5">
                    <a:lumMod val="25000"/>
                  </a:schemeClr>
                </a:solidFill>
              </a:rPr>
              <a:t>Сложность работы с иерархическими структурами</a:t>
            </a:r>
          </a:p>
          <a:p>
            <a:pPr marL="177800" indent="0">
              <a:lnSpc>
                <a:spcPct val="120000"/>
              </a:lnSpc>
              <a:buNone/>
            </a:pPr>
            <a:r>
              <a:rPr lang="ru-RU" sz="2000" dirty="0">
                <a:solidFill>
                  <a:srgbClr val="202122"/>
                </a:solidFill>
              </a:rPr>
              <a:t>Ранние версии SQL не предлагали способа манипуляции древовидными структурами. Но начиная с </a:t>
            </a:r>
            <a:r>
              <a:rPr lang="en-US" sz="2000" dirty="0">
                <a:solidFill>
                  <a:srgbClr val="202122"/>
                </a:solidFill>
              </a:rPr>
              <a:t>SQL:1999 </a:t>
            </a:r>
            <a:r>
              <a:rPr lang="ru-RU" sz="2000" dirty="0">
                <a:solidFill>
                  <a:srgbClr val="202122"/>
                </a:solidFill>
              </a:rPr>
              <a:t>в стандарт введены рекурсивные запросы, решающие эту проблему.</a:t>
            </a:r>
            <a:endParaRPr lang="ru-RU" sz="2000" b="1" dirty="0">
              <a:solidFill>
                <a:schemeClr val="accent5">
                  <a:lumMod val="25000"/>
                </a:schemeClr>
              </a:solidFill>
            </a:endParaRPr>
          </a:p>
        </p:txBody>
      </p:sp>
      <p:sp>
        <p:nvSpPr>
          <p:cNvPr id="4" name="Title 3">
            <a:extLst>
              <a:ext uri="{FF2B5EF4-FFF2-40B4-BE49-F238E27FC236}">
                <a16:creationId xmlns:a16="http://schemas.microsoft.com/office/drawing/2014/main" id="{F5A6945E-AC72-7B04-92CF-43806D790832}"/>
              </a:ext>
            </a:extLst>
          </p:cNvPr>
          <p:cNvSpPr>
            <a:spLocks noGrp="1"/>
          </p:cNvSpPr>
          <p:nvPr>
            <p:ph type="title"/>
          </p:nvPr>
        </p:nvSpPr>
        <p:spPr/>
        <p:txBody>
          <a:bodyPr/>
          <a:lstStyle/>
          <a:p>
            <a:r>
              <a:rPr lang="en-US" dirty="0"/>
              <a:t>SQL: </a:t>
            </a:r>
            <a:r>
              <a:rPr lang="ru-RU" dirty="0"/>
              <a:t>недостатки</a:t>
            </a:r>
            <a:endParaRPr lang="en-US" dirty="0"/>
          </a:p>
        </p:txBody>
      </p:sp>
    </p:spTree>
    <p:extLst>
      <p:ext uri="{BB962C8B-B14F-4D97-AF65-F5344CB8AC3E}">
        <p14:creationId xmlns:p14="http://schemas.microsoft.com/office/powerpoint/2010/main" val="1434419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C00318-F3BE-2A53-0683-F285A4770368}"/>
              </a:ext>
            </a:extLst>
          </p:cNvPr>
          <p:cNvSpPr>
            <a:spLocks noGrp="1"/>
          </p:cNvSpPr>
          <p:nvPr>
            <p:ph type="sldNum" sz="quarter" idx="12"/>
          </p:nvPr>
        </p:nvSpPr>
        <p:spPr/>
        <p:txBody>
          <a:bodyPr/>
          <a:lstStyle/>
          <a:p>
            <a:fld id="{C12E5AAC-331B-4A22-A01D-802D40030460}" type="slidenum">
              <a:rPr lang="en-US" smtClean="0"/>
              <a:pPr/>
              <a:t>9</a:t>
            </a:fld>
            <a:endParaRPr lang="en-US" dirty="0"/>
          </a:p>
        </p:txBody>
      </p:sp>
      <p:sp>
        <p:nvSpPr>
          <p:cNvPr id="3" name="Text Placeholder 2">
            <a:extLst>
              <a:ext uri="{FF2B5EF4-FFF2-40B4-BE49-F238E27FC236}">
                <a16:creationId xmlns:a16="http://schemas.microsoft.com/office/drawing/2014/main" id="{2089CFEC-AAD5-1BBD-DB94-B1D335C9381D}"/>
              </a:ext>
            </a:extLst>
          </p:cNvPr>
          <p:cNvSpPr>
            <a:spLocks noGrp="1"/>
          </p:cNvSpPr>
          <p:nvPr>
            <p:ph type="body" sz="quarter" idx="13"/>
          </p:nvPr>
        </p:nvSpPr>
        <p:spPr>
          <a:xfrm>
            <a:off x="350837" y="1419224"/>
            <a:ext cx="8541643" cy="3262883"/>
          </a:xfrm>
        </p:spPr>
        <p:txBody>
          <a:bodyPr>
            <a:normAutofit fontScale="85000" lnSpcReduction="10000"/>
          </a:bodyPr>
          <a:lstStyle/>
          <a:p>
            <a:pPr marL="0" indent="0">
              <a:lnSpc>
                <a:spcPct val="120000"/>
              </a:lnSpc>
              <a:buNone/>
              <a:defRPr/>
            </a:pPr>
            <a:r>
              <a:rPr lang="ru-RU" dirty="0"/>
              <a:t>Используются следующие режимы работы с базой данных на языке SQL: </a:t>
            </a:r>
          </a:p>
          <a:p>
            <a:pPr>
              <a:lnSpc>
                <a:spcPct val="120000"/>
              </a:lnSpc>
              <a:defRPr/>
            </a:pPr>
            <a:r>
              <a:rPr lang="ru-RU" dirty="0"/>
              <a:t>формирование непосредственно пользователем запроса на языке SQL в интерактивном режиме </a:t>
            </a:r>
            <a:r>
              <a:rPr lang="en-US" dirty="0"/>
              <a:t>– </a:t>
            </a:r>
            <a:r>
              <a:rPr lang="ru-RU" b="1" dirty="0"/>
              <a:t>интерактивный</a:t>
            </a:r>
            <a:r>
              <a:rPr lang="en-US" b="1" dirty="0"/>
              <a:t> </a:t>
            </a:r>
            <a:r>
              <a:rPr lang="ru-RU" b="1" dirty="0"/>
              <a:t> SQL</a:t>
            </a:r>
            <a:endParaRPr lang="en-US" dirty="0"/>
          </a:p>
          <a:p>
            <a:pPr>
              <a:lnSpc>
                <a:spcPct val="120000"/>
              </a:lnSpc>
              <a:defRPr/>
            </a:pPr>
            <a:r>
              <a:rPr lang="ru-RU" dirty="0"/>
              <a:t>формирование запроса на языке SQL в прикладной программе (программный или </a:t>
            </a:r>
            <a:r>
              <a:rPr lang="ru-RU" b="1" dirty="0"/>
              <a:t>встроенный SQL</a:t>
            </a:r>
            <a:r>
              <a:rPr lang="ru-RU" dirty="0"/>
              <a:t>)</a:t>
            </a:r>
          </a:p>
          <a:p>
            <a:pPr lvl="1">
              <a:lnSpc>
                <a:spcPct val="120000"/>
              </a:lnSpc>
              <a:defRPr/>
            </a:pPr>
            <a:r>
              <a:rPr lang="ru-RU" dirty="0"/>
              <a:t>статическое формирование запроса (</a:t>
            </a:r>
            <a:r>
              <a:rPr lang="ru-RU" b="1" dirty="0"/>
              <a:t>статический SQL</a:t>
            </a:r>
            <a:r>
              <a:rPr lang="ru-RU" dirty="0"/>
              <a:t> );</a:t>
            </a:r>
          </a:p>
          <a:p>
            <a:pPr lvl="1">
              <a:lnSpc>
                <a:spcPct val="120000"/>
              </a:lnSpc>
              <a:defRPr/>
            </a:pPr>
            <a:r>
              <a:rPr lang="ru-RU" dirty="0"/>
              <a:t>динамическое формирование запроса (</a:t>
            </a:r>
            <a:r>
              <a:rPr lang="ru-RU" b="1" dirty="0"/>
              <a:t>динамический SQL</a:t>
            </a:r>
            <a:r>
              <a:rPr lang="ru-RU" dirty="0"/>
              <a:t>);</a:t>
            </a:r>
          </a:p>
          <a:p>
            <a:pPr lvl="1">
              <a:lnSpc>
                <a:spcPct val="120000"/>
              </a:lnSpc>
              <a:defRPr/>
            </a:pPr>
            <a:r>
              <a:rPr lang="ru-RU" dirty="0"/>
              <a:t>формирование запроса с помощью библиотек ( </a:t>
            </a:r>
            <a:r>
              <a:rPr lang="ru-RU" b="1" dirty="0"/>
              <a:t>API – интерфейсы вызова подпрограмм</a:t>
            </a:r>
            <a:r>
              <a:rPr lang="ru-RU" dirty="0"/>
              <a:t> ).</a:t>
            </a:r>
          </a:p>
        </p:txBody>
      </p:sp>
      <p:sp>
        <p:nvSpPr>
          <p:cNvPr id="4" name="Title 3">
            <a:extLst>
              <a:ext uri="{FF2B5EF4-FFF2-40B4-BE49-F238E27FC236}">
                <a16:creationId xmlns:a16="http://schemas.microsoft.com/office/drawing/2014/main" id="{1A88ED11-DAF0-6A4B-D2C1-F4DEFE9EB689}"/>
              </a:ext>
            </a:extLst>
          </p:cNvPr>
          <p:cNvSpPr>
            <a:spLocks noGrp="1"/>
          </p:cNvSpPr>
          <p:nvPr>
            <p:ph type="title"/>
          </p:nvPr>
        </p:nvSpPr>
        <p:spPr/>
        <p:txBody>
          <a:bodyPr/>
          <a:lstStyle/>
          <a:p>
            <a:r>
              <a:rPr lang="en-US" dirty="0"/>
              <a:t>SQL: </a:t>
            </a:r>
            <a:r>
              <a:rPr lang="ru-RU" dirty="0"/>
              <a:t>Разновидности</a:t>
            </a:r>
            <a:endParaRPr lang="en-US" dirty="0"/>
          </a:p>
        </p:txBody>
      </p:sp>
    </p:spTree>
    <p:extLst>
      <p:ext uri="{BB962C8B-B14F-4D97-AF65-F5344CB8AC3E}">
        <p14:creationId xmlns:p14="http://schemas.microsoft.com/office/powerpoint/2010/main" val="962461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EB2565-07DC-F7CA-DB2F-18F88327CB41}"/>
              </a:ext>
            </a:extLst>
          </p:cNvPr>
          <p:cNvSpPr>
            <a:spLocks noGrp="1"/>
          </p:cNvSpPr>
          <p:nvPr>
            <p:ph type="sldNum" sz="quarter" idx="12"/>
          </p:nvPr>
        </p:nvSpPr>
        <p:spPr/>
        <p:txBody>
          <a:bodyPr/>
          <a:lstStyle/>
          <a:p>
            <a:fld id="{C12E5AAC-331B-4A22-A01D-802D40030460}" type="slidenum">
              <a:rPr lang="en-US" smtClean="0"/>
              <a:pPr/>
              <a:t>10</a:t>
            </a:fld>
            <a:endParaRPr lang="en-US" dirty="0"/>
          </a:p>
        </p:txBody>
      </p:sp>
      <p:sp>
        <p:nvSpPr>
          <p:cNvPr id="3" name="Text Placeholder 2">
            <a:extLst>
              <a:ext uri="{FF2B5EF4-FFF2-40B4-BE49-F238E27FC236}">
                <a16:creationId xmlns:a16="http://schemas.microsoft.com/office/drawing/2014/main" id="{4D62F3E0-7F28-0207-969E-B460A5AE27AA}"/>
              </a:ext>
            </a:extLst>
          </p:cNvPr>
          <p:cNvSpPr>
            <a:spLocks noGrp="1"/>
          </p:cNvSpPr>
          <p:nvPr>
            <p:ph type="body" sz="quarter" idx="13"/>
          </p:nvPr>
        </p:nvSpPr>
        <p:spPr/>
        <p:txBody>
          <a:bodyPr numCol="2">
            <a:normAutofit fontScale="62500" lnSpcReduction="20000"/>
          </a:bodyPr>
          <a:lstStyle/>
          <a:p>
            <a:pPr marL="0" indent="0">
              <a:lnSpc>
                <a:spcPct val="110000"/>
              </a:lnSpc>
              <a:buNone/>
              <a:defRPr/>
            </a:pPr>
            <a:r>
              <a:rPr lang="ru-RU" sz="1600" dirty="0"/>
              <a:t>Для описания предложений языка </a:t>
            </a:r>
            <a:r>
              <a:rPr lang="en-US" sz="1600" dirty="0"/>
              <a:t> SQL </a:t>
            </a:r>
            <a:r>
              <a:rPr lang="ru-RU" sz="1600" dirty="0"/>
              <a:t>используется </a:t>
            </a:r>
          </a:p>
          <a:p>
            <a:pPr marL="0" indent="0">
              <a:buNone/>
              <a:defRPr/>
            </a:pPr>
            <a:r>
              <a:rPr lang="ru-RU" sz="1600" b="1" dirty="0"/>
              <a:t>Стандартная форма Бэкуса-Наура</a:t>
            </a:r>
            <a:r>
              <a:rPr lang="en-US" sz="1600" b="1" dirty="0"/>
              <a:t> </a:t>
            </a:r>
            <a:r>
              <a:rPr lang="en-US" sz="1600" dirty="0"/>
              <a:t>(</a:t>
            </a:r>
            <a:r>
              <a:rPr lang="ru-RU" sz="1600" b="1" dirty="0"/>
              <a:t>БНФ</a:t>
            </a:r>
            <a:r>
              <a:rPr lang="en-US" sz="1600" dirty="0"/>
              <a:t>)</a:t>
            </a:r>
            <a:endParaRPr lang="ru-RU" sz="1600" dirty="0"/>
          </a:p>
          <a:p>
            <a:pPr marL="177800" indent="-177800">
              <a:buClr>
                <a:srgbClr val="50852F"/>
              </a:buClr>
              <a:buFont typeface="Wingdings" pitchFamily="2" charset="2"/>
              <a:buAutoNum type="arabicPeriod"/>
              <a:defRPr/>
            </a:pPr>
            <a:r>
              <a:rPr lang="ru-RU" sz="1600" u="sng" dirty="0"/>
              <a:t>Основные символы</a:t>
            </a:r>
            <a:r>
              <a:rPr lang="en-US" sz="1600" u="sng" dirty="0"/>
              <a:t> (</a:t>
            </a:r>
            <a:r>
              <a:rPr lang="ru-RU" sz="1600" u="sng" dirty="0"/>
              <a:t>терминальные символы)</a:t>
            </a:r>
          </a:p>
          <a:p>
            <a:pPr marL="361950" lvl="1" indent="-184150">
              <a:lnSpc>
                <a:spcPct val="120000"/>
              </a:lnSpc>
              <a:spcBef>
                <a:spcPts val="0"/>
              </a:spcBef>
              <a:defRPr/>
            </a:pPr>
            <a:r>
              <a:rPr lang="ru-RU" sz="1600" dirty="0"/>
              <a:t>Ключевые (служебные) слова</a:t>
            </a:r>
          </a:p>
          <a:p>
            <a:pPr marL="361950" lvl="1" indent="-184150">
              <a:lnSpc>
                <a:spcPct val="120000"/>
              </a:lnSpc>
              <a:spcBef>
                <a:spcPts val="0"/>
              </a:spcBef>
              <a:defRPr/>
            </a:pPr>
            <a:r>
              <a:rPr lang="ru-RU" sz="1600" dirty="0"/>
              <a:t>Знаки операций</a:t>
            </a:r>
          </a:p>
          <a:p>
            <a:pPr marL="361950" lvl="1" indent="-184150">
              <a:lnSpc>
                <a:spcPct val="120000"/>
              </a:lnSpc>
              <a:spcBef>
                <a:spcPts val="0"/>
              </a:spcBef>
              <a:defRPr/>
            </a:pPr>
            <a:r>
              <a:rPr lang="ru-RU" sz="1600" dirty="0"/>
              <a:t>Круглые скобки</a:t>
            </a:r>
          </a:p>
          <a:p>
            <a:pPr marL="177800" indent="-177800">
              <a:buClr>
                <a:srgbClr val="50852F"/>
              </a:buClr>
              <a:buFont typeface="Wingdings" pitchFamily="2" charset="2"/>
              <a:buAutoNum type="arabicPeriod"/>
              <a:defRPr/>
            </a:pPr>
            <a:r>
              <a:rPr lang="ru-RU" sz="1600" u="sng" dirty="0"/>
              <a:t>Металингвистические переменные (нетерминальные символы)</a:t>
            </a:r>
          </a:p>
          <a:p>
            <a:pPr marL="361950" lvl="1" indent="-184150">
              <a:lnSpc>
                <a:spcPct val="120000"/>
              </a:lnSpc>
              <a:spcBef>
                <a:spcPts val="0"/>
              </a:spcBef>
              <a:defRPr/>
            </a:pPr>
            <a:r>
              <a:rPr lang="ru-RU" sz="1600" dirty="0"/>
              <a:t>их значениями являются цепочки основных символов</a:t>
            </a:r>
          </a:p>
          <a:p>
            <a:pPr marL="361950" lvl="1" indent="-184150">
              <a:lnSpc>
                <a:spcPct val="120000"/>
              </a:lnSpc>
              <a:spcBef>
                <a:spcPts val="0"/>
              </a:spcBef>
              <a:defRPr/>
            </a:pPr>
            <a:r>
              <a:rPr lang="ru-RU" sz="1600" dirty="0"/>
              <a:t>изображаются словами (русскими или английскими), заключенными в угловые скобки ( </a:t>
            </a:r>
            <a:r>
              <a:rPr lang="ru-RU" sz="1600" b="1" dirty="0">
                <a:solidFill>
                  <a:schemeClr val="accent5">
                    <a:lumMod val="75000"/>
                  </a:schemeClr>
                </a:solidFill>
                <a:latin typeface="Cascadia Mono SemiLight" panose="020B0609020000020004" pitchFamily="49" charset="0"/>
                <a:cs typeface="Cascadia Mono SemiLight" panose="020B0609020000020004" pitchFamily="49" charset="0"/>
              </a:rPr>
              <a:t>&lt;...&gt;</a:t>
            </a:r>
            <a:r>
              <a:rPr lang="ru-RU" sz="1600" dirty="0">
                <a:solidFill>
                  <a:schemeClr val="accent5">
                    <a:lumMod val="75000"/>
                  </a:schemeClr>
                </a:solidFill>
              </a:rPr>
              <a:t> </a:t>
            </a:r>
            <a:r>
              <a:rPr lang="ru-RU" sz="1600" dirty="0"/>
              <a:t>)</a:t>
            </a:r>
          </a:p>
          <a:p>
            <a:pPr marL="177800" indent="-177800">
              <a:buClr>
                <a:srgbClr val="50852F"/>
              </a:buClr>
              <a:buFont typeface="Wingdings" pitchFamily="2" charset="2"/>
              <a:buAutoNum type="arabicPeriod"/>
              <a:defRPr/>
            </a:pPr>
            <a:r>
              <a:rPr lang="ru-RU" sz="1600" u="sng" dirty="0"/>
              <a:t>Металингвистические связки</a:t>
            </a:r>
          </a:p>
          <a:p>
            <a:pPr marL="539750" lvl="1" indent="-361950">
              <a:buClr>
                <a:schemeClr val="bg2"/>
              </a:buClr>
              <a:buNone/>
              <a:tabLst>
                <a:tab pos="450850" algn="l"/>
              </a:tabLst>
              <a:defRPr/>
            </a:pPr>
            <a:r>
              <a:rPr lang="ru-RU" sz="1600" b="1" dirty="0">
                <a:solidFill>
                  <a:srgbClr val="FF0000"/>
                </a:solidFill>
                <a:latin typeface="Cascadia Mono SemiLight" panose="020B0609020000020004" pitchFamily="49" charset="0"/>
                <a:cs typeface="Cascadia Mono SemiLight" panose="020B0609020000020004" pitchFamily="49" charset="0"/>
              </a:rPr>
              <a:t>::=</a:t>
            </a:r>
            <a:r>
              <a:rPr lang="ru-RU" sz="1600" b="1" dirty="0">
                <a:latin typeface="Cascadia Mono SemiLight" panose="020B0609020000020004" pitchFamily="49" charset="0"/>
                <a:cs typeface="Cascadia Mono SemiLight" panose="020B0609020000020004" pitchFamily="49" charset="0"/>
              </a:rPr>
              <a:t> </a:t>
            </a:r>
            <a:r>
              <a:rPr lang="en-US" sz="1600" b="1" dirty="0">
                <a:latin typeface="Cascadia Code SemiBold" panose="020B0609020000020004" pitchFamily="49" charset="0"/>
                <a:cs typeface="Cascadia Code SemiBold" panose="020B0609020000020004" pitchFamily="49" charset="0"/>
              </a:rPr>
              <a:t>	</a:t>
            </a:r>
            <a:r>
              <a:rPr lang="ru-RU" sz="1600" dirty="0"/>
              <a:t>символ равенства по определению </a:t>
            </a:r>
          </a:p>
          <a:p>
            <a:pPr marL="539750" lvl="1" indent="-361950">
              <a:buClr>
                <a:schemeClr val="bg2"/>
              </a:buClr>
              <a:buNone/>
              <a:defRPr/>
            </a:pPr>
            <a:r>
              <a:rPr lang="en-US" sz="1600" b="1" dirty="0">
                <a:solidFill>
                  <a:srgbClr val="FF0000"/>
                </a:solidFill>
                <a:latin typeface="Cascadia Code SemiBold" panose="020B0609020000020004" pitchFamily="49" charset="0"/>
                <a:cs typeface="Cascadia Code SemiBold" panose="020B0609020000020004" pitchFamily="49" charset="0"/>
              </a:rPr>
              <a:t> </a:t>
            </a:r>
            <a:r>
              <a:rPr lang="ru-RU" sz="1600" b="1" dirty="0">
                <a:solidFill>
                  <a:srgbClr val="FF0000"/>
                </a:solidFill>
                <a:latin typeface="Cascadia Mono SemiLight" panose="020B0609020000020004" pitchFamily="49" charset="0"/>
                <a:cs typeface="Cascadia Mono SemiLight" panose="020B0609020000020004" pitchFamily="49" charset="0"/>
              </a:rPr>
              <a:t>| </a:t>
            </a:r>
            <a:r>
              <a:rPr lang="ru-RU" sz="1600" dirty="0">
                <a:latin typeface="Cascadia Code SemiBold" panose="020B0609020000020004" pitchFamily="49" charset="0"/>
                <a:cs typeface="Cascadia Code SemiBold" panose="020B0609020000020004" pitchFamily="49" charset="0"/>
              </a:rPr>
              <a:t> 	</a:t>
            </a:r>
            <a:r>
              <a:rPr lang="ru-RU" sz="1600" dirty="0"/>
              <a:t>вертикальная черта разделяет альтернативные элементы из списка</a:t>
            </a:r>
          </a:p>
          <a:p>
            <a:pPr marL="539750" lvl="1" indent="-361950">
              <a:buClr>
                <a:schemeClr val="bg2"/>
              </a:buClr>
              <a:buNone/>
              <a:defRPr/>
            </a:pPr>
            <a:r>
              <a:rPr lang="en-US" sz="1600" b="1" dirty="0">
                <a:solidFill>
                  <a:srgbClr val="FF0000"/>
                </a:solidFill>
                <a:latin typeface="Cascadia Mono SemiLight" panose="020B0609020000020004" pitchFamily="49" charset="0"/>
                <a:cs typeface="Cascadia Mono SemiLight" panose="020B0609020000020004" pitchFamily="49" charset="0"/>
              </a:rPr>
              <a:t>[ ] </a:t>
            </a:r>
            <a:r>
              <a:rPr lang="ru-RU" sz="1600" b="1" dirty="0">
                <a:solidFill>
                  <a:srgbClr val="FF0000"/>
                </a:solidFill>
                <a:latin typeface="Cascadia Mono SemiLight" panose="020B0609020000020004" pitchFamily="49" charset="0"/>
                <a:cs typeface="Cascadia Mono SemiLight" panose="020B0609020000020004" pitchFamily="49" charset="0"/>
              </a:rPr>
              <a:t> </a:t>
            </a:r>
            <a:r>
              <a:rPr lang="ru-RU" sz="1600" dirty="0"/>
              <a:t>необязательные элементы заключаются в квадратные скобки</a:t>
            </a:r>
          </a:p>
          <a:p>
            <a:pPr marL="457200" indent="-457200">
              <a:buNone/>
              <a:defRPr/>
            </a:pPr>
            <a:r>
              <a:rPr lang="ru-RU" sz="1600" b="1" dirty="0"/>
              <a:t>Примеры описания</a:t>
            </a:r>
          </a:p>
          <a:p>
            <a:pPr marL="361950" indent="-361950">
              <a:buNone/>
              <a:defRPr/>
            </a:pP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условный оператор IF</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IF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булево выражение</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THEN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оператор</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[ELSE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оператор</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endParaRPr lang="en-US" sz="1600" dirty="0">
              <a:latin typeface="Cascadia Mono SemiLight" panose="020B0609020000020004" pitchFamily="49" charset="0"/>
              <a:cs typeface="Cascadia Mono SemiLight" panose="020B0609020000020004" pitchFamily="49" charset="0"/>
            </a:endParaRPr>
          </a:p>
          <a:p>
            <a:pPr marL="361950" indent="-361950">
              <a:buNone/>
              <a:defRPr/>
            </a:pP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булево выражение</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булево выражение</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логический оператор</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булево выражение</a:t>
            </a:r>
            <a:r>
              <a:rPr lang="ru-RU" sz="1600" b="1" dirty="0">
                <a:latin typeface="Cascadia Mono SemiLight" panose="020B0609020000020004" pitchFamily="49" charset="0"/>
                <a:cs typeface="Cascadia Mono SemiLight" panose="020B0609020000020004" pitchFamily="49" charset="0"/>
              </a:rPr>
              <a:t>&gt;</a:t>
            </a:r>
            <a:br>
              <a:rPr lang="en-US" sz="1600" b="1" dirty="0">
                <a:latin typeface="Cascadia Mono SemiLight" panose="020B0609020000020004" pitchFamily="49" charset="0"/>
                <a:cs typeface="Cascadia Mono SemiLight" panose="020B0609020000020004" pitchFamily="49" charset="0"/>
              </a:rPr>
            </a:b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выражение</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оператор</a:t>
            </a:r>
            <a:r>
              <a:rPr lang="en-US" sz="1600" dirty="0">
                <a:latin typeface="Cascadia Mono SemiLight" panose="020B0609020000020004" pitchFamily="49" charset="0"/>
                <a:cs typeface="Cascadia Mono SemiLight" panose="020B0609020000020004" pitchFamily="49" charset="0"/>
              </a:rPr>
              <a:t> </a:t>
            </a:r>
            <a:r>
              <a:rPr lang="ru-RU" sz="1600" dirty="0">
                <a:latin typeface="Cascadia Mono SemiLight" panose="020B0609020000020004" pitchFamily="49" charset="0"/>
                <a:cs typeface="Cascadia Mono SemiLight" panose="020B0609020000020004" pitchFamily="49" charset="0"/>
              </a:rPr>
              <a:t>сравнения</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выражение</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p>
          <a:p>
            <a:pPr marL="361950" indent="-361950">
              <a:buNone/>
              <a:defRPr/>
            </a:pP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логический оператор</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 </a:t>
            </a:r>
            <a:r>
              <a:rPr lang="en-US" sz="1600" b="1" dirty="0">
                <a:latin typeface="Cascadia Mono SemiLight" panose="020B0609020000020004" pitchFamily="49" charset="0"/>
                <a:cs typeface="Cascadia Mono SemiLight" panose="020B0609020000020004" pitchFamily="49" charset="0"/>
              </a:rPr>
              <a:t>AND | OR | NOT</a:t>
            </a:r>
            <a:endParaRPr lang="ru-RU" sz="1600" dirty="0">
              <a:latin typeface="Cascadia Mono SemiLight" panose="020B0609020000020004" pitchFamily="49" charset="0"/>
              <a:cs typeface="Cascadia Mono SemiLight" panose="020B0609020000020004" pitchFamily="49" charset="0"/>
            </a:endParaRPr>
          </a:p>
          <a:p>
            <a:pPr marL="361950" indent="-361950">
              <a:buNone/>
              <a:defRPr/>
            </a:pP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оператор сравнения</a:t>
            </a:r>
            <a:r>
              <a:rPr lang="en-US" sz="1600" dirty="0">
                <a:latin typeface="Cascadia Mono SemiLight" panose="020B0609020000020004" pitchFamily="49" charset="0"/>
                <a:cs typeface="Cascadia Mono SemiLight" panose="020B0609020000020004" pitchFamily="49" charset="0"/>
              </a:rPr>
              <a:t>&gt; </a:t>
            </a: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 | &gt;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a:t>
            </a:r>
            <a:r>
              <a:rPr lang="en-US" sz="1600" dirty="0">
                <a:latin typeface="Cascadia Mono SemiLight" panose="020B0609020000020004" pitchFamily="49" charset="0"/>
                <a:cs typeface="Cascadia Mono SemiLight" panose="020B0609020000020004" pitchFamily="49" charset="0"/>
              </a:rPr>
              <a:t> | &lt;&gt; | &lt;= | &gt;= </a:t>
            </a:r>
            <a:endParaRPr lang="ru-RU" sz="1600" dirty="0">
              <a:latin typeface="Cascadia Mono SemiLight" panose="020B0609020000020004" pitchFamily="49" charset="0"/>
              <a:cs typeface="Cascadia Mono SemiLight" panose="020B0609020000020004" pitchFamily="49" charset="0"/>
            </a:endParaRPr>
          </a:p>
          <a:p>
            <a:pPr marL="361950" indent="-361950">
              <a:buNone/>
              <a:defRPr/>
            </a:pP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выражение</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переменная</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строка</a:t>
            </a:r>
            <a:r>
              <a:rPr lang="ru-RU" sz="1600" b="1" dirty="0">
                <a:latin typeface="Cascadia Mono SemiLight" panose="020B0609020000020004" pitchFamily="49" charset="0"/>
                <a:cs typeface="Cascadia Mono SemiLight" panose="020B0609020000020004" pitchFamily="49" charset="0"/>
              </a:rPr>
              <a:t>&gt;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a:t>
            </a:r>
            <a:r>
              <a:rPr lang="ru-RU" sz="1600" dirty="0">
                <a:latin typeface="Cascadia Mono SemiLight" panose="020B0609020000020004" pitchFamily="49" charset="0"/>
                <a:cs typeface="Cascadia Mono SemiLight" panose="020B0609020000020004" pitchFamily="49" charset="0"/>
              </a:rPr>
              <a:t> </a:t>
            </a:r>
            <a:r>
              <a:rPr lang="ru-RU" sz="1600" b="1" dirty="0">
                <a:latin typeface="Cascadia Mono SemiLight" panose="020B0609020000020004" pitchFamily="49" charset="0"/>
                <a:cs typeface="Cascadia Mono SemiLight" panose="020B0609020000020004" pitchFamily="49" charset="0"/>
              </a:rPr>
              <a:t>&lt;</a:t>
            </a:r>
            <a:r>
              <a:rPr lang="ru-RU" sz="1600" dirty="0">
                <a:latin typeface="Cascadia Mono SemiLight" panose="020B0609020000020004" pitchFamily="49" charset="0"/>
                <a:cs typeface="Cascadia Mono SemiLight" panose="020B0609020000020004" pitchFamily="49" charset="0"/>
              </a:rPr>
              <a:t>символ</a:t>
            </a:r>
            <a:r>
              <a:rPr lang="ru-RU" sz="1600" b="1" dirty="0">
                <a:latin typeface="Cascadia Mono SemiLight" panose="020B0609020000020004" pitchFamily="49" charset="0"/>
                <a:cs typeface="Cascadia Mono SemiLight" panose="020B0609020000020004" pitchFamily="49" charset="0"/>
              </a:rPr>
              <a:t>&gt;</a:t>
            </a:r>
            <a:endParaRPr lang="en-US" sz="1600" b="1" dirty="0">
              <a:latin typeface="Cascadia Mono SemiLight" panose="020B0609020000020004" pitchFamily="49" charset="0"/>
              <a:cs typeface="Cascadia Mono SemiLight" panose="020B0609020000020004" pitchFamily="49" charset="0"/>
            </a:endParaRPr>
          </a:p>
          <a:p>
            <a:pPr marL="0" indent="0">
              <a:buNone/>
              <a:defRPr/>
            </a:pPr>
            <a:endParaRPr lang="en-US" sz="1600" b="1" dirty="0"/>
          </a:p>
          <a:p>
            <a:pPr marL="0" indent="0">
              <a:buNone/>
              <a:defRPr/>
            </a:pPr>
            <a:endParaRPr lang="en-US" sz="1600" dirty="0"/>
          </a:p>
          <a:p>
            <a:pPr marL="0" indent="0">
              <a:buNone/>
            </a:pPr>
            <a:endParaRPr lang="en-US" dirty="0"/>
          </a:p>
        </p:txBody>
      </p:sp>
      <p:sp>
        <p:nvSpPr>
          <p:cNvPr id="4" name="Title 3">
            <a:extLst>
              <a:ext uri="{FF2B5EF4-FFF2-40B4-BE49-F238E27FC236}">
                <a16:creationId xmlns:a16="http://schemas.microsoft.com/office/drawing/2014/main" id="{EC9E924D-3462-EF52-55B8-9BBE73F02FC8}"/>
              </a:ext>
            </a:extLst>
          </p:cNvPr>
          <p:cNvSpPr>
            <a:spLocks noGrp="1"/>
          </p:cNvSpPr>
          <p:nvPr>
            <p:ph type="title"/>
          </p:nvPr>
        </p:nvSpPr>
        <p:spPr/>
        <p:txBody>
          <a:bodyPr/>
          <a:lstStyle/>
          <a:p>
            <a:r>
              <a:rPr lang="ru-RU" dirty="0"/>
              <a:t>Грамматические обозначения</a:t>
            </a:r>
            <a:endParaRPr lang="en-US" dirty="0"/>
          </a:p>
        </p:txBody>
      </p:sp>
    </p:spTree>
    <p:extLst>
      <p:ext uri="{BB962C8B-B14F-4D97-AF65-F5344CB8AC3E}">
        <p14:creationId xmlns:p14="http://schemas.microsoft.com/office/powerpoint/2010/main" val="3024459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4792B-DF17-DCD2-0329-4F9CBB01486B}"/>
              </a:ext>
            </a:extLst>
          </p:cNvPr>
          <p:cNvSpPr>
            <a:spLocks noGrp="1"/>
          </p:cNvSpPr>
          <p:nvPr>
            <p:ph type="sldNum" sz="quarter" idx="12"/>
          </p:nvPr>
        </p:nvSpPr>
        <p:spPr/>
        <p:txBody>
          <a:bodyPr/>
          <a:lstStyle/>
          <a:p>
            <a:fld id="{C12E5AAC-331B-4A22-A01D-802D40030460}" type="slidenum">
              <a:rPr lang="en-US" smtClean="0"/>
              <a:pPr/>
              <a:t>11</a:t>
            </a:fld>
            <a:endParaRPr lang="en-US" dirty="0"/>
          </a:p>
        </p:txBody>
      </p:sp>
      <p:sp>
        <p:nvSpPr>
          <p:cNvPr id="3" name="Text Placeholder 2">
            <a:extLst>
              <a:ext uri="{FF2B5EF4-FFF2-40B4-BE49-F238E27FC236}">
                <a16:creationId xmlns:a16="http://schemas.microsoft.com/office/drawing/2014/main" id="{7BDACABF-F869-29C7-F5F8-BF6B95B1CF47}"/>
              </a:ext>
            </a:extLst>
          </p:cNvPr>
          <p:cNvSpPr>
            <a:spLocks noGrp="1"/>
          </p:cNvSpPr>
          <p:nvPr>
            <p:ph type="body" sz="quarter" idx="13"/>
          </p:nvPr>
        </p:nvSpPr>
        <p:spPr>
          <a:xfrm>
            <a:off x="350837" y="2300655"/>
            <a:ext cx="8541643" cy="2071320"/>
          </a:xfrm>
        </p:spPr>
        <p:txBody>
          <a:bodyPr>
            <a:normAutofit fontScale="70000" lnSpcReduction="20000"/>
          </a:bodyPr>
          <a:lstStyle/>
          <a:p>
            <a:pPr marL="0" indent="0">
              <a:buNone/>
            </a:pPr>
            <a:r>
              <a:rPr lang="ru-RU" sz="2000" b="1" dirty="0"/>
              <a:t>Сравнить с записью в БНФ</a:t>
            </a:r>
            <a:endParaRPr lang="en-US" sz="2000" b="1" dirty="0"/>
          </a:p>
          <a:p>
            <a:pPr>
              <a:spcBef>
                <a:spcPts val="600"/>
              </a:spcBef>
            </a:pP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Identifier</a:t>
            </a:r>
            <a:r>
              <a:rPr lang="ru-RU" sz="2000" b="1" dirty="0">
                <a:latin typeface="Cascadia Mono SemiLight" panose="020B0609020000020004" pitchFamily="49" charset="0"/>
                <a:cs typeface="Cascadia Mono SemiLight" panose="020B0609020000020004" pitchFamily="49" charset="0"/>
              </a:rPr>
              <a:t>&gt;</a:t>
            </a:r>
            <a:r>
              <a:rPr lang="ru-RU" sz="2000"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a:t>
            </a:r>
            <a:r>
              <a:rPr lang="ru-RU" sz="2000"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Letter</a:t>
            </a:r>
            <a:r>
              <a:rPr lang="ru-RU" sz="2000" b="1" dirty="0">
                <a:latin typeface="Cascadia Mono SemiLight" panose="020B0609020000020004" pitchFamily="49" charset="0"/>
                <a:cs typeface="Cascadia Mono SemiLight" panose="020B0609020000020004" pitchFamily="49" charset="0"/>
              </a:rPr>
              <a:t>&gt;</a:t>
            </a:r>
            <a:r>
              <a:rPr lang="ru-RU" sz="2000"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Suffix</a:t>
            </a:r>
            <a:r>
              <a:rPr lang="ru-RU" sz="2000" b="1" dirty="0">
                <a:latin typeface="Cascadia Mono SemiLight" panose="020B0609020000020004" pitchFamily="49" charset="0"/>
                <a:cs typeface="Cascadia Mono SemiLight" panose="020B0609020000020004" pitchFamily="49" charset="0"/>
              </a:rPr>
              <a:t>&gt;</a:t>
            </a:r>
            <a:r>
              <a:rPr lang="ru-RU" sz="2000" dirty="0">
                <a:latin typeface="Cascadia Mono SemiLight" panose="020B0609020000020004" pitchFamily="49" charset="0"/>
                <a:cs typeface="Cascadia Mono SemiLight" panose="020B0609020000020004" pitchFamily="49" charset="0"/>
              </a:rPr>
              <a:t> </a:t>
            </a:r>
            <a:endParaRPr lang="en-US" sz="2000" dirty="0">
              <a:latin typeface="Cascadia Mono SemiLight" panose="020B0609020000020004" pitchFamily="49" charset="0"/>
              <a:cs typeface="Cascadia Mono SemiLight" panose="020B0609020000020004" pitchFamily="49" charset="0"/>
            </a:endParaRPr>
          </a:p>
          <a:p>
            <a:pPr>
              <a:spcBef>
                <a:spcPts val="600"/>
              </a:spcBef>
            </a:pP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Suffix</a:t>
            </a:r>
            <a:r>
              <a:rPr lang="ru-RU" sz="2000" b="1" dirty="0">
                <a:latin typeface="Cascadia Mono SemiLight" panose="020B0609020000020004" pitchFamily="49" charset="0"/>
                <a:cs typeface="Cascadia Mono SemiLight" panose="020B0609020000020004" pitchFamily="49" charset="0"/>
              </a:rPr>
              <a:t>&gt;</a:t>
            </a:r>
            <a:r>
              <a:rPr lang="en-US" sz="2000" b="1"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a:t>
            </a:r>
            <a:r>
              <a:rPr lang="ru-RU" sz="2000"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Letter</a:t>
            </a:r>
            <a:r>
              <a:rPr lang="ru-RU" sz="2000" b="1" dirty="0">
                <a:latin typeface="Cascadia Mono SemiLight" panose="020B0609020000020004" pitchFamily="49" charset="0"/>
                <a:cs typeface="Cascadia Mono SemiLight" panose="020B0609020000020004" pitchFamily="49" charset="0"/>
              </a:rPr>
              <a:t>&gt;</a:t>
            </a:r>
            <a:r>
              <a:rPr lang="ru-RU" sz="2000"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Suffix</a:t>
            </a:r>
            <a:r>
              <a:rPr lang="ru-RU" sz="2000" b="1" dirty="0">
                <a:latin typeface="Cascadia Mono SemiLight" panose="020B0609020000020004" pitchFamily="49" charset="0"/>
                <a:cs typeface="Cascadia Mono SemiLight" panose="020B0609020000020004" pitchFamily="49" charset="0"/>
              </a:rPr>
              <a:t>&gt;</a:t>
            </a:r>
            <a:r>
              <a:rPr lang="ru-RU" sz="2000"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Digit</a:t>
            </a:r>
            <a:r>
              <a:rPr lang="ru-RU" sz="2000" b="1" dirty="0">
                <a:latin typeface="Cascadia Mono SemiLight" panose="020B0609020000020004" pitchFamily="49" charset="0"/>
                <a:cs typeface="Cascadia Mono SemiLight" panose="020B0609020000020004" pitchFamily="49" charset="0"/>
              </a:rPr>
              <a:t>&gt; &lt;</a:t>
            </a:r>
            <a:r>
              <a:rPr lang="en-US" sz="2000" dirty="0">
                <a:latin typeface="Cascadia Mono SemiLight" panose="020B0609020000020004" pitchFamily="49" charset="0"/>
                <a:cs typeface="Cascadia Mono SemiLight" panose="020B0609020000020004" pitchFamily="49" charset="0"/>
              </a:rPr>
              <a:t>Suffix</a:t>
            </a:r>
            <a:r>
              <a:rPr lang="ru-RU" sz="2000" b="1" dirty="0">
                <a:latin typeface="Cascadia Mono SemiLight" panose="020B0609020000020004" pitchFamily="49" charset="0"/>
                <a:cs typeface="Cascadia Mono SemiLight" panose="020B0609020000020004" pitchFamily="49" charset="0"/>
              </a:rPr>
              <a:t>&gt;</a:t>
            </a:r>
            <a:r>
              <a:rPr lang="en-US" sz="2000" b="1"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Letter</a:t>
            </a:r>
            <a:r>
              <a:rPr lang="ru-RU" sz="2000" b="1" dirty="0">
                <a:latin typeface="Cascadia Mono SemiLight" panose="020B0609020000020004" pitchFamily="49" charset="0"/>
                <a:cs typeface="Cascadia Mono SemiLight" panose="020B0609020000020004" pitchFamily="49" charset="0"/>
              </a:rPr>
              <a:t>&gt;</a:t>
            </a:r>
            <a:r>
              <a:rPr lang="ru-RU" sz="2000"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Digit</a:t>
            </a:r>
            <a:r>
              <a:rPr lang="ru-RU" sz="2000" b="1" dirty="0">
                <a:latin typeface="Cascadia Mono SemiLight" panose="020B0609020000020004" pitchFamily="49" charset="0"/>
                <a:cs typeface="Cascadia Mono SemiLight" panose="020B0609020000020004" pitchFamily="49" charset="0"/>
              </a:rPr>
              <a:t>&gt;</a:t>
            </a:r>
            <a:endParaRPr lang="en-US" sz="2000" b="1" dirty="0">
              <a:latin typeface="Cascadia Mono SemiLight" panose="020B0609020000020004" pitchFamily="49" charset="0"/>
              <a:cs typeface="Cascadia Mono SemiLight" panose="020B0609020000020004" pitchFamily="49" charset="0"/>
            </a:endParaRPr>
          </a:p>
          <a:p>
            <a:pPr>
              <a:spcBef>
                <a:spcPts val="600"/>
              </a:spcBef>
            </a:pPr>
            <a:r>
              <a:rPr lang="ru-RU" sz="2000" b="1" dirty="0">
                <a:latin typeface="Cascadia Mono SemiLight" panose="020B0609020000020004" pitchFamily="49" charset="0"/>
                <a:cs typeface="Cascadia Mono SemiLight" panose="020B0609020000020004" pitchFamily="49" charset="0"/>
              </a:rPr>
              <a:t>&lt;</a:t>
            </a:r>
            <a:r>
              <a:rPr lang="en-US" sz="2000" dirty="0">
                <a:latin typeface="Cascadia Mono SemiLight" panose="020B0609020000020004" pitchFamily="49" charset="0"/>
                <a:cs typeface="Cascadia Mono SemiLight" panose="020B0609020000020004" pitchFamily="49" charset="0"/>
              </a:rPr>
              <a:t>Letter</a:t>
            </a:r>
            <a:r>
              <a:rPr lang="ru-RU" sz="2000" b="1" dirty="0">
                <a:latin typeface="Cascadia Mono SemiLight" panose="020B0609020000020004" pitchFamily="49" charset="0"/>
                <a:cs typeface="Cascadia Mono SemiLight" panose="020B0609020000020004" pitchFamily="49" charset="0"/>
              </a:rPr>
              <a:t>&gt;</a:t>
            </a:r>
            <a:r>
              <a:rPr lang="en-US" sz="2000" b="1"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a:t>
            </a:r>
            <a:r>
              <a:rPr lang="en-US" sz="2000" b="1"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&lt;English Alphabet&gt;| &lt;Russian Alphabet&gt; | &lt;Signs&gt;</a:t>
            </a:r>
          </a:p>
          <a:p>
            <a:pPr>
              <a:spcBef>
                <a:spcPts val="600"/>
              </a:spcBef>
            </a:pPr>
            <a:r>
              <a:rPr lang="en-US" sz="2000" dirty="0">
                <a:latin typeface="Cascadia Mono SemiLight" panose="020B0609020000020004" pitchFamily="49" charset="0"/>
                <a:cs typeface="Cascadia Mono SemiLight" panose="020B0609020000020004" pitchFamily="49" charset="0"/>
              </a:rPr>
              <a:t>&lt;English Alphabet&gt; </a:t>
            </a:r>
            <a:r>
              <a:rPr lang="ru-RU" sz="2000" b="1"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A|B|C|D|E|F|G|H|I|J|K|L|M|</a:t>
            </a:r>
            <a:r>
              <a:rPr lang="ru-RU" sz="2000" b="1" dirty="0">
                <a:latin typeface="Cascadia Mono SemiLight" panose="020B0609020000020004" pitchFamily="49" charset="0"/>
                <a:cs typeface="Cascadia Mono SemiLight" panose="020B0609020000020004" pitchFamily="49" charset="0"/>
              </a:rPr>
              <a:t>…</a:t>
            </a:r>
            <a:endParaRPr lang="en-US" sz="2000" b="1" dirty="0">
              <a:latin typeface="Cascadia Mono SemiLight" panose="020B0609020000020004" pitchFamily="49" charset="0"/>
              <a:cs typeface="Cascadia Mono SemiLight" panose="020B0609020000020004" pitchFamily="49" charset="0"/>
            </a:endParaRPr>
          </a:p>
          <a:p>
            <a:pPr>
              <a:spcBef>
                <a:spcPts val="600"/>
              </a:spcBef>
            </a:pPr>
            <a:r>
              <a:rPr lang="en-US" sz="2000" dirty="0">
                <a:latin typeface="Cascadia Mono SemiLight" panose="020B0609020000020004" pitchFamily="49" charset="0"/>
                <a:cs typeface="Cascadia Mono SemiLight" panose="020B0609020000020004" pitchFamily="49" charset="0"/>
              </a:rPr>
              <a:t>&lt;Russian Alphabet&gt; </a:t>
            </a:r>
            <a:r>
              <a:rPr lang="en-US" sz="2000" b="1" dirty="0">
                <a:latin typeface="Cascadia Mono SemiLight" panose="020B0609020000020004" pitchFamily="49" charset="0"/>
                <a:cs typeface="Cascadia Mono SemiLight" panose="020B0609020000020004" pitchFamily="49" charset="0"/>
              </a:rPr>
              <a:t>::= </a:t>
            </a:r>
            <a:r>
              <a:rPr lang="ru-RU" sz="2000" b="1" dirty="0">
                <a:latin typeface="Cascadia Mono SemiLight" panose="020B0609020000020004" pitchFamily="49" charset="0"/>
                <a:cs typeface="Cascadia Mono SemiLight" panose="020B0609020000020004" pitchFamily="49" charset="0"/>
              </a:rPr>
              <a:t>А</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Б</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В</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Г</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Д</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Е</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Ё</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Ж</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З</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И</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Й</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К</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Л</a:t>
            </a:r>
            <a:r>
              <a:rPr lang="en-US" sz="2000" b="1" dirty="0">
                <a:latin typeface="Cascadia Mono SemiLight" panose="020B0609020000020004" pitchFamily="49" charset="0"/>
                <a:cs typeface="Cascadia Mono SemiLight" panose="020B0609020000020004" pitchFamily="49" charset="0"/>
              </a:rPr>
              <a:t>|</a:t>
            </a:r>
            <a:r>
              <a:rPr lang="ru-RU" sz="2000" b="1" dirty="0">
                <a:latin typeface="Cascadia Mono SemiLight" panose="020B0609020000020004" pitchFamily="49" charset="0"/>
                <a:cs typeface="Cascadia Mono SemiLight" panose="020B0609020000020004" pitchFamily="49" charset="0"/>
              </a:rPr>
              <a:t>М</a:t>
            </a:r>
            <a:r>
              <a:rPr lang="en-US" sz="2000" b="1" dirty="0">
                <a:latin typeface="Cascadia Mono SemiLight" panose="020B0609020000020004" pitchFamily="49" charset="0"/>
                <a:cs typeface="Cascadia Mono SemiLight" panose="020B0609020000020004" pitchFamily="49" charset="0"/>
              </a:rPr>
              <a:t>|…</a:t>
            </a:r>
          </a:p>
          <a:p>
            <a:pPr>
              <a:spcBef>
                <a:spcPts val="600"/>
              </a:spcBef>
            </a:pPr>
            <a:r>
              <a:rPr lang="en-US" sz="2000" dirty="0">
                <a:latin typeface="Cascadia Mono SemiLight" panose="020B0609020000020004" pitchFamily="49" charset="0"/>
                <a:cs typeface="Cascadia Mono SemiLight" panose="020B0609020000020004" pitchFamily="49" charset="0"/>
              </a:rPr>
              <a:t>&lt;Signs&gt; </a:t>
            </a:r>
            <a:r>
              <a:rPr lang="ru-RU" sz="2000" b="1" dirty="0">
                <a:latin typeface="Cascadia Mono SemiLight" panose="020B0609020000020004" pitchFamily="49" charset="0"/>
                <a:cs typeface="Cascadia Mono SemiLight" panose="020B0609020000020004" pitchFamily="49" charset="0"/>
              </a:rPr>
              <a:t>::=</a:t>
            </a:r>
            <a:r>
              <a:rPr lang="en-US" sz="2000" b="1" dirty="0">
                <a:latin typeface="Cascadia Mono SemiLight" panose="020B0609020000020004" pitchFamily="49" charset="0"/>
                <a:cs typeface="Cascadia Mono SemiLight" panose="020B0609020000020004" pitchFamily="49" charset="0"/>
              </a:rPr>
              <a:t>_ |*|-|+|…</a:t>
            </a:r>
          </a:p>
          <a:p>
            <a:pPr>
              <a:spcBef>
                <a:spcPts val="600"/>
              </a:spcBef>
            </a:pPr>
            <a:r>
              <a:rPr lang="en-US" sz="2000" dirty="0">
                <a:latin typeface="Cascadia Mono SemiLight" panose="020B0609020000020004" pitchFamily="49" charset="0"/>
                <a:cs typeface="Cascadia Mono SemiLight" panose="020B0609020000020004" pitchFamily="49" charset="0"/>
              </a:rPr>
              <a:t>&lt;Digit&gt; </a:t>
            </a:r>
            <a:r>
              <a:rPr lang="en-US" sz="2000" b="1" dirty="0">
                <a:latin typeface="Cascadia Mono SemiLight" panose="020B0609020000020004" pitchFamily="49" charset="0"/>
                <a:cs typeface="Cascadia Mono SemiLight" panose="020B0609020000020004" pitchFamily="49" charset="0"/>
              </a:rPr>
              <a:t>::= 1|2|3|4|5|6|7|8|9|0</a:t>
            </a:r>
            <a:endParaRPr lang="ru-RU" sz="2000" b="1" dirty="0">
              <a:latin typeface="Cascadia Mono SemiLight" panose="020B0609020000020004" pitchFamily="49" charset="0"/>
              <a:cs typeface="Cascadia Mono SemiLight" panose="020B0609020000020004" pitchFamily="49" charset="0"/>
            </a:endParaRPr>
          </a:p>
          <a:p>
            <a:endParaRPr lang="en-US" dirty="0"/>
          </a:p>
        </p:txBody>
      </p:sp>
      <p:sp>
        <p:nvSpPr>
          <p:cNvPr id="4" name="Title 3">
            <a:extLst>
              <a:ext uri="{FF2B5EF4-FFF2-40B4-BE49-F238E27FC236}">
                <a16:creationId xmlns:a16="http://schemas.microsoft.com/office/drawing/2014/main" id="{D9208EA3-A944-9C66-29BD-F7EAA288F93C}"/>
              </a:ext>
            </a:extLst>
          </p:cNvPr>
          <p:cNvSpPr>
            <a:spLocks noGrp="1"/>
          </p:cNvSpPr>
          <p:nvPr>
            <p:ph type="title"/>
          </p:nvPr>
        </p:nvSpPr>
        <p:spPr/>
        <p:txBody>
          <a:bodyPr/>
          <a:lstStyle/>
          <a:p>
            <a:r>
              <a:rPr lang="ru-RU" dirty="0"/>
              <a:t>Графические обозначения</a:t>
            </a:r>
            <a:endParaRPr lang="en-US" dirty="0"/>
          </a:p>
        </p:txBody>
      </p:sp>
      <p:pic>
        <p:nvPicPr>
          <p:cNvPr id="5" name="Picture 2">
            <a:extLst>
              <a:ext uri="{FF2B5EF4-FFF2-40B4-BE49-F238E27FC236}">
                <a16:creationId xmlns:a16="http://schemas.microsoft.com/office/drawing/2014/main" id="{9A54354F-B0AB-824E-69ED-ED15EB0E356C}"/>
              </a:ext>
            </a:extLst>
          </p:cNvPr>
          <p:cNvPicPr>
            <a:picLocks noChangeAspect="1" noChangeArrowheads="1"/>
          </p:cNvPicPr>
          <p:nvPr/>
        </p:nvPicPr>
        <p:blipFill>
          <a:blip r:embed="rId3" cstate="print"/>
          <a:srcRect/>
          <a:stretch>
            <a:fillRect/>
          </a:stretch>
        </p:blipFill>
        <p:spPr bwMode="auto">
          <a:xfrm>
            <a:off x="377601" y="1275606"/>
            <a:ext cx="5058495" cy="1025048"/>
          </a:xfrm>
          <a:prstGeom prst="rect">
            <a:avLst/>
          </a:prstGeom>
          <a:noFill/>
          <a:ln w="9525">
            <a:noFill/>
            <a:miter lim="800000"/>
            <a:headEnd/>
            <a:tailEnd/>
          </a:ln>
          <a:effectLst/>
        </p:spPr>
      </p:pic>
    </p:spTree>
    <p:extLst>
      <p:ext uri="{BB962C8B-B14F-4D97-AF65-F5344CB8AC3E}">
        <p14:creationId xmlns:p14="http://schemas.microsoft.com/office/powerpoint/2010/main" val="404569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E7C157-1D41-0B98-F4F8-EC3DC79ABC4A}"/>
              </a:ext>
            </a:extLst>
          </p:cNvPr>
          <p:cNvSpPr>
            <a:spLocks noGrp="1"/>
          </p:cNvSpPr>
          <p:nvPr>
            <p:ph type="sldNum" sz="quarter" idx="12"/>
          </p:nvPr>
        </p:nvSpPr>
        <p:spPr/>
        <p:txBody>
          <a:bodyPr/>
          <a:lstStyle/>
          <a:p>
            <a:fld id="{C12E5AAC-331B-4A22-A01D-802D40030460}" type="slidenum">
              <a:rPr lang="en-US" smtClean="0"/>
              <a:pPr/>
              <a:t>12</a:t>
            </a:fld>
            <a:endParaRPr lang="en-US" dirty="0"/>
          </a:p>
        </p:txBody>
      </p:sp>
      <p:sp>
        <p:nvSpPr>
          <p:cNvPr id="3" name="Text Placeholder 2">
            <a:extLst>
              <a:ext uri="{FF2B5EF4-FFF2-40B4-BE49-F238E27FC236}">
                <a16:creationId xmlns:a16="http://schemas.microsoft.com/office/drawing/2014/main" id="{F1B31B80-7100-4564-CEBA-A6E047275DCF}"/>
              </a:ext>
            </a:extLst>
          </p:cNvPr>
          <p:cNvSpPr>
            <a:spLocks noGrp="1"/>
          </p:cNvSpPr>
          <p:nvPr>
            <p:ph type="body" sz="quarter" idx="13"/>
          </p:nvPr>
        </p:nvSpPr>
        <p:spPr>
          <a:xfrm>
            <a:off x="350837" y="1419224"/>
            <a:ext cx="8541643" cy="3168749"/>
          </a:xfrm>
        </p:spPr>
        <p:txBody>
          <a:bodyPr numCol="2">
            <a:normAutofit fontScale="70000" lnSpcReduction="20000"/>
          </a:bodyPr>
          <a:lstStyle/>
          <a:p>
            <a:pPr eaLnBrk="1" hangingPunct="1">
              <a:lnSpc>
                <a:spcPct val="110000"/>
              </a:lnSpc>
              <a:defRPr/>
            </a:pPr>
            <a:r>
              <a:rPr lang="ru-RU" sz="2000" dirty="0"/>
              <a:t>Все данные содержатся в </a:t>
            </a:r>
            <a:r>
              <a:rPr lang="ru-RU" sz="2000" dirty="0">
                <a:solidFill>
                  <a:schemeClr val="accent2"/>
                </a:solidFill>
              </a:rPr>
              <a:t>таблицах</a:t>
            </a:r>
          </a:p>
          <a:p>
            <a:pPr eaLnBrk="1" hangingPunct="1">
              <a:lnSpc>
                <a:spcPct val="110000"/>
              </a:lnSpc>
              <a:defRPr/>
            </a:pPr>
            <a:r>
              <a:rPr lang="ru-RU" sz="2000" dirty="0">
                <a:solidFill>
                  <a:schemeClr val="accent2"/>
                </a:solidFill>
              </a:rPr>
              <a:t>Таблицы</a:t>
            </a:r>
            <a:r>
              <a:rPr lang="ru-RU" sz="2000" dirty="0"/>
              <a:t> сгруппированы в </a:t>
            </a:r>
            <a:r>
              <a:rPr lang="ru-RU" dirty="0">
                <a:solidFill>
                  <a:schemeClr val="accent2"/>
                </a:solidFill>
              </a:rPr>
              <a:t>схемы</a:t>
            </a:r>
            <a:endParaRPr lang="ru-RU" sz="2000" dirty="0">
              <a:solidFill>
                <a:schemeClr val="accent2"/>
              </a:solidFill>
            </a:endParaRPr>
          </a:p>
          <a:p>
            <a:pPr eaLnBrk="1" hangingPunct="1">
              <a:lnSpc>
                <a:spcPct val="110000"/>
              </a:lnSpc>
              <a:defRPr/>
            </a:pPr>
            <a:r>
              <a:rPr lang="ru-RU" sz="2000" dirty="0">
                <a:solidFill>
                  <a:schemeClr val="accent2"/>
                </a:solidFill>
              </a:rPr>
              <a:t>Схемы</a:t>
            </a:r>
            <a:r>
              <a:rPr lang="ru-RU" sz="2000" dirty="0"/>
              <a:t> располагаются в </a:t>
            </a:r>
            <a:r>
              <a:rPr lang="ru-RU" sz="2000" dirty="0">
                <a:solidFill>
                  <a:schemeClr val="accent2"/>
                </a:solidFill>
              </a:rPr>
              <a:t>каталогах</a:t>
            </a:r>
          </a:p>
          <a:p>
            <a:pPr eaLnBrk="1" hangingPunct="1">
              <a:lnSpc>
                <a:spcPct val="110000"/>
              </a:lnSpc>
              <a:defRPr/>
            </a:pPr>
            <a:r>
              <a:rPr lang="ru-RU" sz="2000" dirty="0"/>
              <a:t>В дальнейшем </a:t>
            </a:r>
            <a:r>
              <a:rPr lang="ru-RU" sz="2000" dirty="0">
                <a:solidFill>
                  <a:schemeClr val="accent2"/>
                </a:solidFill>
              </a:rPr>
              <a:t>каталоги</a:t>
            </a:r>
            <a:r>
              <a:rPr lang="ru-RU" sz="2000" dirty="0"/>
              <a:t> могут быть сгруппированы в </a:t>
            </a:r>
            <a:r>
              <a:rPr lang="ru-RU" sz="2000" dirty="0">
                <a:solidFill>
                  <a:schemeClr val="accent2"/>
                </a:solidFill>
              </a:rPr>
              <a:t>кластеры</a:t>
            </a:r>
          </a:p>
          <a:p>
            <a:pPr eaLnBrk="1" hangingPunct="1">
              <a:lnSpc>
                <a:spcPct val="110000"/>
              </a:lnSpc>
              <a:defRPr/>
            </a:pPr>
            <a:r>
              <a:rPr lang="ru-RU" sz="2000" dirty="0"/>
              <a:t>Согласно стандарту субъект, который выдаёт </a:t>
            </a:r>
            <a:r>
              <a:rPr lang="en-US" sz="2000" dirty="0"/>
              <a:t>SQL</a:t>
            </a:r>
            <a:r>
              <a:rPr lang="ru-RU" sz="2000" dirty="0"/>
              <a:t>-команды называется </a:t>
            </a:r>
            <a:r>
              <a:rPr lang="en-US" sz="2000" dirty="0">
                <a:solidFill>
                  <a:schemeClr val="accent2"/>
                </a:solidFill>
              </a:rPr>
              <a:t>SQL</a:t>
            </a:r>
            <a:r>
              <a:rPr lang="ru-RU" sz="2000" dirty="0">
                <a:solidFill>
                  <a:schemeClr val="accent2"/>
                </a:solidFill>
              </a:rPr>
              <a:t>-агент</a:t>
            </a:r>
          </a:p>
          <a:p>
            <a:pPr eaLnBrk="1" hangingPunct="1">
              <a:lnSpc>
                <a:spcPct val="110000"/>
              </a:lnSpc>
              <a:defRPr/>
            </a:pPr>
            <a:r>
              <a:rPr lang="en-US" sz="2000" dirty="0">
                <a:solidFill>
                  <a:schemeClr val="accent2"/>
                </a:solidFill>
              </a:rPr>
              <a:t>SQL</a:t>
            </a:r>
            <a:r>
              <a:rPr lang="ru-RU" sz="2000" dirty="0">
                <a:solidFill>
                  <a:schemeClr val="accent2"/>
                </a:solidFill>
              </a:rPr>
              <a:t>-агент</a:t>
            </a:r>
            <a:r>
              <a:rPr lang="ru-RU" sz="2000" i="1" dirty="0"/>
              <a:t> </a:t>
            </a:r>
            <a:r>
              <a:rPr lang="ru-RU" sz="2000" dirty="0"/>
              <a:t>связывается с идентификатором авторизации пользователя (</a:t>
            </a:r>
            <a:r>
              <a:rPr lang="en-US" sz="2000" dirty="0">
                <a:solidFill>
                  <a:schemeClr val="accent2"/>
                </a:solidFill>
              </a:rPr>
              <a:t>Authorization ID</a:t>
            </a:r>
            <a:r>
              <a:rPr lang="en-US" sz="2000" dirty="0"/>
              <a:t>)</a:t>
            </a:r>
            <a:r>
              <a:rPr lang="ru-RU" sz="2000" dirty="0"/>
              <a:t>, имеющим группу привилегий.</a:t>
            </a:r>
          </a:p>
          <a:p>
            <a:pPr eaLnBrk="1" hangingPunct="1">
              <a:lnSpc>
                <a:spcPct val="110000"/>
              </a:lnSpc>
              <a:defRPr/>
            </a:pPr>
            <a:r>
              <a:rPr lang="en-US" sz="2000" dirty="0">
                <a:solidFill>
                  <a:schemeClr val="accent2"/>
                </a:solidFill>
              </a:rPr>
              <a:t>Authorization ID</a:t>
            </a:r>
            <a:r>
              <a:rPr lang="ru-RU" sz="2000" dirty="0">
                <a:solidFill>
                  <a:schemeClr val="accent2"/>
                </a:solidFill>
              </a:rPr>
              <a:t> </a:t>
            </a:r>
            <a:r>
              <a:rPr lang="ru-RU" sz="2000" dirty="0"/>
              <a:t>устанавливает связь с СУБД</a:t>
            </a:r>
          </a:p>
          <a:p>
            <a:pPr eaLnBrk="1" hangingPunct="1">
              <a:lnSpc>
                <a:spcPct val="110000"/>
              </a:lnSpc>
              <a:defRPr/>
            </a:pPr>
            <a:r>
              <a:rPr lang="ru-RU" sz="2000" dirty="0"/>
              <a:t>Установление такой связи определяет начало сеанса.</a:t>
            </a:r>
          </a:p>
          <a:p>
            <a:pPr eaLnBrk="1" hangingPunct="1">
              <a:lnSpc>
                <a:spcPct val="110000"/>
              </a:lnSpc>
              <a:defRPr/>
            </a:pPr>
            <a:r>
              <a:rPr lang="en-US" sz="2000" dirty="0">
                <a:solidFill>
                  <a:schemeClr val="accent2"/>
                </a:solidFill>
              </a:rPr>
              <a:t>SQL</a:t>
            </a:r>
            <a:r>
              <a:rPr lang="ru-RU" sz="2000" dirty="0">
                <a:solidFill>
                  <a:schemeClr val="accent2"/>
                </a:solidFill>
              </a:rPr>
              <a:t>-агенту</a:t>
            </a:r>
            <a:r>
              <a:rPr lang="ru-RU" sz="2000" i="1" dirty="0"/>
              <a:t> </a:t>
            </a:r>
            <a:r>
              <a:rPr lang="ru-RU" sz="2000" dirty="0"/>
              <a:t>разрешено в ряде случаев переключаться на другие соединения и сеансы в виде другого </a:t>
            </a:r>
            <a:r>
              <a:rPr lang="en-US" sz="2000" dirty="0"/>
              <a:t>Authorization ID</a:t>
            </a:r>
            <a:endParaRPr lang="ru-RU" sz="2000" dirty="0"/>
          </a:p>
          <a:p>
            <a:pPr eaLnBrk="1" hangingPunct="1">
              <a:lnSpc>
                <a:spcPct val="110000"/>
              </a:lnSpc>
              <a:defRPr/>
            </a:pPr>
            <a:r>
              <a:rPr lang="ru-RU" sz="2000" dirty="0"/>
              <a:t>Тем не менее </a:t>
            </a:r>
            <a:r>
              <a:rPr lang="en-US" sz="2000" dirty="0">
                <a:solidFill>
                  <a:schemeClr val="accent2"/>
                </a:solidFill>
              </a:rPr>
              <a:t>SQL</a:t>
            </a:r>
            <a:r>
              <a:rPr lang="ru-RU" sz="2000" dirty="0">
                <a:solidFill>
                  <a:schemeClr val="accent2"/>
                </a:solidFill>
              </a:rPr>
              <a:t>-агент</a:t>
            </a:r>
            <a:r>
              <a:rPr lang="en-US" sz="2000" dirty="0"/>
              <a:t> </a:t>
            </a:r>
            <a:r>
              <a:rPr lang="ru-RU" sz="2000" i="1" dirty="0"/>
              <a:t>и </a:t>
            </a:r>
            <a:r>
              <a:rPr lang="en-US" sz="2000" dirty="0">
                <a:solidFill>
                  <a:schemeClr val="accent2"/>
                </a:solidFill>
              </a:rPr>
              <a:t>Authorization ID</a:t>
            </a:r>
            <a:r>
              <a:rPr lang="ru-RU" sz="2000" dirty="0">
                <a:solidFill>
                  <a:schemeClr val="accent2"/>
                </a:solidFill>
              </a:rPr>
              <a:t> </a:t>
            </a:r>
            <a:r>
              <a:rPr lang="ru-RU" sz="2000" dirty="0"/>
              <a:t>– не синонимы. Переключения соединений определяются реализацией</a:t>
            </a:r>
          </a:p>
        </p:txBody>
      </p:sp>
      <p:sp>
        <p:nvSpPr>
          <p:cNvPr id="4" name="Title 3">
            <a:extLst>
              <a:ext uri="{FF2B5EF4-FFF2-40B4-BE49-F238E27FC236}">
                <a16:creationId xmlns:a16="http://schemas.microsoft.com/office/drawing/2014/main" id="{B2FAE3EF-8624-8135-BD53-6961974079F2}"/>
              </a:ext>
            </a:extLst>
          </p:cNvPr>
          <p:cNvSpPr>
            <a:spLocks noGrp="1"/>
          </p:cNvSpPr>
          <p:nvPr>
            <p:ph type="title"/>
          </p:nvPr>
        </p:nvSpPr>
        <p:spPr/>
        <p:txBody>
          <a:bodyPr/>
          <a:lstStyle/>
          <a:p>
            <a:r>
              <a:rPr lang="en-US" dirty="0" err="1"/>
              <a:t>sQL</a:t>
            </a:r>
            <a:r>
              <a:rPr lang="en-US" dirty="0"/>
              <a:t>: </a:t>
            </a:r>
            <a:r>
              <a:rPr lang="ru-RU" dirty="0"/>
              <a:t>Пользователи, схемы</a:t>
            </a:r>
            <a:r>
              <a:rPr lang="en-US" dirty="0"/>
              <a:t>, </a:t>
            </a:r>
            <a:r>
              <a:rPr lang="ru-RU" dirty="0"/>
              <a:t>сеансы (1)</a:t>
            </a:r>
            <a:endParaRPr lang="en-US" dirty="0"/>
          </a:p>
        </p:txBody>
      </p:sp>
    </p:spTree>
    <p:extLst>
      <p:ext uri="{BB962C8B-B14F-4D97-AF65-F5344CB8AC3E}">
        <p14:creationId xmlns:p14="http://schemas.microsoft.com/office/powerpoint/2010/main" val="2363945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549E9-109D-E1B2-871E-2D364423EE6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577EFA-E178-4AF5-2E6F-181C520E78A0}"/>
              </a:ext>
            </a:extLst>
          </p:cNvPr>
          <p:cNvSpPr>
            <a:spLocks noGrp="1"/>
          </p:cNvSpPr>
          <p:nvPr>
            <p:ph type="sldNum" sz="quarter" idx="12"/>
          </p:nvPr>
        </p:nvSpPr>
        <p:spPr/>
        <p:txBody>
          <a:bodyPr/>
          <a:lstStyle/>
          <a:p>
            <a:fld id="{C12E5AAC-331B-4A22-A01D-802D40030460}" type="slidenum">
              <a:rPr lang="en-US" smtClean="0"/>
              <a:pPr/>
              <a:t>13</a:t>
            </a:fld>
            <a:endParaRPr lang="en-US" dirty="0"/>
          </a:p>
        </p:txBody>
      </p:sp>
      <p:sp>
        <p:nvSpPr>
          <p:cNvPr id="3" name="Text Placeholder 2">
            <a:extLst>
              <a:ext uri="{FF2B5EF4-FFF2-40B4-BE49-F238E27FC236}">
                <a16:creationId xmlns:a16="http://schemas.microsoft.com/office/drawing/2014/main" id="{49A132DA-2280-835A-507F-3FDF3FC0DC0C}"/>
              </a:ext>
            </a:extLst>
          </p:cNvPr>
          <p:cNvSpPr>
            <a:spLocks noGrp="1"/>
          </p:cNvSpPr>
          <p:nvPr>
            <p:ph type="body" sz="quarter" idx="13"/>
          </p:nvPr>
        </p:nvSpPr>
        <p:spPr>
          <a:xfrm>
            <a:off x="350837" y="1419224"/>
            <a:ext cx="8541643" cy="3168749"/>
          </a:xfrm>
        </p:spPr>
        <p:txBody>
          <a:bodyPr numCol="2">
            <a:normAutofit fontScale="55000" lnSpcReduction="20000"/>
          </a:bodyPr>
          <a:lstStyle/>
          <a:p>
            <a:pPr marL="177800" indent="-177800" eaLnBrk="1" hangingPunct="1">
              <a:lnSpc>
                <a:spcPct val="120000"/>
              </a:lnSpc>
              <a:defRPr/>
            </a:pPr>
            <a:r>
              <a:rPr lang="ru-RU" sz="2000" kern="1200" dirty="0"/>
              <a:t>СУБД автоматически определяет одного или нескольких пользователей и как минимум одну схему по умолчанию, с которой можно установить соединение</a:t>
            </a:r>
            <a:endParaRPr lang="en-US" sz="2000" kern="1200" dirty="0"/>
          </a:p>
          <a:p>
            <a:pPr marL="177800" indent="-177800" eaLnBrk="1" hangingPunct="1">
              <a:lnSpc>
                <a:spcPct val="120000"/>
              </a:lnSpc>
              <a:defRPr/>
            </a:pPr>
            <a:r>
              <a:rPr lang="ru-RU" sz="2000" kern="1200" dirty="0"/>
              <a:t>Как правило, это суперпользователи базы данных, такие, как </a:t>
            </a:r>
            <a:r>
              <a:rPr lang="en-US" sz="2000" kern="1200" dirty="0"/>
              <a:t>SYS</a:t>
            </a:r>
            <a:r>
              <a:rPr lang="ru-RU" sz="2000" kern="1200" dirty="0"/>
              <a:t> (от </a:t>
            </a:r>
            <a:r>
              <a:rPr lang="en-US" sz="2000" kern="1200" dirty="0"/>
              <a:t>System</a:t>
            </a:r>
            <a:r>
              <a:rPr lang="ru-RU" sz="2000" kern="1200" dirty="0"/>
              <a:t>), имеющие пароль по умолчанию</a:t>
            </a:r>
            <a:r>
              <a:rPr lang="ru-RU" sz="2000" dirty="0"/>
              <a:t>. </a:t>
            </a:r>
            <a:br>
              <a:rPr lang="ru-RU" sz="2000" dirty="0"/>
            </a:br>
            <a:r>
              <a:rPr lang="ru-RU" sz="2000" kern="1200" dirty="0">
                <a:solidFill>
                  <a:schemeClr val="accent1"/>
                </a:solidFill>
                <a:latin typeface="Cascadia Mono SemiLight" panose="020B0609020000020004" pitchFamily="49" charset="0"/>
                <a:cs typeface="Cascadia Mono SemiLight" panose="020B0609020000020004" pitchFamily="49" charset="0"/>
              </a:rPr>
              <a:t>С</a:t>
            </a:r>
            <a:r>
              <a:rPr lang="en-US" sz="2000" kern="1200" dirty="0">
                <a:solidFill>
                  <a:schemeClr val="accent1"/>
                </a:solidFill>
                <a:latin typeface="Cascadia Mono SemiLight" panose="020B0609020000020004" pitchFamily="49" charset="0"/>
                <a:cs typeface="Cascadia Mono SemiLight" panose="020B0609020000020004" pitchFamily="49" charset="0"/>
              </a:rPr>
              <a:t>ONN</a:t>
            </a:r>
            <a:r>
              <a:rPr lang="ru-RU" sz="2000" kern="1200" dirty="0">
                <a:solidFill>
                  <a:schemeClr val="accent1"/>
                </a:solidFill>
                <a:latin typeface="Cascadia Mono SemiLight" panose="020B0609020000020004" pitchFamily="49" charset="0"/>
                <a:cs typeface="Cascadia Mono SemiLight" panose="020B0609020000020004" pitchFamily="49" charset="0"/>
              </a:rPr>
              <a:t>ЕСТ ТО </a:t>
            </a:r>
            <a:r>
              <a:rPr lang="en-US" sz="2000" kern="1200" dirty="0">
                <a:solidFill>
                  <a:schemeClr val="accent1"/>
                </a:solidFill>
                <a:latin typeface="Cascadia Mono SemiLight" panose="020B0609020000020004" pitchFamily="49" charset="0"/>
                <a:cs typeface="Cascadia Mono SemiLight" panose="020B0609020000020004" pitchFamily="49" charset="0"/>
              </a:rPr>
              <a:t>DEFAULT</a:t>
            </a:r>
            <a:r>
              <a:rPr lang="ru-RU" sz="2000" kern="1200" dirty="0">
                <a:solidFill>
                  <a:schemeClr val="accent1"/>
                </a:solidFill>
                <a:latin typeface="Cascadia Mono SemiLight" panose="020B0609020000020004" pitchFamily="49" charset="0"/>
                <a:cs typeface="Cascadia Mono SemiLight" panose="020B0609020000020004" pitchFamily="49" charset="0"/>
              </a:rPr>
              <a:t> </a:t>
            </a:r>
            <a:r>
              <a:rPr lang="en-US" sz="2000" kern="1200" dirty="0">
                <a:solidFill>
                  <a:schemeClr val="accent1"/>
                </a:solidFill>
                <a:latin typeface="Cascadia Mono SemiLight" panose="020B0609020000020004" pitchFamily="49" charset="0"/>
                <a:cs typeface="Cascadia Mono SemiLight" panose="020B0609020000020004" pitchFamily="49" charset="0"/>
              </a:rPr>
              <a:t>USER</a:t>
            </a:r>
            <a:r>
              <a:rPr lang="ru-RU" sz="2000" kern="1200" dirty="0">
                <a:solidFill>
                  <a:schemeClr val="accent1"/>
                </a:solidFill>
                <a:latin typeface="Cascadia Mono SemiLight" panose="020B0609020000020004" pitchFamily="49" charset="0"/>
                <a:cs typeface="Cascadia Mono SemiLight" panose="020B0609020000020004" pitchFamily="49" charset="0"/>
              </a:rPr>
              <a:t> </a:t>
            </a:r>
            <a:r>
              <a:rPr lang="en-US" sz="2000" kern="1200" dirty="0">
                <a:solidFill>
                  <a:schemeClr val="accent1"/>
                </a:solidFill>
                <a:latin typeface="Cascadia Mono SemiLight" panose="020B0609020000020004" pitchFamily="49" charset="0"/>
                <a:cs typeface="Cascadia Mono SemiLight" panose="020B0609020000020004" pitchFamily="49" charset="0"/>
              </a:rPr>
              <a:t>SYS</a:t>
            </a:r>
            <a:r>
              <a:rPr lang="ru-RU" sz="2000" i="1" kern="1200" dirty="0">
                <a:solidFill>
                  <a:schemeClr val="accent1"/>
                </a:solidFill>
                <a:latin typeface="Cascadia Mono SemiLight" panose="020B0609020000020004" pitchFamily="49" charset="0"/>
                <a:cs typeface="Cascadia Mono SemiLight" panose="020B0609020000020004" pitchFamily="49" charset="0"/>
              </a:rPr>
              <a:t>/</a:t>
            </a:r>
            <a:r>
              <a:rPr lang="en-US" sz="2000" i="1" kern="1200" dirty="0" err="1">
                <a:solidFill>
                  <a:schemeClr val="accent1"/>
                </a:solidFill>
                <a:latin typeface="Cascadia Mono SemiLight" panose="020B0609020000020004" pitchFamily="49" charset="0"/>
                <a:cs typeface="Cascadia Mono SemiLight" panose="020B0609020000020004" pitchFamily="49" charset="0"/>
              </a:rPr>
              <a:t>SomePassword</a:t>
            </a:r>
            <a:r>
              <a:rPr lang="en-US" sz="2000" i="1" kern="1200" dirty="0">
                <a:solidFill>
                  <a:schemeClr val="accent1"/>
                </a:solidFill>
                <a:latin typeface="Cascadia Mono SemiLight" panose="020B0609020000020004" pitchFamily="49" charset="0"/>
                <a:cs typeface="Cascadia Mono SemiLight" panose="020B0609020000020004" pitchFamily="49" charset="0"/>
              </a:rPr>
              <a:t>;</a:t>
            </a:r>
            <a:endParaRPr lang="ru-RU" sz="2000" dirty="0">
              <a:solidFill>
                <a:schemeClr val="accent1"/>
              </a:solidFill>
              <a:latin typeface="Cascadia Mono SemiLight" panose="020B0609020000020004" pitchFamily="49" charset="0"/>
              <a:cs typeface="Cascadia Mono SemiLight" panose="020B0609020000020004" pitchFamily="49" charset="0"/>
            </a:endParaRPr>
          </a:p>
          <a:p>
            <a:pPr marL="177800" indent="-177800">
              <a:lnSpc>
                <a:spcPct val="120000"/>
              </a:lnSpc>
            </a:pPr>
            <a:r>
              <a:rPr lang="ru-RU" sz="2000" kern="1200" dirty="0"/>
              <a:t>После установления соединения можно приступить к созданию пользователей </a:t>
            </a:r>
            <a:r>
              <a:rPr lang="ru-RU" sz="2000" dirty="0"/>
              <a:t>(</a:t>
            </a:r>
            <a:r>
              <a:rPr lang="en-US" sz="2000" dirty="0"/>
              <a:t>Authorization ID) </a:t>
            </a:r>
            <a:r>
              <a:rPr lang="ru-RU" sz="2000" kern="1200" dirty="0"/>
              <a:t>:</a:t>
            </a:r>
          </a:p>
          <a:p>
            <a:pPr marL="177800" lvl="1" indent="0">
              <a:lnSpc>
                <a:spcPct val="120000"/>
              </a:lnSpc>
              <a:buNone/>
            </a:pPr>
            <a:r>
              <a:rPr lang="en-US" sz="2000" dirty="0">
                <a:solidFill>
                  <a:schemeClr val="accent1"/>
                </a:solidFill>
                <a:latin typeface="Cascadia Mono SemiLight" panose="020B0609020000020004" pitchFamily="49" charset="0"/>
                <a:cs typeface="Cascadia Mono SemiLight" panose="020B0609020000020004" pitchFamily="49" charset="0"/>
              </a:rPr>
              <a:t>CREATE USER </a:t>
            </a:r>
            <a:r>
              <a:rPr lang="ru-RU" sz="2000" dirty="0">
                <a:solidFill>
                  <a:schemeClr val="accent1"/>
                </a:solidFill>
                <a:latin typeface="Cascadia Mono SemiLight" panose="020B0609020000020004" pitchFamily="49" charset="0"/>
                <a:cs typeface="Cascadia Mono SemiLight" panose="020B0609020000020004" pitchFamily="49" charset="0"/>
              </a:rPr>
              <a:t>Петров</a:t>
            </a:r>
            <a:r>
              <a:rPr lang="en-US" sz="2000" dirty="0">
                <a:solidFill>
                  <a:schemeClr val="accent1"/>
                </a:solidFill>
                <a:latin typeface="Cascadia Mono SemiLight" panose="020B0609020000020004" pitchFamily="49" charset="0"/>
                <a:cs typeface="Cascadia Mono SemiLight" panose="020B0609020000020004" pitchFamily="49" charset="0"/>
              </a:rPr>
              <a:t> IDENTIFIED BY </a:t>
            </a:r>
            <a:r>
              <a:rPr lang="ru-RU" sz="2000" dirty="0">
                <a:solidFill>
                  <a:schemeClr val="accent1"/>
                </a:solidFill>
                <a:latin typeface="Cascadia Mono SemiLight" panose="020B0609020000020004" pitchFamily="49" charset="0"/>
                <a:cs typeface="Cascadia Mono SemiLight" panose="020B0609020000020004" pitchFamily="49" charset="0"/>
              </a:rPr>
              <a:t>Венера; </a:t>
            </a:r>
            <a:br>
              <a:rPr lang="ru-RU" sz="2100" dirty="0">
                <a:solidFill>
                  <a:schemeClr val="accent1"/>
                </a:solidFill>
                <a:latin typeface="Cascadia Mono SemiLight" panose="020B0609020000020004" pitchFamily="49" charset="0"/>
                <a:cs typeface="Cascadia Mono SemiLight" panose="020B0609020000020004" pitchFamily="49" charset="0"/>
              </a:rPr>
            </a:br>
            <a:r>
              <a:rPr lang="ru-RU" sz="2000" kern="1200" cap="small" dirty="0">
                <a:latin typeface="+mn-lt"/>
                <a:cs typeface="Arial" panose="020B0604020202020204" pitchFamily="34" charset="0"/>
              </a:rPr>
              <a:t>Э</a:t>
            </a:r>
            <a:r>
              <a:rPr lang="ru-RU" sz="2000" kern="1200" dirty="0">
                <a:latin typeface="+mn-lt"/>
                <a:cs typeface="Arial" panose="020B0604020202020204" pitchFamily="34" charset="0"/>
              </a:rPr>
              <a:t>та</a:t>
            </a:r>
            <a:r>
              <a:rPr lang="ru-RU" sz="2000" kern="1200" cap="small" dirty="0">
                <a:latin typeface="+mn-lt"/>
                <a:cs typeface="Arial" panose="020B0604020202020204" pitchFamily="34" charset="0"/>
              </a:rPr>
              <a:t> </a:t>
            </a:r>
            <a:r>
              <a:rPr lang="ru-RU" sz="2000" kern="1200" dirty="0">
                <a:latin typeface="+mn-lt"/>
                <a:cs typeface="Arial" panose="020B0604020202020204" pitchFamily="34" charset="0"/>
              </a:rPr>
              <a:t>команда создает нового пользователя с именем Петров и паролем Венера. </a:t>
            </a:r>
            <a:br>
              <a:rPr lang="ru-RU" sz="2000" kern="1200" dirty="0">
                <a:latin typeface="+mn-lt"/>
              </a:rPr>
            </a:br>
            <a:r>
              <a:rPr lang="ru-RU" sz="2000" u="sng" kern="1200" dirty="0">
                <a:latin typeface="+mn-lt"/>
              </a:rPr>
              <a:t>Внимание</a:t>
            </a:r>
            <a:r>
              <a:rPr lang="ru-RU" sz="2000" kern="1200" dirty="0">
                <a:latin typeface="+mn-lt"/>
              </a:rPr>
              <a:t>: хотя «Петров» </a:t>
            </a:r>
            <a:r>
              <a:rPr lang="ru-RU" sz="2000" kern="1200" dirty="0"/>
              <a:t>и «Венера» представляют собой текстовые строки, они не заключены в одиночные кавычки. Дело в том, что они являются </a:t>
            </a:r>
            <a:r>
              <a:rPr lang="ru-RU" sz="2000" i="1" kern="1200" dirty="0"/>
              <a:t>идентифи­каторами </a:t>
            </a:r>
            <a:r>
              <a:rPr lang="ru-RU" sz="2000" kern="1200" dirty="0"/>
              <a:t>(</a:t>
            </a:r>
            <a:r>
              <a:rPr lang="en-US" sz="2000" kern="1200" dirty="0"/>
              <a:t>identifiers</a:t>
            </a:r>
            <a:r>
              <a:rPr lang="ru-RU" sz="2000" kern="1200" dirty="0"/>
              <a:t>), а не значениями данных </a:t>
            </a:r>
            <a:r>
              <a:rPr lang="en-US" sz="2000" kern="1200" dirty="0"/>
              <a:t>SQL</a:t>
            </a:r>
            <a:r>
              <a:rPr lang="ru-RU" sz="2000" kern="1200" dirty="0"/>
              <a:t>. Идентификатор — это имя, распознаваемое СУБД.</a:t>
            </a:r>
          </a:p>
          <a:p>
            <a:pPr marL="177800" indent="-177800">
              <a:lnSpc>
                <a:spcPct val="120000"/>
              </a:lnSpc>
            </a:pPr>
            <a:r>
              <a:rPr lang="ru-RU" sz="2000" kern="1200" dirty="0"/>
              <a:t>В некоторых системах необходимо предоставить пользователю право на соеди­нение с СУБД. Для этого можно ввести, например, следующую команду:</a:t>
            </a:r>
            <a:br>
              <a:rPr lang="ru-RU" sz="2000" kern="1200" dirty="0"/>
            </a:br>
            <a:r>
              <a:rPr lang="en-US" sz="2000" kern="1200" dirty="0">
                <a:solidFill>
                  <a:schemeClr val="accent1"/>
                </a:solidFill>
                <a:latin typeface="Cascadia Mono SemiLight" panose="020B0609020000020004" pitchFamily="49" charset="0"/>
                <a:cs typeface="Cascadia Mono SemiLight" panose="020B0609020000020004" pitchFamily="49" charset="0"/>
              </a:rPr>
              <a:t>GRANT CONNECT TO </a:t>
            </a:r>
            <a:r>
              <a:rPr lang="ru-RU" sz="2000" kern="1200" dirty="0">
                <a:solidFill>
                  <a:schemeClr val="accent1"/>
                </a:solidFill>
                <a:latin typeface="Cascadia Mono SemiLight" panose="020B0609020000020004" pitchFamily="49" charset="0"/>
                <a:cs typeface="Cascadia Mono SemiLight" panose="020B0609020000020004" pitchFamily="49" charset="0"/>
              </a:rPr>
              <a:t>Петров;</a:t>
            </a:r>
          </a:p>
          <a:p>
            <a:pPr marL="177800" indent="-177800">
              <a:lnSpc>
                <a:spcPct val="120000"/>
              </a:lnSpc>
            </a:pPr>
            <a:r>
              <a:rPr lang="ru-RU" sz="2000" kern="1200" dirty="0"/>
              <a:t>Теперь, когда пользователь Петров создан, вы можете соединиться с базой данных под его именем:</a:t>
            </a:r>
          </a:p>
          <a:p>
            <a:pPr marL="177800" indent="0">
              <a:lnSpc>
                <a:spcPct val="120000"/>
              </a:lnSpc>
              <a:buNone/>
            </a:pPr>
            <a:r>
              <a:rPr lang="ru-RU" dirty="0">
                <a:solidFill>
                  <a:schemeClr val="accent1"/>
                </a:solidFill>
                <a:latin typeface="Cascadia Mono SemiLight" panose="020B0609020000020004" pitchFamily="49" charset="0"/>
                <a:cs typeface="Cascadia Mono SemiLight" panose="020B0609020000020004" pitchFamily="49" charset="0"/>
              </a:rPr>
              <a:t>С</a:t>
            </a:r>
            <a:r>
              <a:rPr lang="en-US" dirty="0">
                <a:solidFill>
                  <a:schemeClr val="accent1"/>
                </a:solidFill>
                <a:latin typeface="Cascadia Mono SemiLight" panose="020B0609020000020004" pitchFamily="49" charset="0"/>
                <a:cs typeface="Cascadia Mono SemiLight" panose="020B0609020000020004" pitchFamily="49" charset="0"/>
              </a:rPr>
              <a:t>ONN</a:t>
            </a:r>
            <a:r>
              <a:rPr lang="ru-RU" dirty="0">
                <a:solidFill>
                  <a:schemeClr val="accent1"/>
                </a:solidFill>
                <a:latin typeface="Cascadia Mono SemiLight" panose="020B0609020000020004" pitchFamily="49" charset="0"/>
                <a:cs typeface="Cascadia Mono SemiLight" panose="020B0609020000020004" pitchFamily="49" charset="0"/>
              </a:rPr>
              <a:t>ЕСТ ТО </a:t>
            </a:r>
            <a:r>
              <a:rPr lang="en-US" dirty="0">
                <a:solidFill>
                  <a:schemeClr val="accent1"/>
                </a:solidFill>
                <a:latin typeface="Cascadia Mono SemiLight" panose="020B0609020000020004" pitchFamily="49" charset="0"/>
                <a:cs typeface="Cascadia Mono SemiLight" panose="020B0609020000020004" pitchFamily="49" charset="0"/>
              </a:rPr>
              <a:t>DEFAULT</a:t>
            </a:r>
            <a:r>
              <a:rPr lang="ru-RU" dirty="0">
                <a:solidFill>
                  <a:schemeClr val="accent1"/>
                </a:solidFill>
                <a:latin typeface="Cascadia Mono SemiLight" panose="020B0609020000020004" pitchFamily="49" charset="0"/>
                <a:cs typeface="Cascadia Mono SemiLight" panose="020B0609020000020004" pitchFamily="49" charset="0"/>
              </a:rPr>
              <a:t> </a:t>
            </a:r>
            <a:r>
              <a:rPr lang="en-US" dirty="0">
                <a:solidFill>
                  <a:schemeClr val="accent1"/>
                </a:solidFill>
                <a:latin typeface="Cascadia Mono SemiLight" panose="020B0609020000020004" pitchFamily="49" charset="0"/>
                <a:cs typeface="Cascadia Mono SemiLight" panose="020B0609020000020004" pitchFamily="49" charset="0"/>
              </a:rPr>
              <a:t>USER</a:t>
            </a:r>
            <a:r>
              <a:rPr lang="ru-RU" dirty="0">
                <a:solidFill>
                  <a:schemeClr val="accent1"/>
                </a:solidFill>
                <a:latin typeface="Cascadia Mono SemiLight" panose="020B0609020000020004" pitchFamily="49" charset="0"/>
                <a:cs typeface="Cascadia Mono SemiLight" panose="020B0609020000020004" pitchFamily="49" charset="0"/>
              </a:rPr>
              <a:t> Петров</a:t>
            </a:r>
            <a:r>
              <a:rPr lang="en-US" dirty="0">
                <a:solidFill>
                  <a:schemeClr val="accent1"/>
                </a:solidFill>
                <a:latin typeface="Cascadia Mono SemiLight" panose="020B0609020000020004" pitchFamily="49" charset="0"/>
                <a:cs typeface="Cascadia Mono SemiLight" panose="020B0609020000020004" pitchFamily="49" charset="0"/>
              </a:rPr>
              <a:t>/</a:t>
            </a:r>
            <a:r>
              <a:rPr lang="ru-RU" dirty="0">
                <a:solidFill>
                  <a:schemeClr val="accent1"/>
                </a:solidFill>
                <a:latin typeface="Cascadia Mono SemiLight" panose="020B0609020000020004" pitchFamily="49" charset="0"/>
                <a:cs typeface="Cascadia Mono SemiLight" panose="020B0609020000020004" pitchFamily="49" charset="0"/>
              </a:rPr>
              <a:t>Венера</a:t>
            </a:r>
            <a:endParaRPr lang="ru-RU" dirty="0">
              <a:solidFill>
                <a:schemeClr val="bg2">
                  <a:lumMod val="40000"/>
                  <a:lumOff val="60000"/>
                </a:schemeClr>
              </a:solidFill>
              <a:latin typeface="Cascadia Mono SemiLight" panose="020B0609020000020004" pitchFamily="49" charset="0"/>
              <a:cs typeface="Cascadia Mono SemiLight" panose="020B0609020000020004" pitchFamily="49" charset="0"/>
            </a:endParaRPr>
          </a:p>
          <a:p>
            <a:pPr marL="177800" indent="0">
              <a:lnSpc>
                <a:spcPct val="120000"/>
              </a:lnSpc>
              <a:buNone/>
            </a:pPr>
            <a:r>
              <a:rPr lang="ru-RU" sz="2000" kern="1200" dirty="0"/>
              <a:t>Это соединение с БД </a:t>
            </a:r>
            <a:r>
              <a:rPr lang="ru-RU" sz="2000" u="sng" kern="1200" dirty="0"/>
              <a:t>по умолчанию</a:t>
            </a:r>
            <a:r>
              <a:rPr lang="ru-RU" sz="2000" kern="1200" dirty="0"/>
              <a:t>; как правило, системной базой данных</a:t>
            </a:r>
          </a:p>
          <a:p>
            <a:pPr marL="0" indent="0" eaLnBrk="1" hangingPunct="1">
              <a:lnSpc>
                <a:spcPct val="110000"/>
              </a:lnSpc>
              <a:buNone/>
              <a:defRPr/>
            </a:pPr>
            <a:endParaRPr lang="ru-RU" sz="2000" dirty="0"/>
          </a:p>
        </p:txBody>
      </p:sp>
      <p:sp>
        <p:nvSpPr>
          <p:cNvPr id="4" name="Title 3">
            <a:extLst>
              <a:ext uri="{FF2B5EF4-FFF2-40B4-BE49-F238E27FC236}">
                <a16:creationId xmlns:a16="http://schemas.microsoft.com/office/drawing/2014/main" id="{5C3115B7-4EB7-96FC-BC93-53EA3C4573C0}"/>
              </a:ext>
            </a:extLst>
          </p:cNvPr>
          <p:cNvSpPr>
            <a:spLocks noGrp="1"/>
          </p:cNvSpPr>
          <p:nvPr>
            <p:ph type="title"/>
          </p:nvPr>
        </p:nvSpPr>
        <p:spPr/>
        <p:txBody>
          <a:bodyPr/>
          <a:lstStyle/>
          <a:p>
            <a:r>
              <a:rPr lang="en-US" dirty="0" err="1"/>
              <a:t>sQL</a:t>
            </a:r>
            <a:r>
              <a:rPr lang="en-US" dirty="0"/>
              <a:t>: </a:t>
            </a:r>
            <a:r>
              <a:rPr lang="ru-RU" dirty="0"/>
              <a:t>Пользователи, схемы</a:t>
            </a:r>
            <a:r>
              <a:rPr lang="en-US" dirty="0"/>
              <a:t>, </a:t>
            </a:r>
            <a:r>
              <a:rPr lang="ru-RU" dirty="0"/>
              <a:t>сеансы (2)</a:t>
            </a:r>
            <a:endParaRPr lang="en-US" dirty="0"/>
          </a:p>
        </p:txBody>
      </p:sp>
    </p:spTree>
    <p:extLst>
      <p:ext uri="{BB962C8B-B14F-4D97-AF65-F5344CB8AC3E}">
        <p14:creationId xmlns:p14="http://schemas.microsoft.com/office/powerpoint/2010/main" val="3323520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1B39FB-E542-49F0-0716-EEE1631938E0}"/>
              </a:ext>
            </a:extLst>
          </p:cNvPr>
          <p:cNvSpPr>
            <a:spLocks noGrp="1"/>
          </p:cNvSpPr>
          <p:nvPr>
            <p:ph type="sldNum" sz="quarter" idx="12"/>
          </p:nvPr>
        </p:nvSpPr>
        <p:spPr/>
        <p:txBody>
          <a:bodyPr/>
          <a:lstStyle/>
          <a:p>
            <a:fld id="{C12E5AAC-331B-4A22-A01D-802D40030460}" type="slidenum">
              <a:rPr lang="en-US" smtClean="0"/>
              <a:pPr/>
              <a:t>14</a:t>
            </a:fld>
            <a:endParaRPr lang="en-US" dirty="0"/>
          </a:p>
        </p:txBody>
      </p:sp>
      <p:sp>
        <p:nvSpPr>
          <p:cNvPr id="3" name="Text Placeholder 2">
            <a:extLst>
              <a:ext uri="{FF2B5EF4-FFF2-40B4-BE49-F238E27FC236}">
                <a16:creationId xmlns:a16="http://schemas.microsoft.com/office/drawing/2014/main" id="{5B3D7298-473B-BFF2-E270-0D86BE6FB4CA}"/>
              </a:ext>
            </a:extLst>
          </p:cNvPr>
          <p:cNvSpPr>
            <a:spLocks noGrp="1"/>
          </p:cNvSpPr>
          <p:nvPr>
            <p:ph type="body" sz="quarter" idx="13"/>
          </p:nvPr>
        </p:nvSpPr>
        <p:spPr/>
        <p:txBody>
          <a:bodyPr>
            <a:normAutofit/>
          </a:bodyPr>
          <a:lstStyle/>
          <a:p>
            <a:r>
              <a:rPr lang="ru-RU" sz="1100" dirty="0"/>
              <a:t>В </a:t>
            </a:r>
            <a:r>
              <a:rPr lang="en-US" sz="1100" dirty="0"/>
              <a:t>PostgreSQL </a:t>
            </a:r>
            <a:r>
              <a:rPr lang="ru-RU" sz="1100" dirty="0"/>
              <a:t>синтаксис команды регистрации пользователя несколько отличается: </a:t>
            </a:r>
          </a:p>
          <a:p>
            <a:pPr marL="358775" indent="0">
              <a:buNone/>
            </a:pPr>
            <a:r>
              <a:rPr kumimoji="0" lang="en-US" altLang="en-US" sz="1100" b="0" i="0"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CREATE USER </a:t>
            </a:r>
            <a:r>
              <a:rPr kumimoji="0" lang="en-US" altLang="en-US" sz="1100" b="1" i="1"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name</a:t>
            </a:r>
            <a:r>
              <a:rPr kumimoji="0" lang="en-US" altLang="en-US" sz="1100" b="0" i="0"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 [ [ WITH ] PASSWORD </a:t>
            </a:r>
            <a:r>
              <a:rPr kumimoji="0" lang="ru-RU" altLang="en-US" sz="1100" b="0" i="0"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a:t>
            </a:r>
            <a:r>
              <a:rPr kumimoji="0" lang="en-US" altLang="en-US" sz="1100" b="0" i="0"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a:t>
            </a:r>
            <a:r>
              <a:rPr kumimoji="0" lang="en-US" altLang="en-US" sz="1100" b="1" i="1"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password</a:t>
            </a:r>
            <a:r>
              <a:rPr kumimoji="0" lang="en-US" altLang="en-US" sz="1100" b="0" i="0"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 NULL</a:t>
            </a:r>
            <a:r>
              <a:rPr kumimoji="0" lang="ru-RU" altLang="en-US" sz="1100" b="0" i="0" u="none" strike="noStrike" cap="none" normalizeH="0" baseline="0" dirty="0">
                <a:ln>
                  <a:noFill/>
                </a:ln>
                <a:solidFill>
                  <a:schemeClr val="accent1"/>
                </a:solidFill>
                <a:effectLst/>
                <a:latin typeface="Cascadia Mono SemiLight" panose="020B0609020000020004" pitchFamily="49" charset="0"/>
                <a:cs typeface="Cascadia Mono SemiLight" panose="020B0609020000020004" pitchFamily="49" charset="0"/>
              </a:rPr>
              <a:t>)</a:t>
            </a:r>
            <a:endParaRPr lang="en-US" sz="1100" dirty="0">
              <a:solidFill>
                <a:schemeClr val="accent1"/>
              </a:solidFill>
            </a:endParaRPr>
          </a:p>
        </p:txBody>
      </p:sp>
      <p:sp>
        <p:nvSpPr>
          <p:cNvPr id="4" name="Title 3">
            <a:extLst>
              <a:ext uri="{FF2B5EF4-FFF2-40B4-BE49-F238E27FC236}">
                <a16:creationId xmlns:a16="http://schemas.microsoft.com/office/drawing/2014/main" id="{172EFC89-70AF-ECA6-EE25-A1205570C9FB}"/>
              </a:ext>
            </a:extLst>
          </p:cNvPr>
          <p:cNvSpPr>
            <a:spLocks noGrp="1"/>
          </p:cNvSpPr>
          <p:nvPr>
            <p:ph type="title"/>
          </p:nvPr>
        </p:nvSpPr>
        <p:spPr/>
        <p:txBody>
          <a:bodyPr/>
          <a:lstStyle/>
          <a:p>
            <a:r>
              <a:rPr lang="en-US" dirty="0"/>
              <a:t>SQL</a:t>
            </a:r>
            <a:r>
              <a:rPr lang="ru-RU" dirty="0"/>
              <a:t>: Пользователи, схемы</a:t>
            </a:r>
            <a:r>
              <a:rPr lang="en-US" dirty="0"/>
              <a:t>, </a:t>
            </a:r>
            <a:r>
              <a:rPr lang="ru-RU" dirty="0"/>
              <a:t>сеансы (3)</a:t>
            </a:r>
            <a:r>
              <a:rPr lang="en-US" dirty="0"/>
              <a:t> </a:t>
            </a:r>
          </a:p>
        </p:txBody>
      </p:sp>
    </p:spTree>
    <p:extLst>
      <p:ext uri="{BB962C8B-B14F-4D97-AF65-F5344CB8AC3E}">
        <p14:creationId xmlns:p14="http://schemas.microsoft.com/office/powerpoint/2010/main" val="3784482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F8D780-D435-7552-7B60-786C36D4AA5F}"/>
              </a:ext>
            </a:extLst>
          </p:cNvPr>
          <p:cNvSpPr>
            <a:spLocks noGrp="1"/>
          </p:cNvSpPr>
          <p:nvPr>
            <p:ph type="sldNum" sz="quarter" idx="12"/>
          </p:nvPr>
        </p:nvSpPr>
        <p:spPr/>
        <p:txBody>
          <a:bodyPr/>
          <a:lstStyle/>
          <a:p>
            <a:fld id="{C12E5AAC-331B-4A22-A01D-802D40030460}" type="slidenum">
              <a:rPr lang="en-US" smtClean="0"/>
              <a:pPr/>
              <a:t>15</a:t>
            </a:fld>
            <a:endParaRPr lang="en-US" dirty="0"/>
          </a:p>
        </p:txBody>
      </p:sp>
      <p:sp>
        <p:nvSpPr>
          <p:cNvPr id="3" name="Text Placeholder 2">
            <a:extLst>
              <a:ext uri="{FF2B5EF4-FFF2-40B4-BE49-F238E27FC236}">
                <a16:creationId xmlns:a16="http://schemas.microsoft.com/office/drawing/2014/main" id="{D6E83935-9EF7-6FB9-436F-A02C8D90EC0F}"/>
              </a:ext>
            </a:extLst>
          </p:cNvPr>
          <p:cNvSpPr>
            <a:spLocks noGrp="1"/>
          </p:cNvSpPr>
          <p:nvPr>
            <p:ph type="body" sz="quarter" idx="13"/>
          </p:nvPr>
        </p:nvSpPr>
        <p:spPr>
          <a:xfrm>
            <a:off x="350837" y="1419224"/>
            <a:ext cx="8541643" cy="3262883"/>
          </a:xfrm>
        </p:spPr>
        <p:txBody>
          <a:bodyPr>
            <a:normAutofit fontScale="55000" lnSpcReduction="20000"/>
          </a:bodyPr>
          <a:lstStyle/>
          <a:p>
            <a:pPr marL="0" indent="0">
              <a:lnSpc>
                <a:spcPct val="120000"/>
              </a:lnSpc>
              <a:spcBef>
                <a:spcPts val="600"/>
              </a:spcBef>
              <a:buFont typeface="Wingdings" pitchFamily="2" charset="2"/>
              <a:buNone/>
            </a:pPr>
            <a:r>
              <a:rPr lang="en-US" sz="2700" b="1" dirty="0">
                <a:latin typeface="Cascadia Mono SemiLight" panose="020B0609020000020004" pitchFamily="49" charset="0"/>
                <a:cs typeface="Cascadia Mono SemiLight" panose="020B0609020000020004" pitchFamily="49" charset="0"/>
              </a:rPr>
              <a:t>CREATE SCHEMA</a:t>
            </a:r>
            <a:r>
              <a:rPr lang="ru-RU" sz="2700" dirty="0">
                <a:latin typeface="Cascadia Mono SemiLight" panose="020B0609020000020004" pitchFamily="49" charset="0"/>
                <a:cs typeface="Cascadia Mono SemiLight" panose="020B0609020000020004" pitchFamily="49" charset="0"/>
              </a:rPr>
              <a:t> &lt;определение схемы&gt;</a:t>
            </a:r>
          </a:p>
          <a:p>
            <a:pPr marL="449263" indent="-449263">
              <a:lnSpc>
                <a:spcPct val="120000"/>
              </a:lnSpc>
              <a:spcBef>
                <a:spcPts val="600"/>
              </a:spcBef>
              <a:buFont typeface="Wingdings" pitchFamily="2" charset="2"/>
              <a:buNone/>
            </a:pPr>
            <a:r>
              <a:rPr lang="ru-RU" sz="2700" dirty="0">
                <a:latin typeface="Cascadia Mono SemiLight" panose="020B0609020000020004" pitchFamily="49" charset="0"/>
                <a:cs typeface="Cascadia Mono SemiLight" panose="020B0609020000020004" pitchFamily="49" charset="0"/>
              </a:rPr>
              <a:t>&lt;определение схемы&gt; ::= </a:t>
            </a:r>
            <a:r>
              <a:rPr lang="ru-RU" sz="2700" b="1" i="1" dirty="0">
                <a:latin typeface="Cascadia Mono SemiLight" panose="020B0609020000020004" pitchFamily="49" charset="0"/>
                <a:cs typeface="Cascadia Mono SemiLight" panose="020B0609020000020004" pitchFamily="49" charset="0"/>
              </a:rPr>
              <a:t>имя</a:t>
            </a:r>
            <a:r>
              <a:rPr lang="en-US" sz="2700" b="1" i="1" dirty="0">
                <a:latin typeface="Cascadia Mono SemiLight" panose="020B0609020000020004" pitchFamily="49" charset="0"/>
                <a:cs typeface="Cascadia Mono SemiLight" panose="020B0609020000020004" pitchFamily="49" charset="0"/>
              </a:rPr>
              <a:t>_</a:t>
            </a:r>
            <a:r>
              <a:rPr lang="ru-RU" sz="2700" b="1" i="1" dirty="0">
                <a:latin typeface="Cascadia Mono SemiLight" panose="020B0609020000020004" pitchFamily="49" charset="0"/>
                <a:cs typeface="Cascadia Mono SemiLight" panose="020B0609020000020004" pitchFamily="49" charset="0"/>
              </a:rPr>
              <a:t>схемы</a:t>
            </a:r>
            <a:r>
              <a:rPr lang="ru-RU" sz="2700" dirty="0">
                <a:latin typeface="Cascadia Mono SemiLight" panose="020B0609020000020004" pitchFamily="49" charset="0"/>
                <a:cs typeface="Cascadia Mono SemiLight" panose="020B0609020000020004" pitchFamily="49" charset="0"/>
              </a:rPr>
              <a:t> </a:t>
            </a:r>
            <a:br>
              <a:rPr lang="ru-RU" sz="2700" dirty="0">
                <a:latin typeface="Cascadia Mono SemiLight" panose="020B0609020000020004" pitchFamily="49" charset="0"/>
                <a:cs typeface="Cascadia Mono SemiLight" panose="020B0609020000020004" pitchFamily="49" charset="0"/>
              </a:rPr>
            </a:br>
            <a:r>
              <a:rPr lang="ru-RU" sz="2700" dirty="0">
                <a:latin typeface="Cascadia Mono SemiLight" panose="020B0609020000020004" pitchFamily="49" charset="0"/>
                <a:cs typeface="Cascadia Mono SemiLight" panose="020B0609020000020004" pitchFamily="49" charset="0"/>
              </a:rPr>
              <a:t>| </a:t>
            </a:r>
            <a:r>
              <a:rPr lang="en-US" sz="2700" dirty="0">
                <a:latin typeface="Cascadia Mono SemiLight" panose="020B0609020000020004" pitchFamily="49" charset="0"/>
                <a:cs typeface="Cascadia Mono SemiLight" panose="020B0609020000020004" pitchFamily="49" charset="0"/>
              </a:rPr>
              <a:t>AUTHORIZATION </a:t>
            </a:r>
            <a:r>
              <a:rPr lang="ru-RU" sz="2700" b="1" i="1" dirty="0">
                <a:latin typeface="Cascadia Mono SemiLight" panose="020B0609020000020004" pitchFamily="49" charset="0"/>
                <a:cs typeface="Cascadia Mono SemiLight" panose="020B0609020000020004" pitchFamily="49" charset="0"/>
              </a:rPr>
              <a:t>идентификатор</a:t>
            </a:r>
            <a:r>
              <a:rPr lang="en-US" sz="2700" b="1" i="1" dirty="0">
                <a:latin typeface="Cascadia Mono SemiLight" panose="020B0609020000020004" pitchFamily="49" charset="0"/>
                <a:cs typeface="Cascadia Mono SemiLight" panose="020B0609020000020004" pitchFamily="49" charset="0"/>
              </a:rPr>
              <a:t>_</a:t>
            </a:r>
            <a:r>
              <a:rPr lang="ru-RU" sz="2700" b="1" i="1" dirty="0">
                <a:latin typeface="Cascadia Mono SemiLight" panose="020B0609020000020004" pitchFamily="49" charset="0"/>
                <a:cs typeface="Cascadia Mono SemiLight" panose="020B0609020000020004" pitchFamily="49" charset="0"/>
              </a:rPr>
              <a:t>авторизации</a:t>
            </a:r>
            <a:br>
              <a:rPr lang="ru-RU" sz="2700" b="1" i="1" dirty="0">
                <a:latin typeface="Cascadia Mono SemiLight" panose="020B0609020000020004" pitchFamily="49" charset="0"/>
                <a:cs typeface="Cascadia Mono SemiLight" panose="020B0609020000020004" pitchFamily="49" charset="0"/>
              </a:rPr>
            </a:br>
            <a:r>
              <a:rPr lang="ru-RU" sz="2700" dirty="0">
                <a:latin typeface="Cascadia Mono SemiLight" panose="020B0609020000020004" pitchFamily="49" charset="0"/>
                <a:cs typeface="Cascadia Mono SemiLight" panose="020B0609020000020004" pitchFamily="49" charset="0"/>
              </a:rPr>
              <a:t>| </a:t>
            </a:r>
            <a:r>
              <a:rPr lang="ru-RU" sz="2700" b="1" i="1" dirty="0">
                <a:latin typeface="Cascadia Mono SemiLight" panose="020B0609020000020004" pitchFamily="49" charset="0"/>
                <a:cs typeface="Cascadia Mono SemiLight" panose="020B0609020000020004" pitchFamily="49" charset="0"/>
              </a:rPr>
              <a:t>имя</a:t>
            </a:r>
            <a:r>
              <a:rPr lang="en-US" sz="2700" b="1" i="1" dirty="0">
                <a:latin typeface="Cascadia Mono SemiLight" panose="020B0609020000020004" pitchFamily="49" charset="0"/>
                <a:cs typeface="Cascadia Mono SemiLight" panose="020B0609020000020004" pitchFamily="49" charset="0"/>
              </a:rPr>
              <a:t>_</a:t>
            </a:r>
            <a:r>
              <a:rPr lang="ru-RU" sz="2700" b="1" i="1" dirty="0">
                <a:latin typeface="Cascadia Mono SemiLight" panose="020B0609020000020004" pitchFamily="49" charset="0"/>
                <a:cs typeface="Cascadia Mono SemiLight" panose="020B0609020000020004" pitchFamily="49" charset="0"/>
              </a:rPr>
              <a:t>схемы</a:t>
            </a:r>
            <a:r>
              <a:rPr lang="ru-RU" sz="2700" dirty="0">
                <a:latin typeface="Cascadia Mono SemiLight" panose="020B0609020000020004" pitchFamily="49" charset="0"/>
                <a:cs typeface="Cascadia Mono SemiLight" panose="020B0609020000020004" pitchFamily="49" charset="0"/>
              </a:rPr>
              <a:t> </a:t>
            </a:r>
            <a:r>
              <a:rPr lang="en-US" sz="2700" dirty="0">
                <a:latin typeface="Cascadia Mono SemiLight" panose="020B0609020000020004" pitchFamily="49" charset="0"/>
                <a:cs typeface="Cascadia Mono SemiLight" panose="020B0609020000020004" pitchFamily="49" charset="0"/>
              </a:rPr>
              <a:t>AUTHORIZATION</a:t>
            </a:r>
            <a:r>
              <a:rPr lang="ru-RU" sz="2700" dirty="0">
                <a:latin typeface="Cascadia Mono SemiLight" panose="020B0609020000020004" pitchFamily="49" charset="0"/>
                <a:cs typeface="Cascadia Mono SemiLight" panose="020B0609020000020004" pitchFamily="49" charset="0"/>
              </a:rPr>
              <a:t> </a:t>
            </a:r>
            <a:r>
              <a:rPr lang="ru-RU" sz="2700" b="1" i="1" dirty="0">
                <a:latin typeface="Cascadia Mono SemiLight" panose="020B0609020000020004" pitchFamily="49" charset="0"/>
                <a:cs typeface="Cascadia Mono SemiLight" panose="020B0609020000020004" pitchFamily="49" charset="0"/>
              </a:rPr>
              <a:t>идентификатор</a:t>
            </a:r>
            <a:r>
              <a:rPr lang="en-US" sz="2700" b="1" i="1" dirty="0">
                <a:latin typeface="Cascadia Mono SemiLight" panose="020B0609020000020004" pitchFamily="49" charset="0"/>
                <a:cs typeface="Cascadia Mono SemiLight" panose="020B0609020000020004" pitchFamily="49" charset="0"/>
              </a:rPr>
              <a:t>_</a:t>
            </a:r>
            <a:r>
              <a:rPr lang="ru-RU" sz="2700" b="1" i="1" dirty="0">
                <a:latin typeface="Cascadia Mono SemiLight" panose="020B0609020000020004" pitchFamily="49" charset="0"/>
                <a:cs typeface="Cascadia Mono SemiLight" panose="020B0609020000020004" pitchFamily="49" charset="0"/>
              </a:rPr>
              <a:t>авторизации</a:t>
            </a:r>
          </a:p>
          <a:p>
            <a:pPr marL="358775" indent="-358775">
              <a:lnSpc>
                <a:spcPct val="120000"/>
              </a:lnSpc>
              <a:spcBef>
                <a:spcPts val="600"/>
              </a:spcBef>
            </a:pPr>
            <a:r>
              <a:rPr lang="ru-RU" sz="2300" kern="1200" dirty="0"/>
              <a:t>Если предложение </a:t>
            </a:r>
            <a:r>
              <a:rPr lang="en-US" sz="2300" dirty="0">
                <a:latin typeface="Cascadia Mono SemiLight" panose="020B0609020000020004" pitchFamily="49" charset="0"/>
                <a:cs typeface="Cascadia Mono SemiLight" panose="020B0609020000020004" pitchFamily="49" charset="0"/>
              </a:rPr>
              <a:t>AUTHORIZATION</a:t>
            </a:r>
            <a:r>
              <a:rPr lang="en-US" sz="2300" dirty="0"/>
              <a:t> </a:t>
            </a:r>
            <a:r>
              <a:rPr lang="ru-RU" sz="2300" kern="1200" dirty="0"/>
              <a:t>не указ</a:t>
            </a:r>
            <a:r>
              <a:rPr lang="ru-RU" sz="2300" dirty="0"/>
              <a:t>ано</a:t>
            </a:r>
            <a:r>
              <a:rPr lang="ru-RU" sz="2300" kern="1200" dirty="0"/>
              <a:t>, то владельцем </a:t>
            </a:r>
            <a:r>
              <a:rPr lang="ru-RU" sz="2300" dirty="0"/>
              <a:t>схемы </a:t>
            </a:r>
            <a:r>
              <a:rPr lang="ru-RU" sz="2300" kern="1200" dirty="0"/>
              <a:t>будет пользователь, выполнивший команду </a:t>
            </a:r>
            <a:r>
              <a:rPr lang="en-US" sz="2300" kern="1200" dirty="0">
                <a:latin typeface="Cascadia Mono SemiLight" panose="020B0609020000020004" pitchFamily="49" charset="0"/>
                <a:cs typeface="Cascadia Mono SemiLight" panose="020B0609020000020004" pitchFamily="49" charset="0"/>
              </a:rPr>
              <a:t>CREATE SCHEMA</a:t>
            </a:r>
            <a:r>
              <a:rPr lang="ru-RU" sz="2300" kern="1200" dirty="0"/>
              <a:t>.</a:t>
            </a:r>
            <a:endParaRPr lang="en-US" sz="2300" kern="1200" dirty="0"/>
          </a:p>
          <a:p>
            <a:pPr marL="358775" indent="-358775">
              <a:lnSpc>
                <a:spcPct val="120000"/>
              </a:lnSpc>
              <a:spcBef>
                <a:spcPts val="600"/>
              </a:spcBef>
            </a:pPr>
            <a:r>
              <a:rPr lang="ru-RU" sz="2300" kern="1200" dirty="0"/>
              <a:t>Если</a:t>
            </a:r>
            <a:r>
              <a:rPr lang="en-US" sz="2300" kern="1200" dirty="0"/>
              <a:t> </a:t>
            </a:r>
            <a:r>
              <a:rPr lang="ru-RU" sz="2300" kern="1200" dirty="0"/>
              <a:t>не указано </a:t>
            </a:r>
            <a:r>
              <a:rPr lang="ru-RU" sz="2300" kern="1200" dirty="0">
                <a:latin typeface="Cascadia Mono SemiLight" panose="020B0609020000020004" pitchFamily="49" charset="0"/>
                <a:cs typeface="Cascadia Mono SemiLight" panose="020B0609020000020004" pitchFamily="49" charset="0"/>
              </a:rPr>
              <a:t>ИМЯ</a:t>
            </a:r>
            <a:r>
              <a:rPr lang="en-US" sz="2300" kern="1200" dirty="0">
                <a:latin typeface="Cascadia Mono SemiLight" panose="020B0609020000020004" pitchFamily="49" charset="0"/>
                <a:cs typeface="Cascadia Mono SemiLight" panose="020B0609020000020004" pitchFamily="49" charset="0"/>
              </a:rPr>
              <a:t>_</a:t>
            </a:r>
            <a:r>
              <a:rPr lang="ru-RU" sz="2300" kern="1200" dirty="0">
                <a:latin typeface="Cascadia Mono SemiLight" panose="020B0609020000020004" pitchFamily="49" charset="0"/>
                <a:cs typeface="Cascadia Mono SemiLight" panose="020B0609020000020004" pitchFamily="49" charset="0"/>
              </a:rPr>
              <a:t>СХЕМЫ</a:t>
            </a:r>
            <a:r>
              <a:rPr lang="ru-RU" sz="2300" kern="1200" dirty="0"/>
              <a:t>, но присутствует фраза </a:t>
            </a:r>
            <a:r>
              <a:rPr lang="en-US" sz="2300" dirty="0">
                <a:latin typeface="Cascadia Mono SemiLight" panose="020B0609020000020004" pitchFamily="49" charset="0"/>
                <a:cs typeface="Cascadia Mono SemiLight" panose="020B0609020000020004" pitchFamily="49" charset="0"/>
              </a:rPr>
              <a:t>AUTHORIZATION</a:t>
            </a:r>
            <a:r>
              <a:rPr lang="ru-RU" sz="2300" dirty="0"/>
              <a:t>,</a:t>
            </a:r>
            <a:r>
              <a:rPr lang="ru-RU" sz="2300" kern="1200" dirty="0"/>
              <a:t> то создается схема с именем </a:t>
            </a:r>
            <a:r>
              <a:rPr lang="ru-RU" sz="2300" dirty="0" err="1">
                <a:latin typeface="Cascadia Mono SemiLight" panose="020B0609020000020004" pitchFamily="49" charset="0"/>
                <a:cs typeface="Cascadia Mono SemiLight" panose="020B0609020000020004" pitchFamily="49" charset="0"/>
              </a:rPr>
              <a:t>идентификатор_авторизации</a:t>
            </a:r>
            <a:endParaRPr lang="ru-RU" sz="2300" kern="1200" dirty="0">
              <a:latin typeface="Cascadia Mono SemiLight" panose="020B0609020000020004" pitchFamily="49" charset="0"/>
              <a:cs typeface="Cascadia Mono SemiLight" panose="020B0609020000020004" pitchFamily="49" charset="0"/>
            </a:endParaRPr>
          </a:p>
          <a:p>
            <a:pPr marL="0" indent="0">
              <a:lnSpc>
                <a:spcPct val="120000"/>
              </a:lnSpc>
              <a:buFont typeface="Wingdings" pitchFamily="2" charset="2"/>
              <a:buNone/>
            </a:pPr>
            <a:r>
              <a:rPr lang="ru-RU" sz="2800" i="1" u="sng" dirty="0"/>
              <a:t>Пример</a:t>
            </a:r>
            <a:endParaRPr lang="ru-RU" sz="2800" dirty="0"/>
          </a:p>
          <a:p>
            <a:pPr marL="0" indent="0">
              <a:lnSpc>
                <a:spcPct val="120000"/>
              </a:lnSpc>
              <a:spcBef>
                <a:spcPts val="600"/>
              </a:spcBef>
              <a:buFont typeface="Wingdings" pitchFamily="2" charset="2"/>
              <a:buNone/>
            </a:pPr>
            <a:r>
              <a:rPr lang="en-US" sz="2800" dirty="0">
                <a:solidFill>
                  <a:schemeClr val="accent1"/>
                </a:solidFill>
                <a:latin typeface="Cascadia Mono SemiLight" panose="020B0609020000020004" pitchFamily="49" charset="0"/>
                <a:cs typeface="Cascadia Mono SemiLight" panose="020B0609020000020004" pitchFamily="49" charset="0"/>
              </a:rPr>
              <a:t>CREATE SCHEMA </a:t>
            </a:r>
            <a:r>
              <a:rPr lang="ru-RU" sz="2800" dirty="0">
                <a:solidFill>
                  <a:schemeClr val="accent1"/>
                </a:solidFill>
                <a:latin typeface="Cascadia Mono SemiLight" panose="020B0609020000020004" pitchFamily="49" charset="0"/>
                <a:cs typeface="Cascadia Mono SemiLight" panose="020B0609020000020004" pitchFamily="49" charset="0"/>
              </a:rPr>
              <a:t>НГУ </a:t>
            </a:r>
            <a:r>
              <a:rPr lang="en-US" sz="2800" dirty="0">
                <a:solidFill>
                  <a:schemeClr val="accent1"/>
                </a:solidFill>
                <a:latin typeface="Cascadia Mono SemiLight" panose="020B0609020000020004" pitchFamily="49" charset="0"/>
                <a:cs typeface="Cascadia Mono SemiLight" panose="020B0609020000020004" pitchFamily="49" charset="0"/>
              </a:rPr>
              <a:t>AUTHORIZATION </a:t>
            </a:r>
            <a:r>
              <a:rPr lang="ru-RU" sz="2800" dirty="0">
                <a:solidFill>
                  <a:schemeClr val="accent1"/>
                </a:solidFill>
                <a:latin typeface="Cascadia Mono SemiLight" panose="020B0609020000020004" pitchFamily="49" charset="0"/>
                <a:cs typeface="Cascadia Mono SemiLight" panose="020B0609020000020004" pitchFamily="49" charset="0"/>
              </a:rPr>
              <a:t>Иванов</a:t>
            </a:r>
          </a:p>
          <a:p>
            <a:pPr marL="0" indent="0">
              <a:lnSpc>
                <a:spcPct val="120000"/>
              </a:lnSpc>
              <a:spcBef>
                <a:spcPts val="600"/>
              </a:spcBef>
              <a:buNone/>
            </a:pPr>
            <a:r>
              <a:rPr lang="ru-RU" sz="2800" dirty="0"/>
              <a:t>Создается схема</a:t>
            </a:r>
            <a:r>
              <a:rPr lang="ru-RU" sz="2800" b="1" dirty="0"/>
              <a:t> </a:t>
            </a:r>
            <a:r>
              <a:rPr lang="ru-RU" sz="2800" b="1" dirty="0">
                <a:solidFill>
                  <a:schemeClr val="accent1">
                    <a:lumMod val="50000"/>
                  </a:schemeClr>
                </a:solidFill>
              </a:rPr>
              <a:t>НГУ</a:t>
            </a:r>
            <a:r>
              <a:rPr lang="ru-RU" sz="2800" dirty="0"/>
              <a:t> и </a:t>
            </a:r>
            <a:r>
              <a:rPr lang="ru-RU" sz="2800" b="1" dirty="0"/>
              <a:t>владельцем</a:t>
            </a:r>
            <a:r>
              <a:rPr lang="ru-RU" sz="2800" dirty="0"/>
              <a:t> </a:t>
            </a:r>
            <a:r>
              <a:rPr lang="ru-RU" sz="2800" b="1" dirty="0">
                <a:solidFill>
                  <a:schemeClr val="accent1">
                    <a:lumMod val="50000"/>
                  </a:schemeClr>
                </a:solidFill>
              </a:rPr>
              <a:t>Иванов</a:t>
            </a:r>
          </a:p>
        </p:txBody>
      </p:sp>
      <p:sp>
        <p:nvSpPr>
          <p:cNvPr id="4" name="Title 3">
            <a:extLst>
              <a:ext uri="{FF2B5EF4-FFF2-40B4-BE49-F238E27FC236}">
                <a16:creationId xmlns:a16="http://schemas.microsoft.com/office/drawing/2014/main" id="{64ABC274-7D78-5E54-73DD-AFAE2494BD4A}"/>
              </a:ext>
            </a:extLst>
          </p:cNvPr>
          <p:cNvSpPr>
            <a:spLocks noGrp="1"/>
          </p:cNvSpPr>
          <p:nvPr>
            <p:ph type="title"/>
          </p:nvPr>
        </p:nvSpPr>
        <p:spPr/>
        <p:txBody>
          <a:bodyPr/>
          <a:lstStyle/>
          <a:p>
            <a:r>
              <a:rPr lang="en-US" dirty="0"/>
              <a:t>SQL: </a:t>
            </a:r>
            <a:r>
              <a:rPr lang="ru-RU" dirty="0"/>
              <a:t>Создание схемы базы данных</a:t>
            </a:r>
            <a:endParaRPr lang="en-US" dirty="0"/>
          </a:p>
        </p:txBody>
      </p:sp>
    </p:spTree>
    <p:extLst>
      <p:ext uri="{BB962C8B-B14F-4D97-AF65-F5344CB8AC3E}">
        <p14:creationId xmlns:p14="http://schemas.microsoft.com/office/powerpoint/2010/main" val="2580928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240BF5E-33CD-C269-FFD2-CC1982676764}"/>
              </a:ext>
            </a:extLst>
          </p:cNvPr>
          <p:cNvSpPr>
            <a:spLocks noGrp="1"/>
          </p:cNvSpPr>
          <p:nvPr>
            <p:ph type="body" sz="quarter" idx="11"/>
          </p:nvPr>
        </p:nvSpPr>
        <p:spPr/>
        <p:txBody>
          <a:bodyPr/>
          <a:lstStyle/>
          <a:p>
            <a:endParaRPr lang="en-US"/>
          </a:p>
        </p:txBody>
      </p:sp>
      <p:sp>
        <p:nvSpPr>
          <p:cNvPr id="6" name="Text Placeholder 5">
            <a:extLst>
              <a:ext uri="{FF2B5EF4-FFF2-40B4-BE49-F238E27FC236}">
                <a16:creationId xmlns:a16="http://schemas.microsoft.com/office/drawing/2014/main" id="{201D7D32-68FF-E0CA-9194-A9D6D5E0698A}"/>
              </a:ext>
            </a:extLst>
          </p:cNvPr>
          <p:cNvSpPr>
            <a:spLocks noGrp="1"/>
          </p:cNvSpPr>
          <p:nvPr>
            <p:ph type="body" sz="quarter" idx="10"/>
          </p:nvPr>
        </p:nvSpPr>
        <p:spPr/>
        <p:txBody>
          <a:bodyPr/>
          <a:lstStyle/>
          <a:p>
            <a:r>
              <a:rPr lang="ru-RU" dirty="0"/>
              <a:t>Типы данных</a:t>
            </a:r>
            <a:endParaRPr lang="en-US" dirty="0"/>
          </a:p>
        </p:txBody>
      </p:sp>
      <p:sp>
        <p:nvSpPr>
          <p:cNvPr id="5" name="Title 4">
            <a:extLst>
              <a:ext uri="{FF2B5EF4-FFF2-40B4-BE49-F238E27FC236}">
                <a16:creationId xmlns:a16="http://schemas.microsoft.com/office/drawing/2014/main" id="{CE4AA7AD-EEFC-F9B6-4936-B1E4279F774D}"/>
              </a:ext>
            </a:extLst>
          </p:cNvPr>
          <p:cNvSpPr>
            <a:spLocks noGrp="1"/>
          </p:cNvSpPr>
          <p:nvPr>
            <p:ph type="title"/>
          </p:nvPr>
        </p:nvSpPr>
        <p:spPr/>
        <p:txBody>
          <a:bodyPr/>
          <a:lstStyle/>
          <a:p>
            <a:r>
              <a:rPr lang="en-US" dirty="0"/>
              <a:t>SQL</a:t>
            </a:r>
          </a:p>
        </p:txBody>
      </p:sp>
      <p:sp>
        <p:nvSpPr>
          <p:cNvPr id="2" name="Slide Number Placeholder 1">
            <a:extLst>
              <a:ext uri="{FF2B5EF4-FFF2-40B4-BE49-F238E27FC236}">
                <a16:creationId xmlns:a16="http://schemas.microsoft.com/office/drawing/2014/main" id="{1A001FBB-9B28-057E-B306-3F3EADABD1AA}"/>
              </a:ext>
            </a:extLst>
          </p:cNvPr>
          <p:cNvSpPr>
            <a:spLocks noGrp="1"/>
          </p:cNvSpPr>
          <p:nvPr>
            <p:ph type="sldNum" sz="quarter" idx="4294967295"/>
          </p:nvPr>
        </p:nvSpPr>
        <p:spPr>
          <a:xfrm>
            <a:off x="8750300" y="4681538"/>
            <a:ext cx="393700" cy="314325"/>
          </a:xfrm>
        </p:spPr>
        <p:txBody>
          <a:bodyPr/>
          <a:lstStyle/>
          <a:p>
            <a:fld id="{C12E5AAC-331B-4A22-A01D-802D40030460}" type="slidenum">
              <a:rPr lang="en-US" smtClean="0"/>
              <a:pPr/>
              <a:t>16</a:t>
            </a:fld>
            <a:endParaRPr lang="en-US" dirty="0"/>
          </a:p>
        </p:txBody>
      </p:sp>
    </p:spTree>
    <p:extLst>
      <p:ext uri="{BB962C8B-B14F-4D97-AF65-F5344CB8AC3E}">
        <p14:creationId xmlns:p14="http://schemas.microsoft.com/office/powerpoint/2010/main" val="538157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1E964-4302-1EE1-F61E-442825B43325}"/>
              </a:ext>
            </a:extLst>
          </p:cNvPr>
          <p:cNvSpPr>
            <a:spLocks noGrp="1"/>
          </p:cNvSpPr>
          <p:nvPr>
            <p:ph type="sldNum" sz="quarter" idx="12"/>
          </p:nvPr>
        </p:nvSpPr>
        <p:spPr/>
        <p:txBody>
          <a:bodyPr/>
          <a:lstStyle/>
          <a:p>
            <a:fld id="{C12E5AAC-331B-4A22-A01D-802D40030460}" type="slidenum">
              <a:rPr lang="en-US" smtClean="0"/>
              <a:pPr/>
              <a:t>17</a:t>
            </a:fld>
            <a:endParaRPr lang="en-US" dirty="0"/>
          </a:p>
        </p:txBody>
      </p:sp>
      <p:sp>
        <p:nvSpPr>
          <p:cNvPr id="3" name="Text Placeholder 2">
            <a:extLst>
              <a:ext uri="{FF2B5EF4-FFF2-40B4-BE49-F238E27FC236}">
                <a16:creationId xmlns:a16="http://schemas.microsoft.com/office/drawing/2014/main" id="{8ABFCBBF-CDD4-770D-3683-B6C7AF8F4776}"/>
              </a:ext>
            </a:extLst>
          </p:cNvPr>
          <p:cNvSpPr>
            <a:spLocks noGrp="1"/>
          </p:cNvSpPr>
          <p:nvPr>
            <p:ph type="body" sz="quarter" idx="13"/>
          </p:nvPr>
        </p:nvSpPr>
        <p:spPr>
          <a:xfrm>
            <a:off x="350837" y="1419224"/>
            <a:ext cx="8541643" cy="3384773"/>
          </a:xfrm>
        </p:spPr>
        <p:txBody>
          <a:bodyPr numCol="2">
            <a:normAutofit fontScale="55000" lnSpcReduction="20000"/>
          </a:bodyPr>
          <a:lstStyle/>
          <a:p>
            <a:pPr marL="182563" indent="-182563">
              <a:lnSpc>
                <a:spcPct val="120000"/>
              </a:lnSpc>
            </a:pPr>
            <a:r>
              <a:rPr lang="ru-RU" sz="3000" dirty="0"/>
              <a:t>Типы данных </a:t>
            </a:r>
            <a:r>
              <a:rPr lang="ru-RU" sz="3000" dirty="0">
                <a:solidFill>
                  <a:schemeClr val="accent2">
                    <a:lumMod val="75000"/>
                  </a:schemeClr>
                </a:solidFill>
                <a:latin typeface="Cascadia Mono SemiLight" panose="020B0609020000020004" pitchFamily="49" charset="0"/>
                <a:cs typeface="Cascadia Mono SemiLight" panose="020B0609020000020004" pitchFamily="49" charset="0"/>
              </a:rPr>
              <a:t>DECIMAL</a:t>
            </a:r>
            <a:r>
              <a:rPr lang="ru-RU" sz="3000" dirty="0">
                <a:solidFill>
                  <a:schemeClr val="accent1">
                    <a:lumMod val="75000"/>
                  </a:schemeClr>
                </a:solidFill>
              </a:rPr>
              <a:t>, </a:t>
            </a:r>
            <a:r>
              <a:rPr lang="ru-RU" sz="3000" dirty="0">
                <a:solidFill>
                  <a:schemeClr val="accent2">
                    <a:lumMod val="75000"/>
                  </a:schemeClr>
                </a:solidFill>
                <a:latin typeface="Cascadia Mono SemiLight" panose="020B0609020000020004" pitchFamily="49" charset="0"/>
                <a:cs typeface="Cascadia Mono SemiLight" panose="020B0609020000020004" pitchFamily="49" charset="0"/>
              </a:rPr>
              <a:t>NUMERIC</a:t>
            </a:r>
            <a:r>
              <a:rPr lang="ru-RU" sz="3000" dirty="0">
                <a:solidFill>
                  <a:schemeClr val="accent1">
                    <a:lumMod val="75000"/>
                  </a:schemeClr>
                </a:solidFill>
              </a:rPr>
              <a:t>, </a:t>
            </a:r>
            <a:r>
              <a:rPr lang="ru-RU" sz="3000"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ru-RU" sz="3000" dirty="0">
                <a:solidFill>
                  <a:schemeClr val="accent1">
                    <a:lumMod val="75000"/>
                  </a:schemeClr>
                </a:solidFill>
              </a:rPr>
              <a:t> и </a:t>
            </a:r>
            <a:r>
              <a:rPr lang="ru-RU" sz="3000" dirty="0">
                <a:solidFill>
                  <a:schemeClr val="accent2">
                    <a:lumMod val="75000"/>
                  </a:schemeClr>
                </a:solidFill>
                <a:latin typeface="Cascadia Mono SemiLight" panose="020B0609020000020004" pitchFamily="49" charset="0"/>
                <a:cs typeface="Cascadia Mono SemiLight" panose="020B0609020000020004" pitchFamily="49" charset="0"/>
              </a:rPr>
              <a:t>SMALLINT</a:t>
            </a:r>
            <a:r>
              <a:rPr lang="ru-RU" sz="3000" dirty="0">
                <a:solidFill>
                  <a:schemeClr val="accent1">
                    <a:lumMod val="75000"/>
                  </a:schemeClr>
                </a:solidFill>
              </a:rPr>
              <a:t> </a:t>
            </a:r>
            <a:r>
              <a:rPr lang="ru-RU" sz="3000" dirty="0"/>
              <a:t>называются типами данных точных чисел. </a:t>
            </a:r>
          </a:p>
          <a:p>
            <a:pPr marL="358775" lvl="1" indent="-176213">
              <a:lnSpc>
                <a:spcPct val="120000"/>
              </a:lnSpc>
            </a:pPr>
            <a:r>
              <a:rPr lang="en-US" sz="2700" dirty="0">
                <a:solidFill>
                  <a:schemeClr val="accent2">
                    <a:lumMod val="75000"/>
                  </a:schemeClr>
                </a:solidFill>
                <a:latin typeface="Cascadia Mono SemiLight" panose="020B0609020000020004" pitchFamily="49" charset="0"/>
                <a:cs typeface="Cascadia Mono SemiLight" panose="020B0609020000020004" pitchFamily="49" charset="0"/>
              </a:rPr>
              <a:t>NUMERIC</a:t>
            </a:r>
            <a:r>
              <a:rPr lang="en-US" sz="2700" dirty="0">
                <a:solidFill>
                  <a:schemeClr val="accent1">
                    <a:lumMod val="75000"/>
                  </a:schemeClr>
                </a:solidFill>
                <a:latin typeface="Cascadia Mono SemiLight" panose="020B0609020000020004" pitchFamily="49" charset="0"/>
                <a:cs typeface="Cascadia Mono SemiLight" panose="020B0609020000020004" pitchFamily="49" charset="0"/>
              </a:rPr>
              <a:t> </a:t>
            </a:r>
            <a:r>
              <a:rPr lang="en-US" sz="2700" dirty="0">
                <a:latin typeface="Cascadia Mono SemiLight" panose="020B0609020000020004" pitchFamily="49" charset="0"/>
                <a:cs typeface="Cascadia Mono SemiLight" panose="020B0609020000020004" pitchFamily="49" charset="0"/>
              </a:rPr>
              <a:t>[(</a:t>
            </a:r>
            <a:r>
              <a:rPr lang="ru-RU" sz="2700" dirty="0">
                <a:solidFill>
                  <a:schemeClr val="accent6">
                    <a:lumMod val="75000"/>
                  </a:schemeClr>
                </a:solidFill>
                <a:latin typeface="Cascadia Mono SemiLight" panose="020B0609020000020004" pitchFamily="49" charset="0"/>
                <a:cs typeface="Cascadia Mono SemiLight" panose="020B0609020000020004" pitchFamily="49" charset="0"/>
              </a:rPr>
              <a:t>точность</a:t>
            </a:r>
            <a:r>
              <a:rPr lang="en-US" sz="2700" dirty="0">
                <a:latin typeface="Cascadia Mono SemiLight" panose="020B0609020000020004" pitchFamily="49" charset="0"/>
                <a:cs typeface="Cascadia Mono SemiLight" panose="020B0609020000020004" pitchFamily="49" charset="0"/>
              </a:rPr>
              <a:t>[,</a:t>
            </a:r>
            <a:r>
              <a:rPr lang="ru-RU" sz="2700" dirty="0">
                <a:latin typeface="Cascadia Mono SemiLight" panose="020B0609020000020004" pitchFamily="49" charset="0"/>
                <a:cs typeface="Cascadia Mono SemiLight" panose="020B0609020000020004" pitchFamily="49" charset="0"/>
              </a:rPr>
              <a:t> </a:t>
            </a:r>
            <a:r>
              <a:rPr lang="ru-RU" sz="2700" dirty="0">
                <a:solidFill>
                  <a:schemeClr val="accent6">
                    <a:lumMod val="75000"/>
                  </a:schemeClr>
                </a:solidFill>
                <a:latin typeface="Cascadia Mono SemiLight" panose="020B0609020000020004" pitchFamily="49" charset="0"/>
                <a:cs typeface="Cascadia Mono SemiLight" panose="020B0609020000020004" pitchFamily="49" charset="0"/>
              </a:rPr>
              <a:t>масштаб</a:t>
            </a:r>
            <a:r>
              <a:rPr lang="en-US" sz="2700" dirty="0">
                <a:latin typeface="Cascadia Mono SemiLight" panose="020B0609020000020004" pitchFamily="49" charset="0"/>
                <a:cs typeface="Cascadia Mono SemiLight" panose="020B0609020000020004" pitchFamily="49" charset="0"/>
              </a:rPr>
              <a:t>])]</a:t>
            </a:r>
            <a:r>
              <a:rPr lang="ru-RU" sz="2700" dirty="0">
                <a:latin typeface="Cascadia Mono SemiLight" panose="020B0609020000020004" pitchFamily="49" charset="0"/>
                <a:cs typeface="Cascadia Mono SemiLight" panose="020B0609020000020004" pitchFamily="49" charset="0"/>
              </a:rPr>
              <a:t> </a:t>
            </a:r>
            <a:br>
              <a:rPr lang="ru-RU" sz="2700" dirty="0">
                <a:latin typeface="Cascadia Mono SemiLight" panose="020B0609020000020004" pitchFamily="49" charset="0"/>
                <a:cs typeface="Cascadia Mono SemiLight" panose="020B0609020000020004" pitchFamily="49" charset="0"/>
              </a:rPr>
            </a:br>
            <a:r>
              <a:rPr lang="en-US" sz="2700" dirty="0">
                <a:solidFill>
                  <a:schemeClr val="accent2">
                    <a:lumMod val="75000"/>
                  </a:schemeClr>
                </a:solidFill>
                <a:latin typeface="Cascadia Mono SemiLight" panose="020B0609020000020004" pitchFamily="49" charset="0"/>
                <a:cs typeface="Cascadia Mono SemiLight" panose="020B0609020000020004" pitchFamily="49" charset="0"/>
              </a:rPr>
              <a:t>DECIMAL</a:t>
            </a:r>
            <a:r>
              <a:rPr lang="en-US" sz="2700" dirty="0">
                <a:solidFill>
                  <a:schemeClr val="accent1">
                    <a:lumMod val="75000"/>
                  </a:schemeClr>
                </a:solidFill>
                <a:latin typeface="Cascadia Mono SemiLight" panose="020B0609020000020004" pitchFamily="49" charset="0"/>
                <a:cs typeface="Cascadia Mono SemiLight" panose="020B0609020000020004" pitchFamily="49" charset="0"/>
              </a:rPr>
              <a:t> </a:t>
            </a:r>
            <a:r>
              <a:rPr lang="en-US" sz="2700" dirty="0">
                <a:latin typeface="Cascadia Mono SemiLight" panose="020B0609020000020004" pitchFamily="49" charset="0"/>
                <a:cs typeface="Cascadia Mono SemiLight" panose="020B0609020000020004" pitchFamily="49" charset="0"/>
              </a:rPr>
              <a:t>[(</a:t>
            </a:r>
            <a:r>
              <a:rPr lang="ru-RU" sz="2700" dirty="0">
                <a:solidFill>
                  <a:schemeClr val="accent6">
                    <a:lumMod val="75000"/>
                  </a:schemeClr>
                </a:solidFill>
                <a:latin typeface="Cascadia Mono SemiLight" panose="020B0609020000020004" pitchFamily="49" charset="0"/>
                <a:cs typeface="Cascadia Mono SemiLight" panose="020B0609020000020004" pitchFamily="49" charset="0"/>
              </a:rPr>
              <a:t>точность</a:t>
            </a:r>
            <a:r>
              <a:rPr lang="en-US" sz="2700" dirty="0">
                <a:latin typeface="Cascadia Mono SemiLight" panose="020B0609020000020004" pitchFamily="49" charset="0"/>
                <a:cs typeface="Cascadia Mono SemiLight" panose="020B0609020000020004" pitchFamily="49" charset="0"/>
              </a:rPr>
              <a:t>[,</a:t>
            </a:r>
            <a:r>
              <a:rPr lang="ru-RU" sz="2700" dirty="0">
                <a:latin typeface="Cascadia Mono SemiLight" panose="020B0609020000020004" pitchFamily="49" charset="0"/>
                <a:cs typeface="Cascadia Mono SemiLight" panose="020B0609020000020004" pitchFamily="49" charset="0"/>
              </a:rPr>
              <a:t> </a:t>
            </a:r>
            <a:r>
              <a:rPr lang="ru-RU" sz="2700" dirty="0">
                <a:solidFill>
                  <a:schemeClr val="accent6">
                    <a:lumMod val="75000"/>
                  </a:schemeClr>
                </a:solidFill>
                <a:latin typeface="Cascadia Mono SemiLight" panose="020B0609020000020004" pitchFamily="49" charset="0"/>
                <a:cs typeface="Cascadia Mono SemiLight" panose="020B0609020000020004" pitchFamily="49" charset="0"/>
              </a:rPr>
              <a:t>масштаб</a:t>
            </a:r>
            <a:r>
              <a:rPr lang="en-US" sz="2700" dirty="0">
                <a:latin typeface="Cascadia Mono SemiLight" panose="020B0609020000020004" pitchFamily="49" charset="0"/>
                <a:cs typeface="Cascadia Mono SemiLight" panose="020B0609020000020004" pitchFamily="49" charset="0"/>
              </a:rPr>
              <a:t>])] </a:t>
            </a:r>
            <a:r>
              <a:rPr lang="ru-RU" sz="2700" dirty="0">
                <a:solidFill>
                  <a:schemeClr val="bg2">
                    <a:lumMod val="60000"/>
                    <a:lumOff val="40000"/>
                  </a:schemeClr>
                </a:solidFill>
                <a:latin typeface="Cascadia Mono SemiLight" panose="020B0609020000020004" pitchFamily="49" charset="0"/>
                <a:cs typeface="Cascadia Mono SemiLight" panose="020B0609020000020004" pitchFamily="49" charset="0"/>
              </a:rPr>
              <a:t> </a:t>
            </a:r>
          </a:p>
          <a:p>
            <a:pPr marL="541338" lvl="2" indent="-176213">
              <a:lnSpc>
                <a:spcPct val="120000"/>
              </a:lnSpc>
            </a:pPr>
            <a:r>
              <a:rPr lang="ru-RU" sz="2500" dirty="0">
                <a:solidFill>
                  <a:schemeClr val="accent6">
                    <a:lumMod val="75000"/>
                  </a:schemeClr>
                </a:solidFill>
              </a:rPr>
              <a:t>точность</a:t>
            </a:r>
            <a:r>
              <a:rPr lang="ru-RU" sz="2500" dirty="0">
                <a:solidFill>
                  <a:schemeClr val="accent1"/>
                </a:solidFill>
              </a:rPr>
              <a:t> </a:t>
            </a:r>
            <a:r>
              <a:rPr lang="ru-RU" sz="2500" dirty="0"/>
              <a:t>- количество отводимых под число символов (макс- </a:t>
            </a:r>
            <a:r>
              <a:rPr lang="en-US" sz="2500" dirty="0"/>
              <a:t>38 </a:t>
            </a:r>
            <a:r>
              <a:rPr lang="ru-RU" sz="2500" dirty="0"/>
              <a:t>в</a:t>
            </a:r>
            <a:r>
              <a:rPr lang="en-US" sz="2500" dirty="0"/>
              <a:t> Oracle </a:t>
            </a:r>
            <a:r>
              <a:rPr lang="ru-RU" sz="2500" dirty="0"/>
              <a:t>и </a:t>
            </a:r>
            <a:r>
              <a:rPr lang="en-US" sz="2500" dirty="0"/>
              <a:t>MS SQL Server, </a:t>
            </a:r>
            <a:r>
              <a:rPr lang="ru-RU" sz="2500" dirty="0"/>
              <a:t>64 в </a:t>
            </a:r>
            <a:r>
              <a:rPr lang="en-US" sz="2500" dirty="0"/>
              <a:t>MySQL</a:t>
            </a:r>
            <a:r>
              <a:rPr lang="ru-RU" sz="2500" dirty="0"/>
              <a:t>, 131072 в </a:t>
            </a:r>
            <a:r>
              <a:rPr lang="en-US" sz="2500" dirty="0"/>
              <a:t>PostgreSQL)</a:t>
            </a:r>
          </a:p>
          <a:p>
            <a:pPr marL="541338" lvl="2" indent="-176213">
              <a:lnSpc>
                <a:spcPct val="120000"/>
              </a:lnSpc>
            </a:pPr>
            <a:r>
              <a:rPr lang="ru-RU" sz="2500" dirty="0">
                <a:solidFill>
                  <a:schemeClr val="accent6">
                    <a:lumMod val="75000"/>
                  </a:schemeClr>
                </a:solidFill>
              </a:rPr>
              <a:t>масштаб</a:t>
            </a:r>
            <a:r>
              <a:rPr lang="ru-RU" sz="2500" dirty="0">
                <a:solidFill>
                  <a:schemeClr val="accent1"/>
                </a:solidFill>
              </a:rPr>
              <a:t> </a:t>
            </a:r>
            <a:r>
              <a:rPr lang="ru-RU" sz="2500" dirty="0"/>
              <a:t>- количество знаков после запятой (макс- 30  в </a:t>
            </a:r>
            <a:r>
              <a:rPr lang="en-US" sz="2500" dirty="0"/>
              <a:t>MySQL</a:t>
            </a:r>
            <a:r>
              <a:rPr lang="ru-RU" sz="2500" dirty="0"/>
              <a:t>, 38 в </a:t>
            </a:r>
            <a:r>
              <a:rPr lang="en-US" sz="2500" dirty="0"/>
              <a:t>MS SQL Server, 127 </a:t>
            </a:r>
            <a:r>
              <a:rPr lang="ru-RU" sz="2500" dirty="0"/>
              <a:t>в </a:t>
            </a:r>
            <a:r>
              <a:rPr lang="en-US" sz="2500" dirty="0"/>
              <a:t>Oracle, 16383 </a:t>
            </a:r>
            <a:r>
              <a:rPr lang="ru-RU" sz="2500" dirty="0"/>
              <a:t>в </a:t>
            </a:r>
            <a:r>
              <a:rPr lang="en-US" sz="2500" dirty="0"/>
              <a:t>PostgreSQL)</a:t>
            </a:r>
          </a:p>
          <a:p>
            <a:pPr marL="541338" lvl="2" indent="-176213">
              <a:lnSpc>
                <a:spcPct val="120000"/>
              </a:lnSpc>
            </a:pPr>
            <a:r>
              <a:rPr lang="en-US" sz="2500" dirty="0">
                <a:solidFill>
                  <a:schemeClr val="accent2">
                    <a:lumMod val="75000"/>
                  </a:schemeClr>
                </a:solidFill>
                <a:latin typeface="Cascadia Mono SemiLight" panose="020B0609020000020004" pitchFamily="49" charset="0"/>
                <a:cs typeface="Cascadia Mono SemiLight" panose="020B0609020000020004" pitchFamily="49" charset="0"/>
              </a:rPr>
              <a:t>DECIMAL</a:t>
            </a:r>
            <a:r>
              <a:rPr lang="en-US" sz="2500" dirty="0">
                <a:solidFill>
                  <a:schemeClr val="accent1">
                    <a:lumMod val="75000"/>
                  </a:schemeClr>
                </a:solidFill>
              </a:rPr>
              <a:t> </a:t>
            </a:r>
            <a:r>
              <a:rPr lang="ru-RU" sz="2500" dirty="0"/>
              <a:t>отличается </a:t>
            </a:r>
            <a:r>
              <a:rPr lang="en-US" sz="2500" dirty="0">
                <a:solidFill>
                  <a:schemeClr val="accent1">
                    <a:lumMod val="75000"/>
                  </a:schemeClr>
                </a:solidFill>
              </a:rPr>
              <a:t> </a:t>
            </a:r>
            <a:r>
              <a:rPr lang="ru-RU" sz="2500" dirty="0"/>
              <a:t>от </a:t>
            </a:r>
            <a:r>
              <a:rPr lang="en-US" sz="2500" dirty="0">
                <a:solidFill>
                  <a:schemeClr val="accent2">
                    <a:lumMod val="75000"/>
                  </a:schemeClr>
                </a:solidFill>
                <a:latin typeface="Cascadia Mono SemiLight" panose="020B0609020000020004" pitchFamily="49" charset="0"/>
                <a:cs typeface="Cascadia Mono SemiLight" panose="020B0609020000020004" pitchFamily="49" charset="0"/>
              </a:rPr>
              <a:t>NUMERIC</a:t>
            </a:r>
            <a:r>
              <a:rPr lang="en-US" sz="2500" dirty="0">
                <a:solidFill>
                  <a:schemeClr val="accent1">
                    <a:lumMod val="75000"/>
                  </a:schemeClr>
                </a:solidFill>
              </a:rPr>
              <a:t> </a:t>
            </a:r>
            <a:r>
              <a:rPr lang="ru-RU" sz="2500" dirty="0"/>
              <a:t>тем, что задает минимальную точность (реализована может быть больше)</a:t>
            </a:r>
            <a:endParaRPr lang="en-US" sz="2500" dirty="0"/>
          </a:p>
          <a:p>
            <a:pPr marL="358775" lvl="1" indent="-176213">
              <a:lnSpc>
                <a:spcPct val="120000"/>
              </a:lnSpc>
            </a:pP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ru-RU" sz="2800" dirty="0">
                <a:latin typeface="Cascadia Mono SemiLight" panose="020B0609020000020004" pitchFamily="49" charset="0"/>
                <a:cs typeface="Cascadia Mono SemiLight" panose="020B0609020000020004" pitchFamily="49" charset="0"/>
              </a:rPr>
              <a:t> </a:t>
            </a:r>
            <a:br>
              <a:rPr lang="en-US" sz="2800" dirty="0">
                <a:latin typeface="Cascadia Mono SemiLight" panose="020B0609020000020004" pitchFamily="49" charset="0"/>
                <a:cs typeface="Cascadia Mono SemiLight" panose="020B0609020000020004" pitchFamily="49" charset="0"/>
              </a:rPr>
            </a:br>
            <a:r>
              <a:rPr lang="ru-RU" sz="2800" dirty="0"/>
              <a:t>хранит любое число в диапазоне от -2 147 683 648 до 2 147 683 648</a:t>
            </a:r>
            <a:endParaRPr lang="en-US" sz="2800" dirty="0"/>
          </a:p>
          <a:p>
            <a:pPr marL="358775" lvl="1" indent="-176213">
              <a:lnSpc>
                <a:spcPct val="120000"/>
              </a:lnSpc>
            </a:pP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SMALLINT</a:t>
            </a:r>
            <a:br>
              <a:rPr lang="en-US" sz="2700" dirty="0">
                <a:solidFill>
                  <a:schemeClr val="accent1">
                    <a:lumMod val="75000"/>
                  </a:schemeClr>
                </a:solidFill>
              </a:rPr>
            </a:br>
            <a:r>
              <a:rPr lang="ru-RU" sz="2700" dirty="0"/>
              <a:t>хранит любое число в диапазоне от -32 768 до 32 767.</a:t>
            </a:r>
          </a:p>
          <a:p>
            <a:pPr marL="182563" indent="-182563">
              <a:lnSpc>
                <a:spcPct val="120000"/>
              </a:lnSpc>
            </a:pPr>
            <a:endParaRPr lang="en-US" sz="2800" dirty="0"/>
          </a:p>
        </p:txBody>
      </p:sp>
      <p:sp>
        <p:nvSpPr>
          <p:cNvPr id="4" name="Title 3">
            <a:extLst>
              <a:ext uri="{FF2B5EF4-FFF2-40B4-BE49-F238E27FC236}">
                <a16:creationId xmlns:a16="http://schemas.microsoft.com/office/drawing/2014/main" id="{02131015-6FED-F124-D259-59906D152614}"/>
              </a:ext>
            </a:extLst>
          </p:cNvPr>
          <p:cNvSpPr>
            <a:spLocks noGrp="1"/>
          </p:cNvSpPr>
          <p:nvPr>
            <p:ph type="title"/>
          </p:nvPr>
        </p:nvSpPr>
        <p:spPr/>
        <p:txBody>
          <a:bodyPr/>
          <a:lstStyle/>
          <a:p>
            <a:r>
              <a:rPr lang="en-US" dirty="0"/>
              <a:t>SQL: </a:t>
            </a:r>
            <a:r>
              <a:rPr lang="ru-RU" dirty="0"/>
              <a:t>Числовые типы данных (1)</a:t>
            </a:r>
            <a:endParaRPr lang="en-US" dirty="0"/>
          </a:p>
        </p:txBody>
      </p:sp>
    </p:spTree>
    <p:extLst>
      <p:ext uri="{BB962C8B-B14F-4D97-AF65-F5344CB8AC3E}">
        <p14:creationId xmlns:p14="http://schemas.microsoft.com/office/powerpoint/2010/main" val="2190788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BDA7F-810B-6373-2CD9-A4FEF3E648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02F398-3114-249B-B029-C9F9B29D13F5}"/>
              </a:ext>
            </a:extLst>
          </p:cNvPr>
          <p:cNvSpPr>
            <a:spLocks noGrp="1"/>
          </p:cNvSpPr>
          <p:nvPr>
            <p:ph type="sldNum" sz="quarter" idx="12"/>
          </p:nvPr>
        </p:nvSpPr>
        <p:spPr/>
        <p:txBody>
          <a:bodyPr/>
          <a:lstStyle/>
          <a:p>
            <a:fld id="{C12E5AAC-331B-4A22-A01D-802D40030460}" type="slidenum">
              <a:rPr lang="en-US" smtClean="0"/>
              <a:pPr/>
              <a:t>18</a:t>
            </a:fld>
            <a:endParaRPr lang="en-US" dirty="0"/>
          </a:p>
        </p:txBody>
      </p:sp>
      <p:sp>
        <p:nvSpPr>
          <p:cNvPr id="3" name="Text Placeholder 2">
            <a:extLst>
              <a:ext uri="{FF2B5EF4-FFF2-40B4-BE49-F238E27FC236}">
                <a16:creationId xmlns:a16="http://schemas.microsoft.com/office/drawing/2014/main" id="{C61EDB11-0C56-2003-999B-63D0A95B440C}"/>
              </a:ext>
            </a:extLst>
          </p:cNvPr>
          <p:cNvSpPr>
            <a:spLocks noGrp="1"/>
          </p:cNvSpPr>
          <p:nvPr>
            <p:ph type="body" sz="quarter" idx="13"/>
          </p:nvPr>
        </p:nvSpPr>
        <p:spPr>
          <a:xfrm>
            <a:off x="350837" y="1419224"/>
            <a:ext cx="8541643" cy="3384773"/>
          </a:xfrm>
        </p:spPr>
        <p:txBody>
          <a:bodyPr numCol="2">
            <a:normAutofit fontScale="55000" lnSpcReduction="20000"/>
          </a:bodyPr>
          <a:lstStyle/>
          <a:p>
            <a:pPr marL="182563" indent="-182563">
              <a:lnSpc>
                <a:spcPct val="120000"/>
              </a:lnSpc>
            </a:pPr>
            <a:r>
              <a:rPr lang="ru-RU" sz="2800" dirty="0"/>
              <a:t>Типы данных </a:t>
            </a: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FLOAT</a:t>
            </a:r>
            <a:r>
              <a:rPr lang="ru-RU" sz="2800" dirty="0">
                <a:solidFill>
                  <a:schemeClr val="accent1">
                    <a:lumMod val="75000"/>
                  </a:schemeClr>
                </a:solidFill>
              </a:rPr>
              <a:t>, </a:t>
            </a: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REAL</a:t>
            </a:r>
            <a:r>
              <a:rPr lang="ru-RU" sz="2800" dirty="0">
                <a:solidFill>
                  <a:schemeClr val="accent1">
                    <a:lumMod val="75000"/>
                  </a:schemeClr>
                </a:solidFill>
              </a:rPr>
              <a:t> и </a:t>
            </a: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DOUBLE</a:t>
            </a:r>
            <a:r>
              <a:rPr lang="ru-RU" sz="2800" dirty="0">
                <a:solidFill>
                  <a:schemeClr val="accent1">
                    <a:lumMod val="75000"/>
                  </a:schemeClr>
                </a:solidFill>
              </a:rPr>
              <a:t> </a:t>
            </a: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PRECISION</a:t>
            </a:r>
            <a:r>
              <a:rPr lang="ru-RU" sz="2800" dirty="0">
                <a:solidFill>
                  <a:schemeClr val="accent1">
                    <a:lumMod val="75000"/>
                  </a:schemeClr>
                </a:solidFill>
              </a:rPr>
              <a:t> </a:t>
            </a:r>
            <a:r>
              <a:rPr lang="ru-RU" sz="2800" dirty="0"/>
              <a:t>представляют собой запись в научном формате: мантисса-порядок.</a:t>
            </a:r>
            <a:endParaRPr lang="en-US" sz="2800" dirty="0"/>
          </a:p>
          <a:p>
            <a:pPr marL="358775" lvl="1" indent="-176213">
              <a:lnSpc>
                <a:spcPct val="120000"/>
              </a:lnSpc>
            </a:pP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FLOAT</a:t>
            </a:r>
            <a:r>
              <a:rPr lang="en-US" sz="2800" dirty="0">
                <a:latin typeface="Cascadia Mono SemiLight" panose="020B0609020000020004" pitchFamily="49" charset="0"/>
                <a:cs typeface="Cascadia Mono SemiLight" panose="020B0609020000020004" pitchFamily="49" charset="0"/>
              </a:rPr>
              <a:t> [(</a:t>
            </a:r>
            <a:r>
              <a:rPr lang="ru-RU" sz="2800" dirty="0">
                <a:solidFill>
                  <a:schemeClr val="accent6">
                    <a:lumMod val="75000"/>
                  </a:schemeClr>
                </a:solidFill>
                <a:latin typeface="Cascadia Mono SemiLight" panose="020B0609020000020004" pitchFamily="49" charset="0"/>
                <a:cs typeface="Cascadia Mono SemiLight" panose="020B0609020000020004" pitchFamily="49" charset="0"/>
              </a:rPr>
              <a:t>точность</a:t>
            </a:r>
            <a:r>
              <a:rPr lang="ru-RU" sz="2800" dirty="0">
                <a:latin typeface="Cascadia Mono SemiLight" panose="020B0609020000020004" pitchFamily="49" charset="0"/>
                <a:cs typeface="Cascadia Mono SemiLight" panose="020B0609020000020004" pitchFamily="49" charset="0"/>
              </a:rPr>
              <a:t>)</a:t>
            </a:r>
            <a:r>
              <a:rPr lang="en-US" sz="2800" dirty="0">
                <a:latin typeface="Cascadia Mono SemiLight" panose="020B0609020000020004" pitchFamily="49" charset="0"/>
                <a:cs typeface="Cascadia Mono SemiLight" panose="020B0609020000020004" pitchFamily="49" charset="0"/>
              </a:rPr>
              <a:t>]</a:t>
            </a:r>
            <a:r>
              <a:rPr lang="ru-RU" sz="2800" dirty="0">
                <a:solidFill>
                  <a:schemeClr val="accent1">
                    <a:lumMod val="75000"/>
                  </a:schemeClr>
                </a:solidFill>
                <a:latin typeface="Cascadia Mono SemiLight" panose="020B0609020000020004" pitchFamily="49" charset="0"/>
                <a:cs typeface="Cascadia Mono SemiLight" panose="020B0609020000020004" pitchFamily="49" charset="0"/>
              </a:rPr>
              <a:t> </a:t>
            </a:r>
            <a:br>
              <a:rPr lang="en-US" sz="2800" dirty="0">
                <a:solidFill>
                  <a:schemeClr val="accent1">
                    <a:lumMod val="75000"/>
                  </a:schemeClr>
                </a:solidFill>
              </a:rPr>
            </a:br>
            <a:r>
              <a:rPr lang="ru-RU" sz="2800" dirty="0"/>
              <a:t>Вещественное число (с плавающей точкой). Специфицируются приблизительные числа с двоичной </a:t>
            </a:r>
            <a:r>
              <a:rPr lang="ru-RU" sz="2800" dirty="0">
                <a:solidFill>
                  <a:schemeClr val="accent6">
                    <a:lumMod val="75000"/>
                  </a:schemeClr>
                </a:solidFill>
              </a:rPr>
              <a:t>точностью</a:t>
            </a:r>
            <a:r>
              <a:rPr lang="ru-RU" sz="2800" dirty="0">
                <a:solidFill>
                  <a:schemeClr val="accent1"/>
                </a:solidFill>
              </a:rPr>
              <a:t>. </a:t>
            </a:r>
            <a:endParaRPr lang="en-US" sz="2800" dirty="0">
              <a:solidFill>
                <a:schemeClr val="accent1"/>
              </a:solidFill>
            </a:endParaRPr>
          </a:p>
          <a:p>
            <a:pPr marL="541338" lvl="2" indent="-182563">
              <a:lnSpc>
                <a:spcPct val="120000"/>
              </a:lnSpc>
            </a:pPr>
            <a:r>
              <a:rPr lang="ru-RU" sz="2600" dirty="0">
                <a:solidFill>
                  <a:schemeClr val="accent6">
                    <a:lumMod val="75000"/>
                  </a:schemeClr>
                </a:solidFill>
              </a:rPr>
              <a:t>точность</a:t>
            </a:r>
            <a:r>
              <a:rPr lang="en-US" sz="2600" dirty="0"/>
              <a:t> - </a:t>
            </a:r>
            <a:r>
              <a:rPr lang="ru-RU" sz="2600" dirty="0"/>
              <a:t>это количество бит, используемых для хранения мантиссы числа при экспоненциальном представлении. Порядок определяется реализацией.</a:t>
            </a:r>
            <a:endParaRPr lang="en-US" sz="2600" dirty="0"/>
          </a:p>
          <a:p>
            <a:pPr marL="358775" lvl="1" indent="-182563">
              <a:lnSpc>
                <a:spcPct val="120000"/>
              </a:lnSpc>
            </a:pP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REAL</a:t>
            </a:r>
            <a:r>
              <a:rPr lang="en-US" sz="2600" dirty="0">
                <a:solidFill>
                  <a:schemeClr val="accent1">
                    <a:lumMod val="75000"/>
                  </a:schemeClr>
                </a:solidFill>
              </a:rPr>
              <a:t> </a:t>
            </a:r>
            <a:r>
              <a:rPr lang="ru-RU" sz="2400" dirty="0"/>
              <a:t>специфицирует тип данных с точностью, определенной в реализации.</a:t>
            </a:r>
            <a:endParaRPr lang="en-US" sz="2400" dirty="0"/>
          </a:p>
          <a:p>
            <a:pPr marL="358775" lvl="1" indent="-182563">
              <a:lnSpc>
                <a:spcPct val="120000"/>
              </a:lnSpc>
            </a:pP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DOUBLE</a:t>
            </a:r>
            <a:r>
              <a:rPr lang="ru-RU" sz="2800" dirty="0">
                <a:solidFill>
                  <a:schemeClr val="accent1"/>
                </a:solidFill>
              </a:rPr>
              <a:t> </a:t>
            </a: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PRECISION</a:t>
            </a:r>
            <a:r>
              <a:rPr lang="ru-RU" sz="2800" dirty="0">
                <a:solidFill>
                  <a:schemeClr val="accent1"/>
                </a:solidFill>
              </a:rPr>
              <a:t> </a:t>
            </a:r>
            <a:r>
              <a:rPr lang="ru-RU" sz="2800" dirty="0"/>
              <a:t>специфицирует тип данных с точностью, определенной в реализации и большей, чем точность типа REAL.</a:t>
            </a:r>
            <a:endParaRPr lang="en-US" sz="2800" dirty="0"/>
          </a:p>
        </p:txBody>
      </p:sp>
      <p:sp>
        <p:nvSpPr>
          <p:cNvPr id="4" name="Title 3">
            <a:extLst>
              <a:ext uri="{FF2B5EF4-FFF2-40B4-BE49-F238E27FC236}">
                <a16:creationId xmlns:a16="http://schemas.microsoft.com/office/drawing/2014/main" id="{87A4A2F8-5BC8-AD88-D85F-1C445BC0EBA0}"/>
              </a:ext>
            </a:extLst>
          </p:cNvPr>
          <p:cNvSpPr>
            <a:spLocks noGrp="1"/>
          </p:cNvSpPr>
          <p:nvPr>
            <p:ph type="title"/>
          </p:nvPr>
        </p:nvSpPr>
        <p:spPr/>
        <p:txBody>
          <a:bodyPr/>
          <a:lstStyle/>
          <a:p>
            <a:r>
              <a:rPr lang="en-US" dirty="0"/>
              <a:t>SQL: </a:t>
            </a:r>
            <a:r>
              <a:rPr lang="ru-RU" dirty="0"/>
              <a:t>Числовые типы данных (2)</a:t>
            </a:r>
            <a:endParaRPr lang="en-US" dirty="0"/>
          </a:p>
        </p:txBody>
      </p:sp>
    </p:spTree>
    <p:extLst>
      <p:ext uri="{BB962C8B-B14F-4D97-AF65-F5344CB8AC3E}">
        <p14:creationId xmlns:p14="http://schemas.microsoft.com/office/powerpoint/2010/main" val="2777786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0D7619-A517-69D4-07F4-03B54C731CFC}"/>
              </a:ext>
            </a:extLst>
          </p:cNvPr>
          <p:cNvSpPr>
            <a:spLocks noGrp="1"/>
          </p:cNvSpPr>
          <p:nvPr>
            <p:ph type="sldNum" sz="quarter" idx="12"/>
          </p:nvPr>
        </p:nvSpPr>
        <p:spPr/>
        <p:txBody>
          <a:bodyPr/>
          <a:lstStyle/>
          <a:p>
            <a:fld id="{C12E5AAC-331B-4A22-A01D-802D40030460}" type="slidenum">
              <a:rPr lang="en-US" smtClean="0"/>
              <a:pPr/>
              <a:t>19</a:t>
            </a:fld>
            <a:endParaRPr lang="en-US" dirty="0"/>
          </a:p>
        </p:txBody>
      </p:sp>
      <p:sp>
        <p:nvSpPr>
          <p:cNvPr id="3" name="Text Placeholder 2">
            <a:extLst>
              <a:ext uri="{FF2B5EF4-FFF2-40B4-BE49-F238E27FC236}">
                <a16:creationId xmlns:a16="http://schemas.microsoft.com/office/drawing/2014/main" id="{DA35957E-47E8-CF2A-3F0B-19F9AF00BC81}"/>
              </a:ext>
            </a:extLst>
          </p:cNvPr>
          <p:cNvSpPr>
            <a:spLocks noGrp="1"/>
          </p:cNvSpPr>
          <p:nvPr>
            <p:ph type="body" sz="quarter" idx="13"/>
          </p:nvPr>
        </p:nvSpPr>
        <p:spPr>
          <a:xfrm>
            <a:off x="350837" y="1419224"/>
            <a:ext cx="8541643" cy="3096742"/>
          </a:xfrm>
        </p:spPr>
        <p:txBody>
          <a:bodyPr numCol="2">
            <a:normAutofit fontScale="77500" lnSpcReduction="20000"/>
          </a:bodyPr>
          <a:lstStyle/>
          <a:p>
            <a:pPr marL="182563" indent="-182563">
              <a:lnSpc>
                <a:spcPct val="120000"/>
              </a:lnSpc>
            </a:pPr>
            <a:r>
              <a:rPr lang="ru-RU" sz="2000" dirty="0"/>
              <a:t>Типы данных </a:t>
            </a:r>
            <a:r>
              <a:rPr lang="ru-RU" sz="2000" dirty="0">
                <a:solidFill>
                  <a:schemeClr val="accent2">
                    <a:lumMod val="75000"/>
                  </a:schemeClr>
                </a:solidFill>
                <a:latin typeface="Cascadia Mono SemiLight" panose="020B0609020000020004" pitchFamily="49" charset="0"/>
                <a:cs typeface="Cascadia Mono SemiLight" panose="020B0609020000020004" pitchFamily="49" charset="0"/>
              </a:rPr>
              <a:t>DATE</a:t>
            </a:r>
            <a:r>
              <a:rPr lang="ru-RU" sz="2000" dirty="0">
                <a:solidFill>
                  <a:schemeClr val="accent1">
                    <a:lumMod val="75000"/>
                  </a:schemeClr>
                </a:solidFill>
              </a:rPr>
              <a:t>, </a:t>
            </a:r>
            <a:r>
              <a:rPr lang="ru-RU" sz="2000" dirty="0">
                <a:solidFill>
                  <a:schemeClr val="accent2">
                    <a:lumMod val="75000"/>
                  </a:schemeClr>
                </a:solidFill>
                <a:latin typeface="Cascadia Mono SemiLight" panose="020B0609020000020004" pitchFamily="49" charset="0"/>
                <a:cs typeface="Cascadia Mono SemiLight" panose="020B0609020000020004" pitchFamily="49" charset="0"/>
              </a:rPr>
              <a:t>TIME</a:t>
            </a:r>
            <a:r>
              <a:rPr lang="ru-RU" sz="2000" dirty="0">
                <a:solidFill>
                  <a:schemeClr val="accent1">
                    <a:lumMod val="75000"/>
                  </a:schemeClr>
                </a:solidFill>
              </a:rPr>
              <a:t> и </a:t>
            </a:r>
            <a:r>
              <a:rPr lang="ru-RU" sz="2000" dirty="0">
                <a:solidFill>
                  <a:schemeClr val="accent2">
                    <a:lumMod val="75000"/>
                  </a:schemeClr>
                </a:solidFill>
                <a:latin typeface="Cascadia Mono SemiLight" panose="020B0609020000020004" pitchFamily="49" charset="0"/>
                <a:cs typeface="Cascadia Mono SemiLight" panose="020B0609020000020004" pitchFamily="49" charset="0"/>
              </a:rPr>
              <a:t>TIMESTAMP</a:t>
            </a:r>
            <a:r>
              <a:rPr lang="ru-RU" sz="2000" dirty="0">
                <a:solidFill>
                  <a:schemeClr val="accent1">
                    <a:lumMod val="75000"/>
                  </a:schemeClr>
                </a:solidFill>
              </a:rPr>
              <a:t> </a:t>
            </a:r>
            <a:r>
              <a:rPr lang="ru-RU" sz="2000" dirty="0"/>
              <a:t>называются типами даты-времени. Значения типов даты-времени называются "дата-время".</a:t>
            </a:r>
            <a:br>
              <a:rPr lang="ru-RU" dirty="0"/>
            </a:br>
            <a:r>
              <a:rPr lang="ru-RU" dirty="0">
                <a:latin typeface="+mn-lt"/>
                <a:cs typeface="Cascadia Mono SemiLight" panose="020B0609020000020004" pitchFamily="49" charset="0"/>
              </a:rPr>
              <a:t>У этих типов нет собственных литералов. Порождать константы этих типов можно одним из двух способов:</a:t>
            </a:r>
          </a:p>
          <a:p>
            <a:pPr marL="358775" lvl="1" indent="-176213">
              <a:lnSpc>
                <a:spcPct val="120000"/>
              </a:lnSpc>
            </a:pPr>
            <a:r>
              <a:rPr lang="ru-RU" sz="1700" dirty="0">
                <a:latin typeface="+mn-lt"/>
                <a:cs typeface="Cascadia Mono SemiLight" panose="020B0609020000020004" pitchFamily="49" charset="0"/>
              </a:rPr>
              <a:t>Вызов встроенных функций типа </a:t>
            </a:r>
            <a:r>
              <a:rPr lang="en-US" sz="1700" dirty="0">
                <a:solidFill>
                  <a:schemeClr val="accent1"/>
                </a:solidFill>
                <a:latin typeface="Cascadia Mono SemiLight" panose="020B0609020000020004" pitchFamily="49" charset="0"/>
                <a:cs typeface="Cascadia Mono SemiLight" panose="020B0609020000020004" pitchFamily="49" charset="0"/>
              </a:rPr>
              <a:t>DATEFROMPARTS</a:t>
            </a:r>
            <a:r>
              <a:rPr lang="en-US" sz="1700" dirty="0">
                <a:latin typeface="+mn-lt"/>
                <a:cs typeface="Cascadia Mono SemiLight" panose="020B0609020000020004" pitchFamily="49" charset="0"/>
              </a:rPr>
              <a:t> (</a:t>
            </a:r>
            <a:r>
              <a:rPr lang="ru-RU" sz="1700" dirty="0">
                <a:latin typeface="+mn-lt"/>
                <a:cs typeface="Cascadia Mono SemiLight" panose="020B0609020000020004" pitchFamily="49" charset="0"/>
              </a:rPr>
              <a:t>если такая есть)</a:t>
            </a:r>
          </a:p>
          <a:p>
            <a:pPr marL="358775" lvl="1" indent="-176213">
              <a:lnSpc>
                <a:spcPct val="120000"/>
              </a:lnSpc>
            </a:pPr>
            <a:r>
              <a:rPr lang="ru-RU" sz="1700" dirty="0">
                <a:latin typeface="+mn-lt"/>
                <a:cs typeface="Cascadia Mono SemiLight" panose="020B0609020000020004" pitchFamily="49" charset="0"/>
              </a:rPr>
              <a:t>Явное или неявное преобразование из строкового литерала</a:t>
            </a:r>
            <a:br>
              <a:rPr lang="ru-RU" sz="1700" dirty="0">
                <a:latin typeface="+mn-lt"/>
                <a:cs typeface="Cascadia Mono SemiLight" panose="020B0609020000020004" pitchFamily="49" charset="0"/>
              </a:rPr>
            </a:br>
            <a:r>
              <a:rPr lang="en-US" sz="1700" dirty="0">
                <a:solidFill>
                  <a:srgbClr val="7030A0"/>
                </a:solidFill>
                <a:latin typeface="Cascadia Mono SemiLight" panose="020B0609020000020004" pitchFamily="49" charset="0"/>
                <a:cs typeface="Cascadia Mono SemiLight" panose="020B0609020000020004" pitchFamily="49" charset="0"/>
              </a:rPr>
              <a:t>'20</a:t>
            </a:r>
            <a:r>
              <a:rPr lang="ru-RU" sz="1700" dirty="0">
                <a:solidFill>
                  <a:srgbClr val="7030A0"/>
                </a:solidFill>
                <a:latin typeface="Cascadia Mono SemiLight" panose="020B0609020000020004" pitchFamily="49" charset="0"/>
                <a:cs typeface="Cascadia Mono SemiLight" panose="020B0609020000020004" pitchFamily="49" charset="0"/>
              </a:rPr>
              <a:t>22</a:t>
            </a:r>
            <a:r>
              <a:rPr lang="ru-RU" sz="1700" dirty="0">
                <a:solidFill>
                  <a:srgbClr val="7030A0"/>
                </a:solidFill>
                <a:highlight>
                  <a:srgbClr val="FFFF00"/>
                </a:highlight>
                <a:latin typeface="Cascadia Mono SemiLight" panose="020B0609020000020004" pitchFamily="49" charset="0"/>
                <a:cs typeface="Cascadia Mono SemiLight" panose="020B0609020000020004" pitchFamily="49" charset="0"/>
              </a:rPr>
              <a:t>0</a:t>
            </a:r>
            <a:r>
              <a:rPr lang="en-US" sz="1700" dirty="0">
                <a:solidFill>
                  <a:srgbClr val="7030A0"/>
                </a:solidFill>
                <a:highlight>
                  <a:srgbClr val="FFFF00"/>
                </a:highlight>
                <a:latin typeface="Cascadia Mono SemiLight" panose="020B0609020000020004" pitchFamily="49" charset="0"/>
                <a:cs typeface="Cascadia Mono SemiLight" panose="020B0609020000020004" pitchFamily="49" charset="0"/>
              </a:rPr>
              <a:t>2</a:t>
            </a:r>
            <a:r>
              <a:rPr lang="en-US" sz="1700" dirty="0">
                <a:solidFill>
                  <a:srgbClr val="7030A0"/>
                </a:solidFill>
                <a:latin typeface="Cascadia Mono SemiLight" panose="020B0609020000020004" pitchFamily="49" charset="0"/>
                <a:cs typeface="Cascadia Mono SemiLight" panose="020B0609020000020004" pitchFamily="49" charset="0"/>
              </a:rPr>
              <a:t>2</a:t>
            </a:r>
            <a:r>
              <a:rPr lang="ru-RU" sz="1700" dirty="0">
                <a:solidFill>
                  <a:srgbClr val="7030A0"/>
                </a:solidFill>
                <a:latin typeface="Cascadia Mono SemiLight" panose="020B0609020000020004" pitchFamily="49" charset="0"/>
                <a:cs typeface="Cascadia Mono SemiLight" panose="020B0609020000020004" pitchFamily="49" charset="0"/>
              </a:rPr>
              <a:t>3</a:t>
            </a:r>
            <a:r>
              <a:rPr lang="en-US" sz="1700" dirty="0">
                <a:solidFill>
                  <a:srgbClr val="7030A0"/>
                </a:solidFill>
                <a:latin typeface="Cascadia Mono SemiLight" panose="020B0609020000020004" pitchFamily="49" charset="0"/>
                <a:cs typeface="Cascadia Mono SemiLight" panose="020B0609020000020004" pitchFamily="49" charset="0"/>
              </a:rPr>
              <a:t>'</a:t>
            </a:r>
            <a:r>
              <a:rPr lang="ru-RU" sz="1700" dirty="0">
                <a:solidFill>
                  <a:schemeClr val="accent1"/>
                </a:solidFill>
                <a:latin typeface="+mn-lt"/>
                <a:cs typeface="Cascadia Mono SemiLight" panose="020B0609020000020004" pitchFamily="49" charset="0"/>
              </a:rPr>
              <a:t> </a:t>
            </a:r>
            <a:r>
              <a:rPr lang="ru-RU" sz="1700" dirty="0">
                <a:latin typeface="+mn-lt"/>
                <a:cs typeface="Cascadia Mono SemiLight" panose="020B0609020000020004" pitchFamily="49" charset="0"/>
              </a:rPr>
              <a:t>– по стандарту, любая СУБД обязана распознавать дату в формате </a:t>
            </a:r>
            <a:r>
              <a:rPr lang="en-US" sz="1700" dirty="0">
                <a:latin typeface="Cascadia Mono SemiLight" panose="020B0609020000020004" pitchFamily="49" charset="0"/>
                <a:cs typeface="Cascadia Mono SemiLight" panose="020B0609020000020004" pitchFamily="49" charset="0"/>
              </a:rPr>
              <a:t>YYYYMMDD</a:t>
            </a:r>
            <a:r>
              <a:rPr lang="en-US" sz="1700" dirty="0">
                <a:latin typeface="+mn-lt"/>
                <a:cs typeface="Cascadia Mono SemiLight" panose="020B0609020000020004" pitchFamily="49" charset="0"/>
              </a:rPr>
              <a:t> </a:t>
            </a:r>
            <a:r>
              <a:rPr lang="ru-RU" sz="1700" dirty="0">
                <a:latin typeface="+mn-lt"/>
                <a:cs typeface="Cascadia Mono SemiLight" panose="020B0609020000020004" pitchFamily="49" charset="0"/>
              </a:rPr>
              <a:t>независимо от настроек текущей культуры</a:t>
            </a:r>
          </a:p>
          <a:p>
            <a:pPr marL="182563" indent="-182563">
              <a:lnSpc>
                <a:spcPct val="120000"/>
              </a:lnSpc>
            </a:pPr>
            <a:r>
              <a:rPr lang="ru-RU" sz="2000" dirty="0">
                <a:solidFill>
                  <a:schemeClr val="accent2">
                    <a:lumMod val="75000"/>
                  </a:schemeClr>
                </a:solidFill>
                <a:latin typeface="Cascadia Mono SemiLight" panose="020B0609020000020004" pitchFamily="49" charset="0"/>
                <a:cs typeface="Cascadia Mono SemiLight" panose="020B0609020000020004" pitchFamily="49" charset="0"/>
              </a:rPr>
              <a:t>TIME</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a:t>
            </a:r>
            <a:r>
              <a:rPr lang="ru-RU" sz="2000" dirty="0">
                <a:solidFill>
                  <a:schemeClr val="accent6">
                    <a:lumMod val="75000"/>
                  </a:schemeClr>
                </a:solidFill>
                <a:latin typeface="Cascadia Mono SemiLight" panose="020B0609020000020004" pitchFamily="49" charset="0"/>
                <a:cs typeface="Cascadia Mono SemiLight" panose="020B0609020000020004" pitchFamily="49" charset="0"/>
              </a:rPr>
              <a:t>точность</a:t>
            </a:r>
            <a:r>
              <a:rPr lang="ru-RU" sz="2000"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WITH</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TIME</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ZONE</a:t>
            </a:r>
            <a:r>
              <a:rPr lang="en-US" sz="2000" dirty="0">
                <a:latin typeface="Cascadia Mono SemiLight" panose="020B0609020000020004" pitchFamily="49" charset="0"/>
                <a:cs typeface="Cascadia Mono SemiLight" panose="020B0609020000020004" pitchFamily="49" charset="0"/>
              </a:rPr>
              <a:t>]</a:t>
            </a:r>
            <a:endParaRPr lang="ru-RU" sz="2000" dirty="0">
              <a:latin typeface="Cascadia Mono SemiLight" panose="020B0609020000020004" pitchFamily="49" charset="0"/>
              <a:cs typeface="Cascadia Mono SemiLight" panose="020B0609020000020004" pitchFamily="49" charset="0"/>
            </a:endParaRPr>
          </a:p>
          <a:p>
            <a:pPr marL="358775" lvl="1" indent="-176213">
              <a:lnSpc>
                <a:spcPct val="120000"/>
              </a:lnSpc>
            </a:pPr>
            <a:r>
              <a:rPr lang="ru-RU" dirty="0"/>
              <a:t>точность определяет количество цифр после запятой в количестве секунд.</a:t>
            </a:r>
          </a:p>
          <a:p>
            <a:pPr marL="182563" indent="-182563">
              <a:lnSpc>
                <a:spcPct val="120000"/>
              </a:lnSpc>
            </a:pP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TIMESTAMP</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a:t>
            </a:r>
            <a:r>
              <a:rPr lang="ru-RU" sz="2000" dirty="0">
                <a:latin typeface="Cascadia Mono SemiLight" panose="020B0609020000020004" pitchFamily="49" charset="0"/>
                <a:cs typeface="Cascadia Mono SemiLight" panose="020B0609020000020004" pitchFamily="49" charset="0"/>
              </a:rPr>
              <a:t>(</a:t>
            </a:r>
            <a:r>
              <a:rPr lang="ru-RU" sz="2000" dirty="0">
                <a:solidFill>
                  <a:schemeClr val="accent6">
                    <a:lumMod val="75000"/>
                  </a:schemeClr>
                </a:solidFill>
                <a:latin typeface="Cascadia Mono SemiLight" panose="020B0609020000020004" pitchFamily="49" charset="0"/>
                <a:cs typeface="Cascadia Mono SemiLight" panose="020B0609020000020004" pitchFamily="49" charset="0"/>
              </a:rPr>
              <a:t>точность</a:t>
            </a:r>
            <a:r>
              <a:rPr lang="ru-RU" sz="2000"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WITH TIME ZONE</a:t>
            </a:r>
            <a:r>
              <a:rPr lang="en-US" sz="2000" dirty="0">
                <a:latin typeface="Cascadia Mono SemiLight" panose="020B0609020000020004" pitchFamily="49" charset="0"/>
                <a:cs typeface="Cascadia Mono SemiLight" panose="020B0609020000020004" pitchFamily="49" charset="0"/>
              </a:rPr>
              <a:t>]</a:t>
            </a:r>
            <a:r>
              <a:rPr lang="ru-RU" sz="2000" dirty="0">
                <a:latin typeface="Cascadia Mono SemiLight" panose="020B0609020000020004" pitchFamily="49" charset="0"/>
                <a:cs typeface="Cascadia Mono SemiLight" panose="020B0609020000020004" pitchFamily="49" charset="0"/>
              </a:rPr>
              <a:t> - </a:t>
            </a:r>
            <a:r>
              <a:rPr lang="ru-RU" sz="2000" dirty="0"/>
              <a:t>комбинация данных типа </a:t>
            </a:r>
            <a:r>
              <a:rPr lang="ru-RU" sz="2000" dirty="0">
                <a:solidFill>
                  <a:schemeClr val="accent2">
                    <a:lumMod val="75000"/>
                  </a:schemeClr>
                </a:solidFill>
                <a:latin typeface="Cascadia Mono SemiLight" panose="020B0609020000020004" pitchFamily="49" charset="0"/>
                <a:cs typeface="Cascadia Mono SemiLight" panose="020B0609020000020004" pitchFamily="49" charset="0"/>
              </a:rPr>
              <a:t>DATE</a:t>
            </a:r>
            <a:r>
              <a:rPr lang="en-US" sz="2000" dirty="0">
                <a:solidFill>
                  <a:schemeClr val="accent1">
                    <a:lumMod val="75000"/>
                  </a:schemeClr>
                </a:solidFill>
              </a:rPr>
              <a:t> </a:t>
            </a:r>
            <a:r>
              <a:rPr lang="ru-RU" sz="2000" dirty="0"/>
              <a:t>и </a:t>
            </a:r>
            <a:r>
              <a:rPr lang="ru-RU" sz="2000" dirty="0">
                <a:solidFill>
                  <a:schemeClr val="accent2">
                    <a:lumMod val="75000"/>
                  </a:schemeClr>
                </a:solidFill>
                <a:latin typeface="Cascadia Mono SemiLight" panose="020B0609020000020004" pitchFamily="49" charset="0"/>
                <a:cs typeface="Cascadia Mono SemiLight" panose="020B0609020000020004" pitchFamily="49" charset="0"/>
              </a:rPr>
              <a:t>TIME</a:t>
            </a:r>
            <a:r>
              <a:rPr lang="en-US" sz="2000" dirty="0"/>
              <a:t> </a:t>
            </a:r>
            <a:endParaRPr lang="ru-RU" sz="2000" dirty="0"/>
          </a:p>
          <a:p>
            <a:endParaRPr lang="en-US" dirty="0"/>
          </a:p>
        </p:txBody>
      </p:sp>
      <p:sp>
        <p:nvSpPr>
          <p:cNvPr id="4" name="Title 3">
            <a:extLst>
              <a:ext uri="{FF2B5EF4-FFF2-40B4-BE49-F238E27FC236}">
                <a16:creationId xmlns:a16="http://schemas.microsoft.com/office/drawing/2014/main" id="{FB65E377-8D0D-F1B6-A854-6CBB3FFFAB00}"/>
              </a:ext>
            </a:extLst>
          </p:cNvPr>
          <p:cNvSpPr>
            <a:spLocks noGrp="1"/>
          </p:cNvSpPr>
          <p:nvPr>
            <p:ph type="title"/>
          </p:nvPr>
        </p:nvSpPr>
        <p:spPr/>
        <p:txBody>
          <a:bodyPr/>
          <a:lstStyle/>
          <a:p>
            <a:r>
              <a:rPr lang="en-US" dirty="0"/>
              <a:t>SQL: </a:t>
            </a:r>
            <a:r>
              <a:rPr lang="ru-RU" dirty="0"/>
              <a:t>Типы данных для времени (1)</a:t>
            </a:r>
            <a:endParaRPr lang="en-US" dirty="0"/>
          </a:p>
        </p:txBody>
      </p:sp>
    </p:spTree>
    <p:extLst>
      <p:ext uri="{BB962C8B-B14F-4D97-AF65-F5344CB8AC3E}">
        <p14:creationId xmlns:p14="http://schemas.microsoft.com/office/powerpoint/2010/main" val="64214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7EC29-598C-5F3A-DBF8-DC85A3852B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75A902-9E5C-54F7-A24E-4A12261BD943}"/>
              </a:ext>
            </a:extLst>
          </p:cNvPr>
          <p:cNvSpPr>
            <a:spLocks noGrp="1"/>
          </p:cNvSpPr>
          <p:nvPr>
            <p:ph type="sldNum" sz="quarter" idx="12"/>
          </p:nvPr>
        </p:nvSpPr>
        <p:spPr/>
        <p:txBody>
          <a:bodyPr/>
          <a:lstStyle/>
          <a:p>
            <a:fld id="{C12E5AAC-331B-4A22-A01D-802D40030460}" type="slidenum">
              <a:rPr lang="en-US" smtClean="0"/>
              <a:pPr/>
              <a:t>20</a:t>
            </a:fld>
            <a:endParaRPr lang="en-US" dirty="0"/>
          </a:p>
        </p:txBody>
      </p:sp>
      <p:sp>
        <p:nvSpPr>
          <p:cNvPr id="3" name="Text Placeholder 2">
            <a:extLst>
              <a:ext uri="{FF2B5EF4-FFF2-40B4-BE49-F238E27FC236}">
                <a16:creationId xmlns:a16="http://schemas.microsoft.com/office/drawing/2014/main" id="{52141811-5F55-BC7E-5996-63E56A531C97}"/>
              </a:ext>
            </a:extLst>
          </p:cNvPr>
          <p:cNvSpPr>
            <a:spLocks noGrp="1"/>
          </p:cNvSpPr>
          <p:nvPr>
            <p:ph type="body" sz="quarter" idx="13"/>
          </p:nvPr>
        </p:nvSpPr>
        <p:spPr>
          <a:xfrm>
            <a:off x="350837" y="1419224"/>
            <a:ext cx="8541643" cy="3528790"/>
          </a:xfrm>
        </p:spPr>
        <p:txBody>
          <a:bodyPr numCol="2">
            <a:normAutofit fontScale="62500" lnSpcReduction="20000"/>
          </a:bodyPr>
          <a:lstStyle/>
          <a:p>
            <a:pPr marL="361950">
              <a:lnSpc>
                <a:spcPct val="120000"/>
              </a:lnSpc>
            </a:pPr>
            <a:r>
              <a:rPr lang="ru-RU" sz="2900" dirty="0"/>
              <a:t>Тип данных </a:t>
            </a:r>
            <a:r>
              <a:rPr lang="ru-RU" sz="2900" dirty="0">
                <a:solidFill>
                  <a:schemeClr val="accent2">
                    <a:lumMod val="75000"/>
                  </a:schemeClr>
                </a:solidFill>
                <a:latin typeface="Cascadia Mono SemiLight" panose="020B0609020000020004" pitchFamily="49" charset="0"/>
                <a:cs typeface="Cascadia Mono SemiLight" panose="020B0609020000020004" pitchFamily="49" charset="0"/>
              </a:rPr>
              <a:t>INTERVAL</a:t>
            </a:r>
            <a:r>
              <a:rPr lang="ru-RU" sz="2900" dirty="0"/>
              <a:t> называется интервальным типом.</a:t>
            </a:r>
          </a:p>
          <a:p>
            <a:pPr marL="361950">
              <a:lnSpc>
                <a:spcPct val="120000"/>
              </a:lnSpc>
            </a:pPr>
            <a:r>
              <a:rPr lang="ru-RU" sz="2800" dirty="0">
                <a:solidFill>
                  <a:schemeClr val="accent2">
                    <a:lumMod val="75000"/>
                  </a:schemeClr>
                </a:solidFill>
                <a:latin typeface="Cascadia Mono SemiLight" panose="020B0609020000020004" pitchFamily="49" charset="0"/>
                <a:cs typeface="Cascadia Mono SemiLight" panose="020B0609020000020004" pitchFamily="49" charset="0"/>
              </a:rPr>
              <a:t>INTERVAL</a:t>
            </a:r>
            <a:r>
              <a:rPr kumimoji="0" lang="en-US" altLang="en-US" sz="2800" b="0" u="none" strike="noStrike" cap="none" normalizeH="0" baseline="0" dirty="0">
                <a:ln>
                  <a:noFill/>
                </a:ln>
                <a:solidFill>
                  <a:srgbClr val="212529"/>
                </a:solidFill>
                <a:effectLst/>
                <a:latin typeface="Cascadia Mono SemiLight" panose="020B0609020000020004" pitchFamily="49" charset="0"/>
                <a:cs typeface="Cascadia Mono SemiLight" panose="020B0609020000020004" pitchFamily="49" charset="0"/>
              </a:rPr>
              <a:t> [</a:t>
            </a:r>
            <a:r>
              <a:rPr lang="ru-RU" altLang="en-US" sz="2800" dirty="0">
                <a:solidFill>
                  <a:srgbClr val="212529"/>
                </a:solidFill>
                <a:latin typeface="Cascadia Mono SemiLight" panose="020B0609020000020004" pitchFamily="49" charset="0"/>
                <a:cs typeface="Cascadia Mono SemiLight" panose="020B0609020000020004" pitchFamily="49" charset="0"/>
              </a:rPr>
              <a:t>поля</a:t>
            </a:r>
            <a:r>
              <a:rPr kumimoji="0" lang="en-US" altLang="en-US" sz="2800" b="0" u="none" strike="noStrike" cap="none" normalizeH="0" baseline="0" dirty="0">
                <a:ln>
                  <a:noFill/>
                </a:ln>
                <a:solidFill>
                  <a:srgbClr val="212529"/>
                </a:solidFill>
                <a:effectLst/>
                <a:latin typeface="Cascadia Mono SemiLight" panose="020B0609020000020004" pitchFamily="49" charset="0"/>
                <a:cs typeface="Cascadia Mono SemiLight" panose="020B0609020000020004" pitchFamily="49" charset="0"/>
              </a:rPr>
              <a:t>]</a:t>
            </a:r>
            <a:r>
              <a:rPr kumimoji="0" lang="ru-RU" altLang="en-US" sz="2800" b="0" u="none" strike="noStrike" cap="none" normalizeH="0" baseline="0" dirty="0">
                <a:ln>
                  <a:noFill/>
                </a:ln>
                <a:solidFill>
                  <a:srgbClr val="212529"/>
                </a:solidFill>
                <a:effectLst/>
                <a:latin typeface="Cascadia Mono SemiLight" panose="020B0609020000020004" pitchFamily="49" charset="0"/>
                <a:cs typeface="Cascadia Mono SemiLight" panose="020B0609020000020004" pitchFamily="49" charset="0"/>
              </a:rPr>
              <a:t> </a:t>
            </a:r>
            <a:r>
              <a:rPr kumimoji="0" lang="en-US" altLang="en-US" sz="2800" b="0" u="none" strike="noStrike" cap="none" normalizeH="0" baseline="0" dirty="0">
                <a:ln>
                  <a:noFill/>
                </a:ln>
                <a:solidFill>
                  <a:srgbClr val="212529"/>
                </a:solidFill>
                <a:effectLst/>
                <a:latin typeface="Cascadia Mono SemiLight" panose="020B0609020000020004" pitchFamily="49" charset="0"/>
                <a:cs typeface="Cascadia Mono SemiLight" panose="020B0609020000020004" pitchFamily="49" charset="0"/>
              </a:rPr>
              <a:t>[(</a:t>
            </a:r>
            <a:r>
              <a:rPr lang="ru-RU" altLang="en-US" sz="2800" dirty="0">
                <a:solidFill>
                  <a:schemeClr val="accent6">
                    <a:lumMod val="75000"/>
                  </a:schemeClr>
                </a:solidFill>
                <a:latin typeface="Cascadia Mono SemiLight" panose="020B0609020000020004" pitchFamily="49" charset="0"/>
                <a:cs typeface="Cascadia Mono SemiLight" panose="020B0609020000020004" pitchFamily="49" charset="0"/>
              </a:rPr>
              <a:t>точность</a:t>
            </a:r>
            <a:r>
              <a:rPr kumimoji="0" lang="ru-RU" altLang="en-US" sz="2800" u="none" strike="noStrike" cap="none" normalizeH="0" baseline="0" dirty="0">
                <a:ln>
                  <a:noFill/>
                </a:ln>
                <a:solidFill>
                  <a:srgbClr val="212529"/>
                </a:solidFill>
                <a:effectLst/>
                <a:latin typeface="Cascadia Mono SemiLight" panose="020B0609020000020004" pitchFamily="49" charset="0"/>
                <a:cs typeface="Cascadia Mono SemiLight" panose="020B0609020000020004" pitchFamily="49" charset="0"/>
              </a:rPr>
              <a:t>)</a:t>
            </a:r>
            <a:r>
              <a:rPr kumimoji="0" lang="en-US" altLang="en-US" sz="2800" b="0" u="none" strike="noStrike" cap="none" normalizeH="0" baseline="0" dirty="0">
                <a:ln>
                  <a:noFill/>
                </a:ln>
                <a:solidFill>
                  <a:srgbClr val="212529"/>
                </a:solidFill>
                <a:effectLst/>
                <a:latin typeface="Cascadia Mono SemiLight" panose="020B0609020000020004" pitchFamily="49" charset="0"/>
                <a:cs typeface="Cascadia Mono SemiLight" panose="020B0609020000020004" pitchFamily="49" charset="0"/>
              </a:rPr>
              <a:t>]</a:t>
            </a:r>
            <a:endParaRPr lang="en-US" altLang="en-US" sz="2800" dirty="0">
              <a:solidFill>
                <a:srgbClr val="212529"/>
              </a:solidFill>
              <a:latin typeface="Cascadia Mono SemiLight" panose="020B0609020000020004" pitchFamily="49" charset="0"/>
              <a:cs typeface="Cascadia Mono SemiLight" panose="020B0609020000020004" pitchFamily="49" charset="0"/>
            </a:endParaRPr>
          </a:p>
          <a:p>
            <a:pPr marL="714375" lvl="1" indent="-342900">
              <a:lnSpc>
                <a:spcPct val="120000"/>
              </a:lnSpc>
            </a:pPr>
            <a:r>
              <a:rPr lang="ru-RU" altLang="en-US" sz="2600" dirty="0">
                <a:solidFill>
                  <a:srgbClr val="212529"/>
                </a:solidFill>
                <a:latin typeface="+mn-lt"/>
                <a:cs typeface="Cascadia Mono SemiLight" panose="020B0609020000020004" pitchFamily="49" charset="0"/>
              </a:rPr>
              <a:t>поля могут быть</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YEAR</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MONTH</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DAY</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HOUR</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MINUTE</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SECOND</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YEAR TO MONTH</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DAY TO HOUR</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DAY TO MINUTE</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DAY TO SECOND</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HOUR TO MINUTE</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HOUR TO SECOND</a:t>
            </a:r>
          </a:p>
          <a:p>
            <a:pPr marL="714375" lvl="1" indent="0">
              <a:lnSpc>
                <a:spcPct val="120000"/>
              </a:lnSpc>
              <a:buNone/>
            </a:pPr>
            <a:r>
              <a:rPr lang="en-US" sz="2400" dirty="0">
                <a:solidFill>
                  <a:schemeClr val="accent1">
                    <a:lumMod val="75000"/>
                  </a:schemeClr>
                </a:solidFill>
                <a:latin typeface="Cascadia Mono SemiLight" panose="020B0609020000020004" pitchFamily="49" charset="0"/>
                <a:cs typeface="Cascadia Mono SemiLight" panose="020B0609020000020004" pitchFamily="49" charset="0"/>
              </a:rPr>
              <a:t>MINUTE TO SECOND</a:t>
            </a:r>
          </a:p>
          <a:p>
            <a:pPr marL="714375" lvl="1" indent="-257175">
              <a:lnSpc>
                <a:spcPct val="120000"/>
              </a:lnSpc>
            </a:pPr>
            <a:r>
              <a:rPr lang="ru-RU" sz="2400" dirty="0">
                <a:solidFill>
                  <a:schemeClr val="accent6">
                    <a:lumMod val="75000"/>
                  </a:schemeClr>
                </a:solidFill>
                <a:latin typeface="+mn-lt"/>
              </a:rPr>
              <a:t>Точность</a:t>
            </a:r>
            <a:r>
              <a:rPr lang="ru-RU" sz="2400" dirty="0">
                <a:latin typeface="+mn-lt"/>
              </a:rPr>
              <a:t> –число десятичных цифр после запятой в представлении </a:t>
            </a:r>
            <a:r>
              <a:rPr lang="ru-RU" sz="2400" b="1" dirty="0">
                <a:latin typeface="+mn-lt"/>
              </a:rPr>
              <a:t>секунд</a:t>
            </a:r>
          </a:p>
        </p:txBody>
      </p:sp>
      <p:sp>
        <p:nvSpPr>
          <p:cNvPr id="4" name="Title 3">
            <a:extLst>
              <a:ext uri="{FF2B5EF4-FFF2-40B4-BE49-F238E27FC236}">
                <a16:creationId xmlns:a16="http://schemas.microsoft.com/office/drawing/2014/main" id="{83A22D86-423E-B07B-904A-A82474FFC747}"/>
              </a:ext>
            </a:extLst>
          </p:cNvPr>
          <p:cNvSpPr>
            <a:spLocks noGrp="1"/>
          </p:cNvSpPr>
          <p:nvPr>
            <p:ph type="title"/>
          </p:nvPr>
        </p:nvSpPr>
        <p:spPr/>
        <p:txBody>
          <a:bodyPr/>
          <a:lstStyle/>
          <a:p>
            <a:r>
              <a:rPr lang="en-US" dirty="0"/>
              <a:t>SQL: </a:t>
            </a:r>
            <a:r>
              <a:rPr lang="ru-RU" dirty="0"/>
              <a:t>Типы данных для времени (2)</a:t>
            </a:r>
            <a:endParaRPr lang="en-US" dirty="0"/>
          </a:p>
        </p:txBody>
      </p:sp>
      <p:sp>
        <p:nvSpPr>
          <p:cNvPr id="5" name="Rectangle 1">
            <a:extLst>
              <a:ext uri="{FF2B5EF4-FFF2-40B4-BE49-F238E27FC236}">
                <a16:creationId xmlns:a16="http://schemas.microsoft.com/office/drawing/2014/main" id="{710B14F8-785E-5E9E-DCD7-2E2A7605E06A}"/>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5852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CA3199-71EF-D9BE-A9EC-7813459ECD76}"/>
              </a:ext>
            </a:extLst>
          </p:cNvPr>
          <p:cNvSpPr>
            <a:spLocks noGrp="1"/>
          </p:cNvSpPr>
          <p:nvPr>
            <p:ph type="sldNum" sz="quarter" idx="12"/>
          </p:nvPr>
        </p:nvSpPr>
        <p:spPr/>
        <p:txBody>
          <a:bodyPr/>
          <a:lstStyle/>
          <a:p>
            <a:fld id="{C12E5AAC-331B-4A22-A01D-802D40030460}" type="slidenum">
              <a:rPr lang="en-US" smtClean="0"/>
              <a:pPr/>
              <a:t>21</a:t>
            </a:fld>
            <a:endParaRPr lang="en-US" dirty="0"/>
          </a:p>
        </p:txBody>
      </p:sp>
      <p:sp>
        <p:nvSpPr>
          <p:cNvPr id="3" name="Text Placeholder 2">
            <a:extLst>
              <a:ext uri="{FF2B5EF4-FFF2-40B4-BE49-F238E27FC236}">
                <a16:creationId xmlns:a16="http://schemas.microsoft.com/office/drawing/2014/main" id="{4A682CF6-B5B6-AEDB-F4FC-1D990CE21CB2}"/>
              </a:ext>
            </a:extLst>
          </p:cNvPr>
          <p:cNvSpPr>
            <a:spLocks noGrp="1"/>
          </p:cNvSpPr>
          <p:nvPr>
            <p:ph type="body" sz="quarter" idx="13"/>
          </p:nvPr>
        </p:nvSpPr>
        <p:spPr/>
        <p:txBody>
          <a:bodyPr/>
          <a:lstStyle/>
          <a:p>
            <a:r>
              <a:rPr lang="ru-RU" b="1" dirty="0"/>
              <a:t>Символьные строки. </a:t>
            </a:r>
            <a:r>
              <a:rPr lang="ru-RU" dirty="0"/>
              <a:t>Тип данных символьных строк может содержать строки постоянной (</a:t>
            </a:r>
            <a:r>
              <a:rPr lang="ru-RU" dirty="0">
                <a:solidFill>
                  <a:schemeClr val="accent2">
                    <a:lumMod val="75000"/>
                  </a:schemeClr>
                </a:solidFill>
                <a:latin typeface="Cascadia Mono SemiLight" panose="020B0609020000020004" pitchFamily="49" charset="0"/>
                <a:cs typeface="Cascadia Mono SemiLight" panose="020B0609020000020004" pitchFamily="49" charset="0"/>
              </a:rPr>
              <a:t>CHARACTER</a:t>
            </a:r>
            <a:r>
              <a:rPr lang="ru-RU" dirty="0"/>
              <a:t>) или переменной (</a:t>
            </a:r>
            <a:r>
              <a:rPr lang="ru-RU" dirty="0">
                <a:solidFill>
                  <a:schemeClr val="accent2">
                    <a:lumMod val="75000"/>
                  </a:schemeClr>
                </a:solidFill>
                <a:latin typeface="Cascadia Mono SemiLight" panose="020B0609020000020004" pitchFamily="49" charset="0"/>
                <a:cs typeface="Cascadia Mono SemiLight" panose="020B0609020000020004" pitchFamily="49" charset="0"/>
              </a:rPr>
              <a:t>CHARACTERVARYING</a:t>
            </a:r>
            <a:r>
              <a:rPr lang="ru-RU" dirty="0">
                <a:solidFill>
                  <a:schemeClr val="accent1">
                    <a:lumMod val="75000"/>
                  </a:schemeClr>
                </a:solidFill>
                <a:latin typeface="Cascadia Mono SemiLight" panose="020B0609020000020004" pitchFamily="49" charset="0"/>
                <a:cs typeface="Cascadia Mono SemiLight" panose="020B0609020000020004" pitchFamily="49" charset="0"/>
              </a:rPr>
              <a:t>,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VARCHAR</a:t>
            </a:r>
            <a:r>
              <a:rPr lang="ru-RU" dirty="0"/>
              <a:t>) длины. </a:t>
            </a:r>
            <a:endParaRPr lang="en-US" dirty="0"/>
          </a:p>
          <a:p>
            <a:pPr lvl="1"/>
            <a:r>
              <a:rPr lang="ru-RU" dirty="0"/>
              <a:t>Для конкретного типа </a:t>
            </a:r>
            <a:r>
              <a:rPr lang="ru-RU" dirty="0">
                <a:solidFill>
                  <a:schemeClr val="accent2">
                    <a:lumMod val="75000"/>
                  </a:schemeClr>
                </a:solidFill>
                <a:latin typeface="Cascadia Mono SemiLight" panose="020B0609020000020004" pitchFamily="49" charset="0"/>
                <a:cs typeface="Cascadia Mono SemiLight" panose="020B0609020000020004" pitchFamily="49" charset="0"/>
              </a:rPr>
              <a:t>CHARACTER</a:t>
            </a:r>
            <a:r>
              <a:rPr lang="ru-RU" dirty="0">
                <a:latin typeface="Cascadia Mono SemiLight" panose="020B0609020000020004" pitchFamily="49" charset="0"/>
                <a:cs typeface="Cascadia Mono SemiLight" panose="020B0609020000020004" pitchFamily="49" charset="0"/>
              </a:rPr>
              <a:t>(</a:t>
            </a:r>
            <a:r>
              <a:rPr lang="en-US" dirty="0">
                <a:solidFill>
                  <a:schemeClr val="accent6">
                    <a:lumMod val="75000"/>
                  </a:schemeClr>
                </a:solidFill>
                <a:latin typeface="Cascadia Mono SemiLight" panose="020B0609020000020004" pitchFamily="49" charset="0"/>
                <a:cs typeface="Cascadia Mono SemiLight" panose="020B0609020000020004" pitchFamily="49" charset="0"/>
              </a:rPr>
              <a:t>N</a:t>
            </a:r>
            <a:r>
              <a:rPr lang="en-US" dirty="0">
                <a:latin typeface="Cascadia Mono SemiLight" panose="020B0609020000020004" pitchFamily="49" charset="0"/>
                <a:cs typeface="Cascadia Mono SemiLight" panose="020B0609020000020004" pitchFamily="49" charset="0"/>
              </a:rPr>
              <a:t>) </a:t>
            </a:r>
            <a:r>
              <a:rPr lang="ru-RU" dirty="0"/>
              <a:t>указывается </a:t>
            </a:r>
            <a:r>
              <a:rPr lang="en-US" dirty="0"/>
              <a:t>N – </a:t>
            </a:r>
            <a:r>
              <a:rPr lang="ru-RU" dirty="0"/>
              <a:t>фиксированная длина строк этого типа; </a:t>
            </a:r>
            <a:endParaRPr lang="en-US" dirty="0"/>
          </a:p>
          <a:p>
            <a:pPr lvl="1"/>
            <a:r>
              <a:rPr lang="ru-RU" dirty="0"/>
              <a:t>В случае </a:t>
            </a:r>
            <a:r>
              <a:rPr lang="ru-RU" dirty="0">
                <a:solidFill>
                  <a:schemeClr val="accent2">
                    <a:lumMod val="75000"/>
                  </a:schemeClr>
                </a:solidFill>
                <a:latin typeface="Cascadia Mono SemiLight" panose="020B0609020000020004" pitchFamily="49" charset="0"/>
                <a:cs typeface="Cascadia Mono SemiLight" panose="020B0609020000020004" pitchFamily="49" charset="0"/>
              </a:rPr>
              <a:t>CHARACTERVARYING</a:t>
            </a:r>
            <a:r>
              <a:rPr lang="ru-RU" dirty="0">
                <a:latin typeface="Cascadia Mono SemiLight" panose="020B0609020000020004" pitchFamily="49" charset="0"/>
                <a:cs typeface="Cascadia Mono SemiLight" panose="020B0609020000020004" pitchFamily="49" charset="0"/>
              </a:rPr>
              <a:t>(</a:t>
            </a:r>
            <a:r>
              <a:rPr lang="en-US" dirty="0">
                <a:solidFill>
                  <a:schemeClr val="accent6">
                    <a:lumMod val="75000"/>
                  </a:schemeClr>
                </a:solidFill>
                <a:latin typeface="Cascadia Mono SemiLight" panose="020B0609020000020004" pitchFamily="49" charset="0"/>
                <a:cs typeface="Cascadia Mono SemiLight" panose="020B0609020000020004" pitchFamily="49" charset="0"/>
              </a:rPr>
              <a:t>N</a:t>
            </a:r>
            <a:r>
              <a:rPr lang="en-US" dirty="0">
                <a:latin typeface="Cascadia Mono SemiLight" panose="020B0609020000020004" pitchFamily="49" charset="0"/>
                <a:cs typeface="Cascadia Mono SemiLight" panose="020B0609020000020004" pitchFamily="49" charset="0"/>
              </a:rPr>
              <a:t>)</a:t>
            </a:r>
            <a:r>
              <a:rPr lang="en-US" dirty="0"/>
              <a:t>, N</a:t>
            </a:r>
            <a:r>
              <a:rPr lang="ru-RU" dirty="0"/>
              <a:t> - максимальная длина.</a:t>
            </a:r>
            <a:r>
              <a:rPr lang="en-US" dirty="0"/>
              <a:t> </a:t>
            </a:r>
            <a:r>
              <a:rPr lang="ru-RU" dirty="0"/>
              <a:t>Современные диалекты </a:t>
            </a:r>
            <a:r>
              <a:rPr lang="en-US" dirty="0"/>
              <a:t>SQL </a:t>
            </a:r>
            <a:r>
              <a:rPr lang="ru-RU" dirty="0"/>
              <a:t>допускают использование слова </a:t>
            </a:r>
            <a:r>
              <a:rPr lang="en-US" dirty="0">
                <a:solidFill>
                  <a:schemeClr val="accent1"/>
                </a:solidFill>
                <a:latin typeface="Cascadia Mono SemiLight" panose="020B0609020000020004" pitchFamily="49" charset="0"/>
                <a:cs typeface="Cascadia Mono SemiLight" panose="020B0609020000020004" pitchFamily="49" charset="0"/>
              </a:rPr>
              <a:t>MAX</a:t>
            </a:r>
            <a:r>
              <a:rPr lang="en-US" dirty="0"/>
              <a:t> </a:t>
            </a:r>
            <a:r>
              <a:rPr lang="ru-RU" dirty="0"/>
              <a:t>вместо указания конкретной длины.</a:t>
            </a:r>
            <a:endParaRPr lang="en-US" dirty="0"/>
          </a:p>
          <a:p>
            <a:r>
              <a:rPr lang="ru-RU" b="1" dirty="0"/>
              <a:t>Битовые строки</a:t>
            </a:r>
            <a:r>
              <a:rPr lang="en-US" b="1" dirty="0"/>
              <a:t>.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BIT</a:t>
            </a:r>
            <a:r>
              <a:rPr lang="en-US" dirty="0">
                <a:latin typeface="Cascadia Mono SemiLight" panose="020B0609020000020004" pitchFamily="49" charset="0"/>
                <a:cs typeface="Cascadia Mono SemiLight" panose="020B0609020000020004" pitchFamily="49" charset="0"/>
              </a:rPr>
              <a:t>(</a:t>
            </a:r>
            <a:r>
              <a:rPr lang="en-US" dirty="0">
                <a:solidFill>
                  <a:schemeClr val="accent6">
                    <a:lumMod val="75000"/>
                  </a:schemeClr>
                </a:solidFill>
                <a:latin typeface="Cascadia Mono SemiLight" panose="020B0609020000020004" pitchFamily="49" charset="0"/>
                <a:cs typeface="Cascadia Mono SemiLight" panose="020B0609020000020004" pitchFamily="49" charset="0"/>
              </a:rPr>
              <a:t>N</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BIT</a:t>
            </a:r>
            <a:r>
              <a:rPr lang="ru-RU" dirty="0">
                <a:solidFill>
                  <a:schemeClr val="accent2">
                    <a:lumMod val="75000"/>
                  </a:schemeClr>
                </a:solidFill>
                <a:latin typeface="Cascadia Mono SemiLight" panose="020B0609020000020004" pitchFamily="49" charset="0"/>
                <a:cs typeface="Cascadia Mono SemiLight" panose="020B0609020000020004" pitchFamily="49" charset="0"/>
              </a:rPr>
              <a:t>VARYING</a:t>
            </a:r>
            <a:r>
              <a:rPr lang="en-US" dirty="0">
                <a:latin typeface="Cascadia Mono SemiLight" panose="020B0609020000020004" pitchFamily="49" charset="0"/>
                <a:cs typeface="Cascadia Mono SemiLight" panose="020B0609020000020004" pitchFamily="49" charset="0"/>
              </a:rPr>
              <a:t>(</a:t>
            </a:r>
            <a:r>
              <a:rPr lang="en-US" dirty="0">
                <a:solidFill>
                  <a:schemeClr val="accent6">
                    <a:lumMod val="75000"/>
                  </a:schemeClr>
                </a:solidFill>
                <a:latin typeface="Cascadia Mono SemiLight" panose="020B0609020000020004" pitchFamily="49" charset="0"/>
                <a:cs typeface="Cascadia Mono SemiLight" panose="020B0609020000020004" pitchFamily="49" charset="0"/>
              </a:rPr>
              <a:t>N</a:t>
            </a:r>
            <a:r>
              <a:rPr lang="en-US" dirty="0">
                <a:latin typeface="Cascadia Mono SemiLight" panose="020B0609020000020004" pitchFamily="49" charset="0"/>
                <a:cs typeface="Cascadia Mono SemiLight" panose="020B0609020000020004" pitchFamily="49" charset="0"/>
              </a:rPr>
              <a:t>)/</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VARBINARY</a:t>
            </a:r>
            <a:r>
              <a:rPr lang="en-US" dirty="0">
                <a:latin typeface="Cascadia Mono SemiLight" panose="020B0609020000020004" pitchFamily="49" charset="0"/>
                <a:cs typeface="Cascadia Mono SemiLight" panose="020B0609020000020004" pitchFamily="49" charset="0"/>
              </a:rPr>
              <a:t>(</a:t>
            </a:r>
            <a:r>
              <a:rPr lang="en-US" dirty="0">
                <a:solidFill>
                  <a:schemeClr val="accent6">
                    <a:lumMod val="75000"/>
                  </a:schemeClr>
                </a:solidFill>
                <a:latin typeface="Cascadia Mono SemiLight" panose="020B0609020000020004" pitchFamily="49" charset="0"/>
                <a:cs typeface="Cascadia Mono SemiLight" panose="020B0609020000020004" pitchFamily="49" charset="0"/>
              </a:rPr>
              <a:t>N</a:t>
            </a:r>
            <a:r>
              <a:rPr lang="en-US" dirty="0">
                <a:latin typeface="Cascadia Mono SemiLight" panose="020B0609020000020004" pitchFamily="49" charset="0"/>
                <a:cs typeface="Cascadia Mono SemiLight" panose="020B0609020000020004" pitchFamily="49" charset="0"/>
              </a:rPr>
              <a:t>)</a:t>
            </a:r>
            <a:endParaRPr lang="ru-RU" dirty="0">
              <a:latin typeface="Cascadia Mono SemiLight" panose="020B0609020000020004" pitchFamily="49" charset="0"/>
              <a:cs typeface="Cascadia Mono SemiLight" panose="020B0609020000020004" pitchFamily="49" charset="0"/>
            </a:endParaRPr>
          </a:p>
          <a:p>
            <a:pPr marL="0" indent="0">
              <a:buNone/>
            </a:pPr>
            <a:endParaRPr lang="en-US" dirty="0"/>
          </a:p>
        </p:txBody>
      </p:sp>
      <p:sp>
        <p:nvSpPr>
          <p:cNvPr id="4" name="Title 3">
            <a:extLst>
              <a:ext uri="{FF2B5EF4-FFF2-40B4-BE49-F238E27FC236}">
                <a16:creationId xmlns:a16="http://schemas.microsoft.com/office/drawing/2014/main" id="{149B2206-1BED-E4A2-9FA5-9320940C4F59}"/>
              </a:ext>
            </a:extLst>
          </p:cNvPr>
          <p:cNvSpPr>
            <a:spLocks noGrp="1"/>
          </p:cNvSpPr>
          <p:nvPr>
            <p:ph type="title"/>
          </p:nvPr>
        </p:nvSpPr>
        <p:spPr/>
        <p:txBody>
          <a:bodyPr/>
          <a:lstStyle/>
          <a:p>
            <a:r>
              <a:rPr lang="en-US" dirty="0"/>
              <a:t>SQL: </a:t>
            </a:r>
            <a:r>
              <a:rPr lang="ru-RU" dirty="0"/>
              <a:t>Строковые типы данных</a:t>
            </a:r>
            <a:endParaRPr lang="en-US" dirty="0"/>
          </a:p>
        </p:txBody>
      </p:sp>
    </p:spTree>
    <p:extLst>
      <p:ext uri="{BB962C8B-B14F-4D97-AF65-F5344CB8AC3E}">
        <p14:creationId xmlns:p14="http://schemas.microsoft.com/office/powerpoint/2010/main" val="4215724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1D248D-FCCB-C212-5F44-F0162E176817}"/>
              </a:ext>
            </a:extLst>
          </p:cNvPr>
          <p:cNvSpPr>
            <a:spLocks noGrp="1"/>
          </p:cNvSpPr>
          <p:nvPr>
            <p:ph type="sldNum" sz="quarter" idx="12"/>
          </p:nvPr>
        </p:nvSpPr>
        <p:spPr/>
        <p:txBody>
          <a:bodyPr/>
          <a:lstStyle/>
          <a:p>
            <a:fld id="{C12E5AAC-331B-4A22-A01D-802D40030460}" type="slidenum">
              <a:rPr lang="en-US" smtClean="0"/>
              <a:pPr/>
              <a:t>22</a:t>
            </a:fld>
            <a:endParaRPr lang="en-US" dirty="0"/>
          </a:p>
        </p:txBody>
      </p:sp>
      <p:sp>
        <p:nvSpPr>
          <p:cNvPr id="3" name="Text Placeholder 2">
            <a:extLst>
              <a:ext uri="{FF2B5EF4-FFF2-40B4-BE49-F238E27FC236}">
                <a16:creationId xmlns:a16="http://schemas.microsoft.com/office/drawing/2014/main" id="{C19F03D7-7822-9B03-3463-6FB1529D41FE}"/>
              </a:ext>
            </a:extLst>
          </p:cNvPr>
          <p:cNvSpPr>
            <a:spLocks noGrp="1"/>
          </p:cNvSpPr>
          <p:nvPr>
            <p:ph type="body" sz="quarter" idx="13"/>
          </p:nvPr>
        </p:nvSpPr>
        <p:spPr/>
        <p:txBody>
          <a:bodyPr>
            <a:normAutofit fontScale="92500" lnSpcReduction="10000"/>
          </a:bodyPr>
          <a:lstStyle/>
          <a:p>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CREATE DOMAIN</a:t>
            </a:r>
            <a:r>
              <a:rPr lang="en-US" dirty="0">
                <a:latin typeface="Cascadia Mono SemiLight" panose="020B0609020000020004" pitchFamily="49" charset="0"/>
                <a:cs typeface="Cascadia Mono SemiLight" panose="020B0609020000020004" pitchFamily="49" charset="0"/>
              </a:rPr>
              <a:t> </a:t>
            </a:r>
            <a:r>
              <a:rPr lang="ru-RU" sz="2000" dirty="0" err="1">
                <a:latin typeface="Cascadia Mono SemiLight" panose="020B0609020000020004" pitchFamily="49" charset="0"/>
                <a:cs typeface="Cascadia Mono SemiLight" panose="020B0609020000020004" pitchFamily="49" charset="0"/>
              </a:rPr>
              <a:t>имя_домена</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AS</a:t>
            </a:r>
            <a:r>
              <a:rPr lang="en-US" dirty="0">
                <a:latin typeface="Cascadia Mono SemiLight" panose="020B0609020000020004" pitchFamily="49" charset="0"/>
                <a:cs typeface="Cascadia Mono SemiLight" panose="020B0609020000020004" pitchFamily="49" charset="0"/>
              </a:rPr>
              <a:t> ] &lt;</a:t>
            </a:r>
            <a:r>
              <a:rPr lang="ru-RU" dirty="0">
                <a:latin typeface="Cascadia Mono SemiLight" panose="020B0609020000020004" pitchFamily="49" charset="0"/>
                <a:cs typeface="Cascadia Mono SemiLight" panose="020B0609020000020004" pitchFamily="49" charset="0"/>
              </a:rPr>
              <a:t>тип</a:t>
            </a:r>
            <a:r>
              <a:rPr lang="en-US" dirty="0">
                <a:latin typeface="Cascadia Mono SemiLight" panose="020B0609020000020004" pitchFamily="49" charset="0"/>
                <a:cs typeface="Cascadia Mono SemiLight" panose="020B0609020000020004" pitchFamily="49" charset="0"/>
              </a:rPr>
              <a:t>_</a:t>
            </a:r>
            <a:r>
              <a:rPr lang="ru-RU" dirty="0">
                <a:latin typeface="Cascadia Mono SemiLight" panose="020B0609020000020004" pitchFamily="49" charset="0"/>
                <a:cs typeface="Cascadia Mono SemiLight" panose="020B0609020000020004" pitchFamily="49" charset="0"/>
              </a:rPr>
              <a:t>данных</a:t>
            </a:r>
            <a:r>
              <a:rPr lang="en-US" dirty="0">
                <a:latin typeface="Cascadia Mono SemiLight" panose="020B0609020000020004" pitchFamily="49" charset="0"/>
                <a:cs typeface="Cascadia Mono SemiLight" panose="020B0609020000020004" pitchFamily="49" charset="0"/>
              </a:rPr>
              <a:t>&gt;</a:t>
            </a:r>
          </a:p>
          <a:p>
            <a:pPr marL="0" indent="0">
              <a:buNone/>
            </a:pP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COLLATE</a:t>
            </a:r>
            <a:r>
              <a:rPr lang="en-US" dirty="0">
                <a:latin typeface="Cascadia Mono SemiLight" panose="020B0609020000020004" pitchFamily="49" charset="0"/>
                <a:cs typeface="Cascadia Mono SemiLight" panose="020B0609020000020004" pitchFamily="49" charset="0"/>
              </a:rPr>
              <a:t> &lt;</a:t>
            </a:r>
            <a:r>
              <a:rPr lang="ru-RU" dirty="0">
                <a:latin typeface="Cascadia Mono SemiLight" panose="020B0609020000020004" pitchFamily="49" charset="0"/>
                <a:cs typeface="Cascadia Mono SemiLight" panose="020B0609020000020004" pitchFamily="49" charset="0"/>
              </a:rPr>
              <a:t>сравнение</a:t>
            </a:r>
            <a:r>
              <a:rPr lang="en-US" dirty="0">
                <a:latin typeface="Cascadia Mono SemiLight" panose="020B0609020000020004" pitchFamily="49" charset="0"/>
                <a:cs typeface="Cascadia Mono SemiLight" panose="020B0609020000020004" pitchFamily="49" charset="0"/>
              </a:rPr>
              <a:t>&gt; ]</a:t>
            </a:r>
          </a:p>
          <a:p>
            <a:pPr marL="0" indent="0">
              <a:buNone/>
            </a:pP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DEFAULT</a:t>
            </a:r>
            <a:r>
              <a:rPr lang="en-US" dirty="0">
                <a:latin typeface="Cascadia Mono SemiLight" panose="020B0609020000020004" pitchFamily="49" charset="0"/>
                <a:cs typeface="Cascadia Mono SemiLight" panose="020B0609020000020004" pitchFamily="49" charset="0"/>
              </a:rPr>
              <a:t> &lt;</a:t>
            </a:r>
            <a:r>
              <a:rPr lang="ru-RU" dirty="0">
                <a:latin typeface="Cascadia Mono SemiLight" panose="020B0609020000020004" pitchFamily="49" charset="0"/>
                <a:cs typeface="Cascadia Mono SemiLight" panose="020B0609020000020004" pitchFamily="49" charset="0"/>
              </a:rPr>
              <a:t>выражение</a:t>
            </a:r>
            <a:r>
              <a:rPr lang="en-US" dirty="0">
                <a:latin typeface="Cascadia Mono SemiLight" panose="020B0609020000020004" pitchFamily="49" charset="0"/>
                <a:cs typeface="Cascadia Mono SemiLight" panose="020B0609020000020004" pitchFamily="49" charset="0"/>
              </a:rPr>
              <a:t>&gt; ]</a:t>
            </a:r>
          </a:p>
          <a:p>
            <a:pPr marL="0" indent="0">
              <a:buNone/>
            </a:pPr>
            <a:r>
              <a:rPr lang="en-US" dirty="0">
                <a:latin typeface="Cascadia Mono SemiLight" panose="020B0609020000020004" pitchFamily="49" charset="0"/>
                <a:cs typeface="Cascadia Mono SemiLight" panose="020B0609020000020004" pitchFamily="49" charset="0"/>
              </a:rPr>
              <a:t>    [ &lt;</a:t>
            </a:r>
            <a:r>
              <a:rPr lang="ru-RU" dirty="0">
                <a:latin typeface="Cascadia Mono SemiLight" panose="020B0609020000020004" pitchFamily="49" charset="0"/>
                <a:cs typeface="Cascadia Mono SemiLight" panose="020B0609020000020004" pitchFamily="49" charset="0"/>
              </a:rPr>
              <a:t>ограничение</a:t>
            </a:r>
            <a:r>
              <a:rPr lang="en-US" dirty="0">
                <a:latin typeface="Cascadia Mono SemiLight" panose="020B0609020000020004" pitchFamily="49" charset="0"/>
                <a:cs typeface="Cascadia Mono SemiLight" panose="020B0609020000020004" pitchFamily="49" charset="0"/>
              </a:rPr>
              <a:t>&gt; [ ... ] ]</a:t>
            </a:r>
          </a:p>
          <a:p>
            <a:endParaRPr lang="en-US" dirty="0"/>
          </a:p>
          <a:p>
            <a:r>
              <a:rPr lang="ru-RU" dirty="0">
                <a:latin typeface="Cascadia Mono SemiLight" panose="020B0609020000020004" pitchFamily="49" charset="0"/>
                <a:cs typeface="Cascadia Mono SemiLight" panose="020B0609020000020004" pitchFamily="49" charset="0"/>
              </a:rPr>
              <a:t>ограничение </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CONSTRAINT</a:t>
            </a:r>
            <a:r>
              <a:rPr lang="en-US" dirty="0">
                <a:latin typeface="Cascadia Mono SemiLight" panose="020B0609020000020004" pitchFamily="49" charset="0"/>
                <a:cs typeface="Cascadia Mono SemiLight" panose="020B0609020000020004" pitchFamily="49" charset="0"/>
              </a:rPr>
              <a:t> &lt;</a:t>
            </a:r>
            <a:r>
              <a:rPr lang="ru-RU" dirty="0" err="1">
                <a:latin typeface="Cascadia Mono SemiLight" panose="020B0609020000020004" pitchFamily="49" charset="0"/>
                <a:cs typeface="Cascadia Mono SemiLight" panose="020B0609020000020004" pitchFamily="49" charset="0"/>
              </a:rPr>
              <a:t>имя_ограничения</a:t>
            </a:r>
            <a:r>
              <a:rPr lang="en-US" dirty="0">
                <a:latin typeface="Cascadia Mono SemiLight" panose="020B0609020000020004" pitchFamily="49" charset="0"/>
                <a:cs typeface="Cascadia Mono SemiLight" panose="020B0609020000020004" pitchFamily="49" charset="0"/>
              </a:rPr>
              <a:t>&gt; ] </a:t>
            </a:r>
            <a:br>
              <a:rPr lang="ru-RU"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NULL</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NULL</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CHECK</a:t>
            </a:r>
            <a:r>
              <a:rPr lang="en-US" dirty="0">
                <a:latin typeface="Cascadia Mono SemiLight" panose="020B0609020000020004" pitchFamily="49" charset="0"/>
                <a:cs typeface="Cascadia Mono SemiLight" panose="020B0609020000020004" pitchFamily="49" charset="0"/>
              </a:rPr>
              <a:t> (&lt;</a:t>
            </a:r>
            <a:r>
              <a:rPr lang="ru-RU" dirty="0">
                <a:latin typeface="Cascadia Mono SemiLight" panose="020B0609020000020004" pitchFamily="49" charset="0"/>
                <a:cs typeface="Cascadia Mono SemiLight" panose="020B0609020000020004" pitchFamily="49" charset="0"/>
              </a:rPr>
              <a:t>выражение</a:t>
            </a:r>
            <a:r>
              <a:rPr lang="en-US" dirty="0">
                <a:latin typeface="Cascadia Mono SemiLight" panose="020B0609020000020004" pitchFamily="49" charset="0"/>
                <a:cs typeface="Cascadia Mono SemiLight" panose="020B0609020000020004" pitchFamily="49" charset="0"/>
              </a:rPr>
              <a:t>&gt;) }</a:t>
            </a:r>
          </a:p>
          <a:p>
            <a:r>
              <a:rPr lang="ru-RU" dirty="0">
                <a:latin typeface="+mn-lt"/>
                <a:cs typeface="Cascadia Mono SemiLight" panose="020B0609020000020004" pitchFamily="49" charset="0"/>
              </a:rPr>
              <a:t>Пример:</a:t>
            </a:r>
            <a:br>
              <a:rPr lang="ru-RU" dirty="0">
                <a:latin typeface="+mn-lt"/>
                <a:cs typeface="Cascadia Mono SemiLight" panose="020B0609020000020004" pitchFamily="49" charset="0"/>
              </a:rPr>
            </a:b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CREATE DOMAIN</a:t>
            </a:r>
            <a:r>
              <a:rPr lang="en-US" sz="2000" dirty="0">
                <a:latin typeface="Cascadia Mono SemiLight" panose="020B0609020000020004" pitchFamily="49" charset="0"/>
                <a:cs typeface="Cascadia Mono SemiLight" panose="020B0609020000020004" pitchFamily="49" charset="0"/>
              </a:rPr>
              <a:t> </a:t>
            </a:r>
            <a:r>
              <a:rPr lang="en-US" sz="2000" dirty="0" err="1">
                <a:latin typeface="Cascadia Mono SemiLight" panose="020B0609020000020004" pitchFamily="49" charset="0"/>
                <a:cs typeface="Cascadia Mono SemiLight" panose="020B0609020000020004" pitchFamily="49" charset="0"/>
              </a:rPr>
              <a:t>id_nums</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AS INTEGER</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CHECK</a:t>
            </a:r>
            <a:r>
              <a:rPr lang="en-US" sz="2000" dirty="0">
                <a:latin typeface="Cascadia Mono SemiLight" panose="020B0609020000020004" pitchFamily="49" charset="0"/>
                <a:cs typeface="Cascadia Mono SemiLight" panose="020B0609020000020004" pitchFamily="49" charset="0"/>
              </a:rPr>
              <a:t>(</a:t>
            </a:r>
            <a:r>
              <a:rPr lang="en-US" dirty="0">
                <a:latin typeface="Cascadia Mono SemiLight" panose="020B0609020000020004" pitchFamily="49" charset="0"/>
                <a:cs typeface="Cascadia Mono SemiLight" panose="020B0609020000020004" pitchFamily="49" charset="0"/>
              </a:rPr>
              <a:t>VALUE</a:t>
            </a:r>
            <a:r>
              <a:rPr lang="en-US" sz="2000" dirty="0">
                <a:latin typeface="Cascadia Mono SemiLight" panose="020B0609020000020004" pitchFamily="49" charset="0"/>
                <a:cs typeface="Cascadia Mono SemiLight" panose="020B0609020000020004" pitchFamily="49" charset="0"/>
              </a:rPr>
              <a:t>&gt;</a:t>
            </a:r>
            <a:r>
              <a:rPr lang="en-US" sz="2000" dirty="0">
                <a:solidFill>
                  <a:schemeClr val="accent6">
                    <a:lumMod val="75000"/>
                  </a:schemeClr>
                </a:solidFill>
                <a:latin typeface="Cascadia Mono SemiLight" panose="020B0609020000020004" pitchFamily="49" charset="0"/>
                <a:cs typeface="Cascadia Mono SemiLight" panose="020B0609020000020004" pitchFamily="49" charset="0"/>
              </a:rPr>
              <a:t>0</a:t>
            </a:r>
            <a:r>
              <a:rPr lang="en-US" sz="2000" dirty="0">
                <a:latin typeface="Cascadia Mono SemiLight" panose="020B0609020000020004" pitchFamily="49" charset="0"/>
                <a:cs typeface="Cascadia Mono SemiLight" panose="020B0609020000020004" pitchFamily="49" charset="0"/>
              </a:rPr>
              <a:t>)</a:t>
            </a:r>
            <a:endParaRPr lang="ru-RU" sz="2000" dirty="0">
              <a:latin typeface="Cascadia Mono SemiLight" panose="020B0609020000020004" pitchFamily="49" charset="0"/>
              <a:cs typeface="Cascadia Mono SemiLight" panose="020B0609020000020004" pitchFamily="49" charset="0"/>
            </a:endParaRPr>
          </a:p>
          <a:p>
            <a:endParaRPr lang="en-US" dirty="0">
              <a:latin typeface="Cascadia Mono SemiLight" panose="020B0609020000020004" pitchFamily="49" charset="0"/>
              <a:cs typeface="Cascadia Mono SemiLight" panose="020B0609020000020004" pitchFamily="49" charset="0"/>
            </a:endParaRPr>
          </a:p>
        </p:txBody>
      </p:sp>
      <p:sp>
        <p:nvSpPr>
          <p:cNvPr id="4" name="Title 3">
            <a:extLst>
              <a:ext uri="{FF2B5EF4-FFF2-40B4-BE49-F238E27FC236}">
                <a16:creationId xmlns:a16="http://schemas.microsoft.com/office/drawing/2014/main" id="{51621A15-95EC-669B-C557-FD02897BA2C6}"/>
              </a:ext>
            </a:extLst>
          </p:cNvPr>
          <p:cNvSpPr>
            <a:spLocks noGrp="1"/>
          </p:cNvSpPr>
          <p:nvPr>
            <p:ph type="title"/>
          </p:nvPr>
        </p:nvSpPr>
        <p:spPr/>
        <p:txBody>
          <a:bodyPr/>
          <a:lstStyle/>
          <a:p>
            <a:r>
              <a:rPr lang="en-US" dirty="0"/>
              <a:t>SQL: </a:t>
            </a:r>
            <a:r>
              <a:rPr lang="ru-RU" dirty="0"/>
              <a:t>Создание доменов</a:t>
            </a:r>
            <a:endParaRPr lang="en-US" dirty="0"/>
          </a:p>
        </p:txBody>
      </p:sp>
    </p:spTree>
    <p:extLst>
      <p:ext uri="{BB962C8B-B14F-4D97-AF65-F5344CB8AC3E}">
        <p14:creationId xmlns:p14="http://schemas.microsoft.com/office/powerpoint/2010/main" val="31249449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1756B9-5A9A-092E-C613-B5D974F39DBA}"/>
              </a:ext>
            </a:extLst>
          </p:cNvPr>
          <p:cNvSpPr>
            <a:spLocks noGrp="1"/>
          </p:cNvSpPr>
          <p:nvPr>
            <p:ph type="sldNum" sz="quarter" idx="12"/>
          </p:nvPr>
        </p:nvSpPr>
        <p:spPr/>
        <p:txBody>
          <a:bodyPr/>
          <a:lstStyle/>
          <a:p>
            <a:fld id="{C12E5AAC-331B-4A22-A01D-802D40030460}" type="slidenum">
              <a:rPr lang="en-US" smtClean="0"/>
              <a:pPr/>
              <a:t>23</a:t>
            </a:fld>
            <a:endParaRPr lang="en-US" dirty="0"/>
          </a:p>
        </p:txBody>
      </p:sp>
      <p:sp>
        <p:nvSpPr>
          <p:cNvPr id="3" name="Text Placeholder 2">
            <a:extLst>
              <a:ext uri="{FF2B5EF4-FFF2-40B4-BE49-F238E27FC236}">
                <a16:creationId xmlns:a16="http://schemas.microsoft.com/office/drawing/2014/main" id="{F7811162-2CDC-A49E-C72A-3D2F96C4BE33}"/>
              </a:ext>
            </a:extLst>
          </p:cNvPr>
          <p:cNvSpPr>
            <a:spLocks noGrp="1"/>
          </p:cNvSpPr>
          <p:nvPr>
            <p:ph type="body" sz="quarter" idx="13"/>
          </p:nvPr>
        </p:nvSpPr>
        <p:spPr/>
        <p:txBody>
          <a:bodyPr>
            <a:normAutofit/>
          </a:bodyPr>
          <a:lstStyle/>
          <a:p>
            <a:r>
              <a:rPr lang="en-US" b="1" dirty="0">
                <a:solidFill>
                  <a:schemeClr val="accent1">
                    <a:lumMod val="75000"/>
                  </a:schemeClr>
                </a:solidFill>
                <a:latin typeface="Cascadia Mono SemiBold" panose="020B0609020000020004" pitchFamily="49" charset="0"/>
                <a:cs typeface="Cascadia Mono SemiBold" panose="020B0609020000020004" pitchFamily="49" charset="0"/>
              </a:rPr>
              <a:t>CREATE</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 TABLE</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Bold" panose="020B0609020000020004" pitchFamily="49" charset="0"/>
                <a:cs typeface="Cascadia Mono SemiBold" panose="020B0609020000020004" pitchFamily="49" charset="0"/>
              </a:rPr>
              <a:t>ALTER</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 TABLE</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Bold" panose="020B0609020000020004" pitchFamily="49" charset="0"/>
                <a:cs typeface="Cascadia Mono SemiBold" panose="020B0609020000020004" pitchFamily="49" charset="0"/>
              </a:rPr>
              <a:t>DROP</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 TABLE</a:t>
            </a:r>
            <a:endParaRPr lang="ru-RU" dirty="0">
              <a:solidFill>
                <a:schemeClr val="accent1">
                  <a:lumMod val="75000"/>
                </a:schemeClr>
              </a:solidFill>
              <a:latin typeface="Cascadia Mono SemiLight" panose="020B0609020000020004" pitchFamily="49" charset="0"/>
              <a:cs typeface="Cascadia Mono SemiLight" panose="020B0609020000020004" pitchFamily="49" charset="0"/>
            </a:endParaRPr>
          </a:p>
          <a:p>
            <a:pPr marL="715963" indent="-354013">
              <a:buNone/>
            </a:pP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CREATE TABLE</a:t>
            </a:r>
            <a:r>
              <a:rPr lang="en-US" dirty="0">
                <a:latin typeface="Cascadia Mono SemiLight" panose="020B0609020000020004" pitchFamily="49" charset="0"/>
                <a:cs typeface="Cascadia Mono SemiLight" panose="020B0609020000020004" pitchFamily="49" charset="0"/>
              </a:rPr>
              <a:t> </a:t>
            </a:r>
            <a:r>
              <a:rPr lang="ru-RU" dirty="0" err="1">
                <a:latin typeface="Cascadia Mono SemiLight" panose="020B0609020000020004" pitchFamily="49" charset="0"/>
                <a:cs typeface="Cascadia Mono SemiLight" panose="020B0609020000020004" pitchFamily="49" charset="0"/>
              </a:rPr>
              <a:t>имя_таблицы</a:t>
            </a:r>
            <a:r>
              <a:rPr lang="ru-RU" dirty="0">
                <a:latin typeface="Cascadia Mono SemiLight" panose="020B0609020000020004" pitchFamily="49" charset="0"/>
                <a:cs typeface="Cascadia Mono SemiLight" panose="020B0609020000020004" pitchFamily="49" charset="0"/>
              </a:rPr>
              <a:t> ({ &lt;</a:t>
            </a:r>
            <a:r>
              <a:rPr lang="ru-RU" dirty="0" err="1">
                <a:latin typeface="Cascadia Mono SemiLight" panose="020B0609020000020004" pitchFamily="49" charset="0"/>
                <a:cs typeface="Cascadia Mono SemiLight" panose="020B0609020000020004" pitchFamily="49" charset="0"/>
              </a:rPr>
              <a:t>определение_столбца</a:t>
            </a:r>
            <a:r>
              <a:rPr lang="ru-RU" dirty="0">
                <a:latin typeface="Cascadia Mono SemiLight" panose="020B0609020000020004" pitchFamily="49" charset="0"/>
                <a:cs typeface="Cascadia Mono SemiLight" panose="020B0609020000020004" pitchFamily="49" charset="0"/>
              </a:rPr>
              <a:t>&gt; | [&lt;ограничение таблицы&gt;] } , …</a:t>
            </a:r>
            <a:r>
              <a:rPr lang="en-US" dirty="0">
                <a:latin typeface="Cascadia Mono SemiLight" panose="020B0609020000020004" pitchFamily="49" charset="0"/>
                <a:cs typeface="Cascadia Mono SemiLight" panose="020B0609020000020004" pitchFamily="49" charset="0"/>
              </a:rPr>
              <a:t>)</a:t>
            </a:r>
          </a:p>
          <a:p>
            <a:pPr marL="715963" indent="-354013">
              <a:buFont typeface="Wingdings" pitchFamily="2" charset="2"/>
              <a:buNone/>
              <a:defRPr/>
            </a:pPr>
            <a:r>
              <a:rPr lang="ru-RU" sz="2000" dirty="0">
                <a:latin typeface="Cascadia Mono SemiLight" panose="020B0609020000020004" pitchFamily="49" charset="0"/>
                <a:cs typeface="Cascadia Mono SemiLight" panose="020B0609020000020004" pitchFamily="49" charset="0"/>
              </a:rPr>
              <a:t>&lt;</a:t>
            </a:r>
            <a:r>
              <a:rPr lang="ru-RU" sz="2000" dirty="0" err="1">
                <a:latin typeface="Cascadia Mono SemiLight" panose="020B0609020000020004" pitchFamily="49" charset="0"/>
                <a:cs typeface="Cascadia Mono SemiLight" panose="020B0609020000020004" pitchFamily="49" charset="0"/>
              </a:rPr>
              <a:t>определение_столбца</a:t>
            </a:r>
            <a:r>
              <a:rPr lang="ru-RU" sz="2000" dirty="0">
                <a:latin typeface="Cascadia Mono SemiLight" panose="020B0609020000020004" pitchFamily="49" charset="0"/>
                <a:cs typeface="Cascadia Mono SemiLight" panose="020B0609020000020004" pitchFamily="49" charset="0"/>
              </a:rPr>
              <a:t>&gt;::=</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a:t>
            </a:r>
            <a:r>
              <a:rPr lang="en-US" sz="2000"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столбца </a:t>
            </a:r>
            <a:br>
              <a:rPr lang="en-US"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{имя</a:t>
            </a:r>
            <a:r>
              <a:rPr lang="en-US" sz="2000" dirty="0">
                <a:latin typeface="Cascadia Mono SemiLight" panose="020B0609020000020004" pitchFamily="49" charset="0"/>
                <a:cs typeface="Cascadia Mono SemiLight" panose="020B0609020000020004" pitchFamily="49" charset="0"/>
              </a:rPr>
              <a:t>_</a:t>
            </a:r>
            <a:r>
              <a:rPr lang="ru-RU" sz="2000" dirty="0" err="1">
                <a:latin typeface="Cascadia Mono SemiLight" panose="020B0609020000020004" pitchFamily="49" charset="0"/>
                <a:cs typeface="Cascadia Mono SemiLight" panose="020B0609020000020004" pitchFamily="49" charset="0"/>
              </a:rPr>
              <a:t>домена|тип</a:t>
            </a:r>
            <a:r>
              <a:rPr lang="en-US" sz="2000"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данных}</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[&lt;</a:t>
            </a:r>
            <a:r>
              <a:rPr lang="ru-RU" sz="2000" dirty="0" err="1">
                <a:latin typeface="Cascadia Mono SemiLight" panose="020B0609020000020004" pitchFamily="49" charset="0"/>
                <a:cs typeface="Cascadia Mono SemiLight" panose="020B0609020000020004" pitchFamily="49" charset="0"/>
              </a:rPr>
              <a:t>ограничение_столбца</a:t>
            </a:r>
            <a:r>
              <a:rPr lang="ru-RU" sz="2000" dirty="0">
                <a:latin typeface="Cascadia Mono SemiLight" panose="020B0609020000020004" pitchFamily="49" charset="0"/>
                <a:cs typeface="Cascadia Mono SemiLight" panose="020B0609020000020004" pitchFamily="49" charset="0"/>
              </a:rPr>
              <a:t>&gt;</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a:t>
            </a:r>
            <a:br>
              <a:rPr lang="en-US"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DEFAULT</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значение по умолчанию]</a:t>
            </a:r>
            <a:br>
              <a:rPr lang="en-US"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COLLATE</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 сравнения]</a:t>
            </a:r>
          </a:p>
          <a:p>
            <a:endParaRPr lang="en-US" dirty="0"/>
          </a:p>
          <a:p>
            <a:endParaRPr lang="en-US" dirty="0"/>
          </a:p>
        </p:txBody>
      </p:sp>
      <p:sp>
        <p:nvSpPr>
          <p:cNvPr id="4" name="Title 3">
            <a:extLst>
              <a:ext uri="{FF2B5EF4-FFF2-40B4-BE49-F238E27FC236}">
                <a16:creationId xmlns:a16="http://schemas.microsoft.com/office/drawing/2014/main" id="{F7E6C7B6-0BF0-75E9-9959-F9107AA7E47A}"/>
              </a:ext>
            </a:extLst>
          </p:cNvPr>
          <p:cNvSpPr>
            <a:spLocks noGrp="1"/>
          </p:cNvSpPr>
          <p:nvPr>
            <p:ph type="title"/>
          </p:nvPr>
        </p:nvSpPr>
        <p:spPr/>
        <p:txBody>
          <a:bodyPr>
            <a:normAutofit/>
          </a:bodyPr>
          <a:lstStyle/>
          <a:p>
            <a:r>
              <a:rPr lang="en-US" dirty="0"/>
              <a:t>SQL: </a:t>
            </a:r>
            <a:r>
              <a:rPr lang="ru-RU" dirty="0"/>
              <a:t>Работа с определениями таблиц</a:t>
            </a:r>
            <a:endParaRPr lang="en-US" dirty="0"/>
          </a:p>
        </p:txBody>
      </p:sp>
    </p:spTree>
    <p:extLst>
      <p:ext uri="{BB962C8B-B14F-4D97-AF65-F5344CB8AC3E}">
        <p14:creationId xmlns:p14="http://schemas.microsoft.com/office/powerpoint/2010/main" val="70038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DA16EE-1749-6874-3FA0-EC6B638D9300}"/>
              </a:ext>
            </a:extLst>
          </p:cNvPr>
          <p:cNvSpPr>
            <a:spLocks noGrp="1"/>
          </p:cNvSpPr>
          <p:nvPr>
            <p:ph type="sldNum" sz="quarter" idx="12"/>
          </p:nvPr>
        </p:nvSpPr>
        <p:spPr/>
        <p:txBody>
          <a:bodyPr/>
          <a:lstStyle/>
          <a:p>
            <a:fld id="{C12E5AAC-331B-4A22-A01D-802D40030460}" type="slidenum">
              <a:rPr lang="en-US" smtClean="0"/>
              <a:pPr/>
              <a:t>24</a:t>
            </a:fld>
            <a:endParaRPr lang="en-US" dirty="0"/>
          </a:p>
        </p:txBody>
      </p:sp>
      <p:sp>
        <p:nvSpPr>
          <p:cNvPr id="3" name="Text Placeholder 2">
            <a:extLst>
              <a:ext uri="{FF2B5EF4-FFF2-40B4-BE49-F238E27FC236}">
                <a16:creationId xmlns:a16="http://schemas.microsoft.com/office/drawing/2014/main" id="{636597C0-8A49-1421-0DA8-C1418B34BB8D}"/>
              </a:ext>
            </a:extLst>
          </p:cNvPr>
          <p:cNvSpPr>
            <a:spLocks noGrp="1"/>
          </p:cNvSpPr>
          <p:nvPr>
            <p:ph type="body" sz="quarter" idx="13"/>
          </p:nvPr>
        </p:nvSpPr>
        <p:spPr>
          <a:xfrm>
            <a:off x="350837" y="1419224"/>
            <a:ext cx="8541643" cy="3168749"/>
          </a:xfrm>
        </p:spPr>
        <p:txBody>
          <a:bodyPr>
            <a:normAutofit fontScale="92500" lnSpcReduction="10000"/>
          </a:bodyPr>
          <a:lstStyle/>
          <a:p>
            <a:pPr marL="0" indent="0">
              <a:lnSpc>
                <a:spcPct val="120000"/>
              </a:lnSpc>
              <a:spcBef>
                <a:spcPts val="0"/>
              </a:spcBef>
              <a:buFont typeface="Wingdings" pitchFamily="2" charset="2"/>
              <a:buNone/>
            </a:pPr>
            <a:r>
              <a:rPr lang="ru-RU" sz="2000" dirty="0">
                <a:latin typeface="Cascadia Mono SemiLight" panose="020B0609020000020004" pitchFamily="49" charset="0"/>
                <a:cs typeface="Cascadia Mono SemiLight" panose="020B0609020000020004" pitchFamily="49" charset="0"/>
              </a:rPr>
              <a:t>&lt;</a:t>
            </a:r>
            <a:r>
              <a:rPr lang="ru-RU" sz="2000" dirty="0" err="1">
                <a:latin typeface="Cascadia Mono SemiLight" panose="020B0609020000020004" pitchFamily="49" charset="0"/>
                <a:cs typeface="Cascadia Mono SemiLight" panose="020B0609020000020004" pitchFamily="49" charset="0"/>
              </a:rPr>
              <a:t>ограничение_столбца</a:t>
            </a:r>
            <a:r>
              <a:rPr lang="ru-RU" sz="2000" dirty="0">
                <a:latin typeface="Cascadia Mono SemiLight" panose="020B0609020000020004" pitchFamily="49" charset="0"/>
                <a:cs typeface="Cascadia Mono SemiLight" panose="020B0609020000020004" pitchFamily="49" charset="0"/>
              </a:rPr>
              <a:t>&gt;::=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CONSTRAINT</a:t>
            </a:r>
            <a:r>
              <a:rPr lang="ru-RU" sz="2000" dirty="0">
                <a:latin typeface="Cascadia Mono SemiLight" panose="020B0609020000020004" pitchFamily="49" charset="0"/>
                <a:cs typeface="Cascadia Mono SemiLight" panose="020B0609020000020004" pitchFamily="49" charset="0"/>
              </a:rPr>
              <a:t> имя</a:t>
            </a:r>
            <a:r>
              <a:rPr lang="en-US"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ограничения ]</a:t>
            </a:r>
          </a:p>
          <a:p>
            <a:pPr marL="0" indent="0">
              <a:lnSpc>
                <a:spcPct val="120000"/>
              </a:lnSpc>
              <a:spcBef>
                <a:spcPts val="0"/>
              </a:spcBef>
              <a:buFont typeface="Wingdings" pitchFamily="2" charset="2"/>
              <a:buNone/>
            </a:pPr>
            <a:r>
              <a:rPr lang="ru-RU" sz="2000"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 NULL </a:t>
            </a:r>
            <a:r>
              <a:rPr lang="ru-RU" sz="2000" dirty="0">
                <a:latin typeface="Cascadia Mono SemiLight" panose="020B0609020000020004" pitchFamily="49" charset="0"/>
                <a:cs typeface="Cascadia Mono SemiLight" panose="020B0609020000020004" pitchFamily="49" charset="0"/>
              </a:rPr>
              <a:t>}</a:t>
            </a:r>
          </a:p>
          <a:p>
            <a:pPr marL="0" indent="0">
              <a:lnSpc>
                <a:spcPct val="120000"/>
              </a:lnSpc>
              <a:spcBef>
                <a:spcPts val="0"/>
              </a:spcBef>
              <a:buFont typeface="Wingdings" pitchFamily="2" charset="2"/>
              <a:buNone/>
            </a:pPr>
            <a:r>
              <a:rPr lang="ru-RU" sz="2000" b="1"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PRIMARY KEY </a:t>
            </a:r>
            <a:r>
              <a:rPr lang="en-US" sz="2000" dirty="0">
                <a:latin typeface="Cascadia Mono SemiLight" panose="020B0609020000020004" pitchFamily="49" charset="0"/>
                <a:cs typeface="Cascadia Mono SemiLight" panose="020B0609020000020004" pitchFamily="49" charset="0"/>
              </a:rPr>
              <a:t>}</a:t>
            </a:r>
            <a:endParaRPr lang="ru-RU" sz="2000" dirty="0">
              <a:latin typeface="Cascadia Mono SemiLight" panose="020B0609020000020004" pitchFamily="49" charset="0"/>
              <a:cs typeface="Cascadia Mono SemiLight" panose="020B0609020000020004" pitchFamily="49" charset="0"/>
            </a:endParaRPr>
          </a:p>
          <a:p>
            <a:pPr marL="0" indent="0">
              <a:lnSpc>
                <a:spcPct val="120000"/>
              </a:lnSpc>
              <a:spcBef>
                <a:spcPts val="0"/>
              </a:spcBef>
              <a:buFont typeface="Wingdings" pitchFamily="2" charset="2"/>
              <a:buNone/>
            </a:pPr>
            <a:r>
              <a:rPr lang="ru-RU" sz="2000" b="1"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UNIQUE</a:t>
            </a:r>
            <a:r>
              <a:rPr lang="en-US" sz="2000" dirty="0">
                <a:latin typeface="Cascadia Mono SemiLight" panose="020B0609020000020004" pitchFamily="49" charset="0"/>
                <a:cs typeface="Cascadia Mono SemiLight" panose="020B0609020000020004" pitchFamily="49" charset="0"/>
              </a:rPr>
              <a:t> }</a:t>
            </a:r>
            <a:endParaRPr lang="ru-RU" sz="2000" dirty="0">
              <a:latin typeface="Cascadia Mono SemiLight" panose="020B0609020000020004" pitchFamily="49" charset="0"/>
              <a:cs typeface="Cascadia Mono SemiLight" panose="020B0609020000020004" pitchFamily="49" charset="0"/>
            </a:endParaRPr>
          </a:p>
          <a:p>
            <a:pPr marL="0" indent="0">
              <a:lnSpc>
                <a:spcPct val="120000"/>
              </a:lnSpc>
              <a:spcBef>
                <a:spcPts val="0"/>
              </a:spcBef>
              <a:buFont typeface="Wingdings" pitchFamily="2" charset="2"/>
              <a:buNone/>
            </a:pPr>
            <a:r>
              <a:rPr lang="ru-RU" sz="2000" b="1"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REFERENCES</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 таблицы </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a:t>
            </a:r>
            <a:r>
              <a:rPr lang="ru-RU" sz="2000" dirty="0">
                <a:latin typeface="Cascadia Mono SemiLight" panose="020B0609020000020004" pitchFamily="49" charset="0"/>
                <a:cs typeface="Cascadia Mono SemiLight" panose="020B0609020000020004" pitchFamily="49" charset="0"/>
              </a:rPr>
              <a:t>имя</a:t>
            </a:r>
            <a:r>
              <a:rPr lang="en-US" sz="2000"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столбца</a:t>
            </a:r>
            <a:r>
              <a:rPr lang="en-US" sz="2000" dirty="0">
                <a:latin typeface="Cascadia Mono SemiLight" panose="020B0609020000020004" pitchFamily="49" charset="0"/>
                <a:cs typeface="Cascadia Mono SemiLight" panose="020B0609020000020004" pitchFamily="49" charset="0"/>
              </a:rPr>
              <a:t>)][&lt;</a:t>
            </a:r>
            <a:r>
              <a:rPr lang="ru-RU" sz="2000" dirty="0">
                <a:latin typeface="Cascadia Mono SemiLight" panose="020B0609020000020004" pitchFamily="49" charset="0"/>
                <a:cs typeface="Cascadia Mono SemiLight" panose="020B0609020000020004" pitchFamily="49" charset="0"/>
              </a:rPr>
              <a:t>ссылочная</a:t>
            </a:r>
            <a:r>
              <a:rPr lang="en-US"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спецификация</a:t>
            </a:r>
            <a:r>
              <a:rPr lang="en-US" sz="2000" dirty="0">
                <a:latin typeface="Cascadia Mono SemiLight" panose="020B0609020000020004" pitchFamily="49" charset="0"/>
                <a:cs typeface="Cascadia Mono SemiLight" panose="020B0609020000020004" pitchFamily="49" charset="0"/>
              </a:rPr>
              <a:t>&gt;] }</a:t>
            </a:r>
            <a:endParaRPr lang="ru-RU" sz="2000" dirty="0">
              <a:latin typeface="Cascadia Mono SemiLight" panose="020B0609020000020004" pitchFamily="49" charset="0"/>
              <a:cs typeface="Cascadia Mono SemiLight" panose="020B0609020000020004" pitchFamily="49" charset="0"/>
            </a:endParaRPr>
          </a:p>
          <a:p>
            <a:pPr marL="0" indent="0">
              <a:lnSpc>
                <a:spcPct val="120000"/>
              </a:lnSpc>
              <a:spcBef>
                <a:spcPts val="0"/>
              </a:spcBef>
              <a:buFont typeface="Wingdings" pitchFamily="2" charset="2"/>
              <a:buNone/>
            </a:pPr>
            <a:r>
              <a:rPr lang="ru-RU" sz="2000" b="1"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CHECK</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предикат</a:t>
            </a:r>
            <a:r>
              <a:rPr lang="en-US" sz="2000" dirty="0">
                <a:latin typeface="Cascadia Mono SemiLight" panose="020B0609020000020004" pitchFamily="49" charset="0"/>
                <a:cs typeface="Cascadia Mono SemiLight" panose="020B0609020000020004" pitchFamily="49" charset="0"/>
              </a:rPr>
              <a:t> }</a:t>
            </a:r>
            <a:endParaRPr lang="ru-RU" sz="2000" dirty="0">
              <a:latin typeface="Cascadia Mono SemiLight" panose="020B0609020000020004" pitchFamily="49" charset="0"/>
              <a:cs typeface="Cascadia Mono SemiLight" panose="020B0609020000020004" pitchFamily="49" charset="0"/>
            </a:endParaRPr>
          </a:p>
          <a:p>
            <a:pPr marL="0" indent="0">
              <a:lnSpc>
                <a:spcPct val="120000"/>
              </a:lnSpc>
              <a:spcBef>
                <a:spcPts val="0"/>
              </a:spcBef>
              <a:buFont typeface="Wingdings" pitchFamily="2" charset="2"/>
              <a:buNone/>
            </a:pP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INITIALLY DEFERRED </a:t>
            </a:r>
            <a:r>
              <a:rPr lang="en-US"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INITIALLY IMMEDIATE</a:t>
            </a:r>
            <a:r>
              <a:rPr lang="en-US" sz="2000" dirty="0">
                <a:latin typeface="Cascadia Mono SemiLight" panose="020B0609020000020004" pitchFamily="49" charset="0"/>
                <a:cs typeface="Cascadia Mono SemiLight" panose="020B0609020000020004" pitchFamily="49" charset="0"/>
              </a:rPr>
              <a:t>]</a:t>
            </a:r>
            <a:endParaRPr lang="ru-RU" sz="2000" dirty="0">
              <a:latin typeface="Cascadia Mono SemiLight" panose="020B0609020000020004" pitchFamily="49" charset="0"/>
              <a:cs typeface="Cascadia Mono SemiLight" panose="020B0609020000020004" pitchFamily="49" charset="0"/>
            </a:endParaRPr>
          </a:p>
          <a:p>
            <a:pPr marL="0" indent="0">
              <a:lnSpc>
                <a:spcPct val="120000"/>
              </a:lnSpc>
              <a:spcBef>
                <a:spcPts val="0"/>
              </a:spcBef>
              <a:buFont typeface="Wingdings" pitchFamily="2" charset="2"/>
              <a:buNone/>
            </a:pP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DEFERRABLE</a:t>
            </a:r>
            <a:r>
              <a:rPr lang="en-US" sz="2000" dirty="0">
                <a:latin typeface="Cascadia Mono SemiLight" panose="020B0609020000020004" pitchFamily="49" charset="0"/>
                <a:cs typeface="Cascadia Mono SemiLight" panose="020B0609020000020004" pitchFamily="49" charset="0"/>
              </a:rPr>
              <a:t> ]</a:t>
            </a:r>
            <a:endParaRPr lang="ru-RU" sz="2000" dirty="0">
              <a:latin typeface="Cascadia Mono SemiLight" panose="020B0609020000020004" pitchFamily="49" charset="0"/>
              <a:cs typeface="Cascadia Mono SemiLight" panose="020B0609020000020004" pitchFamily="49" charset="0"/>
            </a:endParaRPr>
          </a:p>
          <a:p>
            <a:pPr marL="0" indent="0">
              <a:buNone/>
            </a:pPr>
            <a:endParaRPr lang="en-US" dirty="0"/>
          </a:p>
        </p:txBody>
      </p:sp>
      <p:sp>
        <p:nvSpPr>
          <p:cNvPr id="4" name="Title 3">
            <a:extLst>
              <a:ext uri="{FF2B5EF4-FFF2-40B4-BE49-F238E27FC236}">
                <a16:creationId xmlns:a16="http://schemas.microsoft.com/office/drawing/2014/main" id="{D8A32AEE-0CE3-0933-9BDE-965395450B73}"/>
              </a:ext>
            </a:extLst>
          </p:cNvPr>
          <p:cNvSpPr>
            <a:spLocks noGrp="1"/>
          </p:cNvSpPr>
          <p:nvPr>
            <p:ph type="title"/>
          </p:nvPr>
        </p:nvSpPr>
        <p:spPr/>
        <p:txBody>
          <a:bodyPr/>
          <a:lstStyle/>
          <a:p>
            <a:r>
              <a:rPr lang="en-US" dirty="0"/>
              <a:t>SQL: </a:t>
            </a:r>
            <a:r>
              <a:rPr lang="ru-RU" dirty="0"/>
              <a:t>Работа с определениями таблиц</a:t>
            </a:r>
            <a:r>
              <a:rPr lang="en-US" dirty="0"/>
              <a:t> - </a:t>
            </a:r>
            <a:r>
              <a:rPr lang="ru-RU" dirty="0"/>
              <a:t>столбцы</a:t>
            </a:r>
            <a:endParaRPr lang="en-US" dirty="0"/>
          </a:p>
        </p:txBody>
      </p:sp>
    </p:spTree>
    <p:extLst>
      <p:ext uri="{BB962C8B-B14F-4D97-AF65-F5344CB8AC3E}">
        <p14:creationId xmlns:p14="http://schemas.microsoft.com/office/powerpoint/2010/main" val="2614550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D719F0-A33F-9B41-F1BD-18174083A091}"/>
              </a:ext>
            </a:extLst>
          </p:cNvPr>
          <p:cNvSpPr>
            <a:spLocks noGrp="1"/>
          </p:cNvSpPr>
          <p:nvPr>
            <p:ph type="sldNum" sz="quarter" idx="12"/>
          </p:nvPr>
        </p:nvSpPr>
        <p:spPr/>
        <p:txBody>
          <a:bodyPr/>
          <a:lstStyle/>
          <a:p>
            <a:fld id="{C12E5AAC-331B-4A22-A01D-802D40030460}" type="slidenum">
              <a:rPr lang="en-US" smtClean="0"/>
              <a:pPr/>
              <a:t>25</a:t>
            </a:fld>
            <a:endParaRPr lang="en-US" dirty="0"/>
          </a:p>
        </p:txBody>
      </p:sp>
      <p:sp>
        <p:nvSpPr>
          <p:cNvPr id="3" name="Text Placeholder 2">
            <a:extLst>
              <a:ext uri="{FF2B5EF4-FFF2-40B4-BE49-F238E27FC236}">
                <a16:creationId xmlns:a16="http://schemas.microsoft.com/office/drawing/2014/main" id="{2CB593AE-1A0B-3DFC-505B-DDBF2FF10690}"/>
              </a:ext>
            </a:extLst>
          </p:cNvPr>
          <p:cNvSpPr>
            <a:spLocks noGrp="1"/>
          </p:cNvSpPr>
          <p:nvPr>
            <p:ph type="body" sz="quarter" idx="13"/>
          </p:nvPr>
        </p:nvSpPr>
        <p:spPr>
          <a:xfrm>
            <a:off x="350837" y="1419224"/>
            <a:ext cx="8541643" cy="3007745"/>
          </a:xfrm>
        </p:spPr>
        <p:txBody>
          <a:bodyPr>
            <a:normAutofit fontScale="85000" lnSpcReduction="20000"/>
          </a:bodyPr>
          <a:lstStyle/>
          <a:p>
            <a:pPr marL="0" indent="0">
              <a:lnSpc>
                <a:spcPct val="120000"/>
              </a:lnSpc>
              <a:spcBef>
                <a:spcPts val="0"/>
              </a:spcBef>
              <a:buFont typeface="Wingdings" pitchFamily="2" charset="2"/>
              <a:buNone/>
              <a:defRPr/>
            </a:pPr>
            <a:r>
              <a:rPr lang="en-US" dirty="0">
                <a:latin typeface="Cascadia Mono SemiLight" panose="020B0609020000020004" pitchFamily="49" charset="0"/>
                <a:cs typeface="Cascadia Mono SemiLight" panose="020B0609020000020004" pitchFamily="49" charset="0"/>
              </a:rPr>
              <a:t>&lt;</a:t>
            </a:r>
            <a:r>
              <a:rPr lang="ru-RU" dirty="0">
                <a:latin typeface="Cascadia Mono SemiLight" panose="020B0609020000020004" pitchFamily="49" charset="0"/>
                <a:cs typeface="Cascadia Mono SemiLight" panose="020B0609020000020004" pitchFamily="49" charset="0"/>
              </a:rPr>
              <a:t>ограничение</a:t>
            </a:r>
            <a:r>
              <a:rPr lang="en-US" dirty="0">
                <a:latin typeface="Cascadia Mono SemiLight" panose="020B0609020000020004" pitchFamily="49" charset="0"/>
                <a:cs typeface="Cascadia Mono SemiLight" panose="020B0609020000020004" pitchFamily="49" charset="0"/>
              </a:rPr>
              <a:t>_</a:t>
            </a:r>
            <a:r>
              <a:rPr lang="ru-RU" dirty="0">
                <a:latin typeface="Cascadia Mono SemiLight" panose="020B0609020000020004" pitchFamily="49" charset="0"/>
                <a:cs typeface="Cascadia Mono SemiLight" panose="020B0609020000020004" pitchFamily="49" charset="0"/>
              </a:rPr>
              <a:t>таблицы</a:t>
            </a:r>
            <a:r>
              <a:rPr lang="en-US" dirty="0">
                <a:latin typeface="Cascadia Mono SemiLight" panose="020B0609020000020004" pitchFamily="49" charset="0"/>
                <a:cs typeface="Cascadia Mono SemiLight" panose="020B0609020000020004" pitchFamily="49" charset="0"/>
              </a:rPr>
              <a:t>&gt; ::= </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CONSTRAINT</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 ограничения</a:t>
            </a:r>
            <a:r>
              <a:rPr lang="en-US" sz="2000" dirty="0">
                <a:latin typeface="Cascadia Mono SemiLight" panose="020B0609020000020004" pitchFamily="49" charset="0"/>
                <a:cs typeface="Cascadia Mono SemiLight" panose="020B0609020000020004" pitchFamily="49" charset="0"/>
              </a:rPr>
              <a:t> ]</a:t>
            </a:r>
            <a:endParaRPr lang="ru-RU" sz="2000" dirty="0">
              <a:latin typeface="Cascadia Mono SemiLight" panose="020B0609020000020004" pitchFamily="49" charset="0"/>
              <a:cs typeface="Cascadia Mono SemiLight" panose="020B0609020000020004" pitchFamily="49" charset="0"/>
            </a:endParaRPr>
          </a:p>
          <a:p>
            <a:pPr marL="534988" indent="-534988">
              <a:lnSpc>
                <a:spcPct val="120000"/>
              </a:lnSpc>
              <a:spcBef>
                <a:spcPts val="0"/>
              </a:spcBef>
              <a:buFont typeface="Wingdings" pitchFamily="2" charset="2"/>
              <a:buNone/>
              <a:defRPr/>
            </a:pPr>
            <a:r>
              <a:rPr lang="ru-RU" sz="2000"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PRIMARY</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KEY</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a:t>
            </a:r>
            <a:r>
              <a:rPr lang="en-US" sz="2000"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столбца</a:t>
            </a:r>
            <a:r>
              <a:rPr lang="en-US" sz="2000" dirty="0">
                <a:latin typeface="Cascadia Mono SemiLight" panose="020B0609020000020004" pitchFamily="49" charset="0"/>
                <a:cs typeface="Cascadia Mono SemiLight" panose="020B0609020000020004" pitchFamily="49" charset="0"/>
              </a:rPr>
              <a:t>, … )}</a:t>
            </a:r>
            <a:endParaRPr lang="ru-RU" sz="2000" dirty="0">
              <a:latin typeface="Cascadia Mono SemiLight" panose="020B0609020000020004" pitchFamily="49" charset="0"/>
              <a:cs typeface="Cascadia Mono SemiLight" panose="020B0609020000020004" pitchFamily="49" charset="0"/>
            </a:endParaRPr>
          </a:p>
          <a:p>
            <a:pPr marL="534988" indent="-534988">
              <a:lnSpc>
                <a:spcPct val="120000"/>
              </a:lnSpc>
              <a:spcBef>
                <a:spcPts val="0"/>
              </a:spcBef>
              <a:buFont typeface="Wingdings" pitchFamily="2" charset="2"/>
              <a:buNone/>
              <a:defRPr/>
            </a:pPr>
            <a:r>
              <a:rPr lang="ru-RU" sz="2000" b="1"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UNIQUE</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a:t>
            </a:r>
            <a:r>
              <a:rPr lang="en-US"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столбца</a:t>
            </a:r>
            <a:r>
              <a:rPr lang="en-US" sz="2000" dirty="0">
                <a:latin typeface="Cascadia Mono SemiLight" panose="020B0609020000020004" pitchFamily="49" charset="0"/>
                <a:cs typeface="Cascadia Mono SemiLight" panose="020B0609020000020004" pitchFamily="49" charset="0"/>
              </a:rPr>
              <a:t>, … )}</a:t>
            </a:r>
            <a:endParaRPr lang="ru-RU" sz="2000" dirty="0">
              <a:latin typeface="Cascadia Mono SemiLight" panose="020B0609020000020004" pitchFamily="49" charset="0"/>
              <a:cs typeface="Cascadia Mono SemiLight" panose="020B0609020000020004" pitchFamily="49" charset="0"/>
            </a:endParaRPr>
          </a:p>
          <a:p>
            <a:pPr marL="534988" indent="-534988">
              <a:lnSpc>
                <a:spcPct val="120000"/>
              </a:lnSpc>
              <a:spcBef>
                <a:spcPts val="0"/>
              </a:spcBef>
              <a:buFont typeface="Wingdings" pitchFamily="2" charset="2"/>
              <a:buNone/>
              <a:defRPr/>
            </a:pPr>
            <a:r>
              <a:rPr lang="ru-RU" sz="2000" b="1"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 </a:t>
            </a:r>
            <a:r>
              <a:rPr lang="en-US"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FOREIGN</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KEY</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a:t>
            </a:r>
            <a:r>
              <a:rPr lang="en-US" sz="2000"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столбца</a:t>
            </a:r>
            <a:r>
              <a:rPr lang="en-US" sz="2000" dirty="0">
                <a:latin typeface="Cascadia Mono SemiLight" panose="020B0609020000020004" pitchFamily="49" charset="0"/>
                <a:cs typeface="Cascadia Mono SemiLight" panose="020B0609020000020004" pitchFamily="49" charset="0"/>
              </a:rPr>
              <a:t>, … ) </a:t>
            </a:r>
            <a:br>
              <a:rPr lang="en-US" sz="2000" dirty="0">
                <a:latin typeface="Cascadia Mono SemiLight" panose="020B0609020000020004" pitchFamily="49" charset="0"/>
                <a:cs typeface="Cascadia Mono SemiLight" panose="020B0609020000020004" pitchFamily="49" charset="0"/>
              </a:rPr>
            </a:b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REFERENCES</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имя</a:t>
            </a:r>
            <a:r>
              <a:rPr lang="en-US" sz="2000"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таблицы </a:t>
            </a:r>
            <a:r>
              <a:rPr lang="en-US" sz="2000" dirty="0">
                <a:latin typeface="Cascadia Mono SemiLight" panose="020B0609020000020004" pitchFamily="49" charset="0"/>
                <a:cs typeface="Cascadia Mono SemiLight" panose="020B0609020000020004" pitchFamily="49" charset="0"/>
              </a:rPr>
              <a:t>[(</a:t>
            </a:r>
            <a:r>
              <a:rPr lang="ru-RU" sz="2000" dirty="0">
                <a:latin typeface="Cascadia Mono SemiLight" panose="020B0609020000020004" pitchFamily="49" charset="0"/>
                <a:cs typeface="Cascadia Mono SemiLight" panose="020B0609020000020004" pitchFamily="49" charset="0"/>
              </a:rPr>
              <a:t>имя</a:t>
            </a:r>
            <a:r>
              <a:rPr lang="en-US" sz="2000" dirty="0">
                <a:latin typeface="Cascadia Mono SemiLight" panose="020B0609020000020004" pitchFamily="49" charset="0"/>
                <a:cs typeface="Cascadia Mono SemiLight" panose="020B0609020000020004" pitchFamily="49" charset="0"/>
              </a:rPr>
              <a:t>_</a:t>
            </a:r>
            <a:r>
              <a:rPr lang="ru-RU" sz="2000" dirty="0">
                <a:latin typeface="Cascadia Mono SemiLight" panose="020B0609020000020004" pitchFamily="49" charset="0"/>
                <a:cs typeface="Cascadia Mono SemiLight" panose="020B0609020000020004" pitchFamily="49" charset="0"/>
              </a:rPr>
              <a:t>столбца</a:t>
            </a:r>
            <a:r>
              <a:rPr lang="en-US" sz="2000" dirty="0">
                <a:latin typeface="Cascadia Mono SemiLight" panose="020B0609020000020004" pitchFamily="49" charset="0"/>
                <a:cs typeface="Cascadia Mono SemiLight" panose="020B0609020000020004" pitchFamily="49" charset="0"/>
              </a:rPr>
              <a:t>, … )]	</a:t>
            </a:r>
            <a:r>
              <a:rPr lang="ru-RU" sz="2000" dirty="0">
                <a:latin typeface="Cascadia Mono SemiLight" panose="020B0609020000020004" pitchFamily="49" charset="0"/>
                <a:cs typeface="Cascadia Mono SemiLight" panose="020B0609020000020004" pitchFamily="49" charset="0"/>
              </a:rPr>
              <a:t>		</a:t>
            </a:r>
            <a:r>
              <a:rPr lang="en-US" sz="2000" dirty="0">
                <a:latin typeface="Cascadia Mono SemiLight" panose="020B0609020000020004" pitchFamily="49" charset="0"/>
                <a:cs typeface="Cascadia Mono SemiLight" panose="020B0609020000020004" pitchFamily="49" charset="0"/>
              </a:rPr>
              <a:t>[&lt;</a:t>
            </a:r>
            <a:r>
              <a:rPr lang="ru-RU" sz="2000" dirty="0">
                <a:latin typeface="Cascadia Mono SemiLight" panose="020B0609020000020004" pitchFamily="49" charset="0"/>
                <a:cs typeface="Cascadia Mono SemiLight" panose="020B0609020000020004" pitchFamily="49" charset="0"/>
              </a:rPr>
              <a:t>ссылочная спецификация</a:t>
            </a:r>
            <a:r>
              <a:rPr lang="en-US" sz="2000" dirty="0">
                <a:latin typeface="Cascadia Mono SemiLight" panose="020B0609020000020004" pitchFamily="49" charset="0"/>
                <a:cs typeface="Cascadia Mono SemiLight" panose="020B0609020000020004" pitchFamily="49" charset="0"/>
              </a:rPr>
              <a:t>&gt;] }</a:t>
            </a:r>
            <a:endParaRPr lang="ru-RU" sz="2000" dirty="0">
              <a:latin typeface="Cascadia Mono SemiLight" panose="020B0609020000020004" pitchFamily="49" charset="0"/>
              <a:cs typeface="Cascadia Mono SemiLight" panose="020B0609020000020004" pitchFamily="49" charset="0"/>
            </a:endParaRPr>
          </a:p>
          <a:p>
            <a:pPr marL="534988" indent="-534988">
              <a:lnSpc>
                <a:spcPct val="120000"/>
              </a:lnSpc>
              <a:spcBef>
                <a:spcPts val="0"/>
              </a:spcBef>
              <a:buFont typeface="Wingdings" pitchFamily="2" charset="2"/>
              <a:buNone/>
              <a:defRPr/>
            </a:pPr>
            <a:r>
              <a:rPr lang="ru-RU" sz="2000" b="1" dirty="0">
                <a:latin typeface="Cascadia Mono SemiLight" panose="020B0609020000020004" pitchFamily="49" charset="0"/>
                <a:cs typeface="Cascadia Mono SemiLight" panose="020B0609020000020004" pitchFamily="49" charset="0"/>
              </a:rPr>
              <a:t>	</a:t>
            </a:r>
            <a:r>
              <a:rPr lang="en-US" sz="2000" b="1" dirty="0">
                <a:latin typeface="Cascadia Mono SemiLight" panose="020B0609020000020004" pitchFamily="49" charset="0"/>
                <a:cs typeface="Cascadia Mono SemiLight" panose="020B0609020000020004" pitchFamily="49" charset="0"/>
              </a:rPr>
              <a:t>|</a:t>
            </a:r>
            <a:r>
              <a:rPr lang="en-US" sz="2000" dirty="0">
                <a:latin typeface="Cascadia Mono SemiLight" panose="020B0609020000020004" pitchFamily="49" charset="0"/>
                <a:cs typeface="Cascadia Mono SemiLight" panose="020B0609020000020004" pitchFamily="49" charset="0"/>
              </a:rPr>
              <a:t> {CHECK </a:t>
            </a:r>
            <a:r>
              <a:rPr lang="ru-RU" sz="2000" dirty="0">
                <a:latin typeface="Cascadia Mono SemiLight" panose="020B0609020000020004" pitchFamily="49" charset="0"/>
                <a:cs typeface="Cascadia Mono SemiLight" panose="020B0609020000020004" pitchFamily="49" charset="0"/>
              </a:rPr>
              <a:t>предикат</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DEFERRABLE</a:t>
            </a:r>
            <a:r>
              <a:rPr lang="en-US" sz="2000" dirty="0">
                <a:latin typeface="Cascadia Mono SemiLight" panose="020B0609020000020004" pitchFamily="49" charset="0"/>
                <a:cs typeface="Cascadia Mono SemiLight" panose="020B0609020000020004" pitchFamily="49" charset="0"/>
              </a:rPr>
              <a:t> ]</a:t>
            </a:r>
            <a:br>
              <a:rPr lang="en-US" sz="2000" dirty="0">
                <a:latin typeface="Cascadia Mono SemiLight" panose="020B0609020000020004" pitchFamily="49" charset="0"/>
                <a:cs typeface="Cascadia Mono SemiLight" panose="020B0609020000020004" pitchFamily="49" charset="0"/>
              </a:rPr>
            </a:br>
            <a:endParaRPr lang="ru-RU" sz="2000" dirty="0">
              <a:latin typeface="Cascadia Mono SemiLight" panose="020B0609020000020004" pitchFamily="49" charset="0"/>
              <a:cs typeface="Cascadia Mono SemiLight" panose="020B0609020000020004" pitchFamily="49" charset="0"/>
            </a:endParaRPr>
          </a:p>
          <a:p>
            <a:pPr marL="534988" indent="-534988">
              <a:lnSpc>
                <a:spcPct val="120000"/>
              </a:lnSpc>
              <a:spcBef>
                <a:spcPts val="0"/>
              </a:spcBef>
              <a:buNone/>
            </a:pPr>
            <a:r>
              <a:rPr lang="en-US" dirty="0">
                <a:latin typeface="Cascadia Mono SemiLight" panose="020B0609020000020004" pitchFamily="49" charset="0"/>
                <a:cs typeface="Cascadia Mono SemiLight" panose="020B0609020000020004" pitchFamily="49" charset="0"/>
              </a:rPr>
              <a:t>&lt;</a:t>
            </a:r>
            <a:r>
              <a:rPr lang="ru-RU" dirty="0">
                <a:latin typeface="Cascadia Mono SemiLight" panose="020B0609020000020004" pitchFamily="49" charset="0"/>
                <a:cs typeface="Cascadia Mono SemiLight" panose="020B0609020000020004" pitchFamily="49" charset="0"/>
              </a:rPr>
              <a:t>ссылочная спецификация</a:t>
            </a:r>
            <a:r>
              <a:rPr lang="en-US" dirty="0">
                <a:latin typeface="Cascadia Mono SemiLight" panose="020B0609020000020004" pitchFamily="49" charset="0"/>
                <a:cs typeface="Cascadia Mono SemiLight" panose="020B0609020000020004" pitchFamily="49" charset="0"/>
              </a:rPr>
              <a:t>&gt;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MATCH</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FULL</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PARTIAL</a:t>
            </a:r>
            <a:r>
              <a:rPr lang="en-US" dirty="0">
                <a:latin typeface="Cascadia Mono SemiLight" panose="020B0609020000020004" pitchFamily="49" charset="0"/>
                <a:cs typeface="Cascadia Mono SemiLight" panose="020B0609020000020004" pitchFamily="49" charset="0"/>
              </a:rPr>
              <a:t> }] </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ON</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UPDATE</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CASCADE</a:t>
            </a:r>
            <a:r>
              <a:rPr lang="ru-RU" dirty="0">
                <a:latin typeface="Cascadia Mono SemiLight" panose="020B0609020000020004" pitchFamily="49" charset="0"/>
                <a:cs typeface="Cascadia Mono SemiLight" panose="020B0609020000020004" pitchFamily="49" charset="0"/>
              </a:rPr>
              <a:t> </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SET</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NULL</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SET</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DEFAULT</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NO</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ACTION</a:t>
            </a:r>
            <a:r>
              <a:rPr lang="en-US" dirty="0">
                <a:latin typeface="Cascadia Mono SemiLight" panose="020B0609020000020004" pitchFamily="49" charset="0"/>
                <a:cs typeface="Cascadia Mono SemiLight" panose="020B0609020000020004" pitchFamily="49" charset="0"/>
              </a:rPr>
              <a:t> } ]</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ON</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DELETE</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CASCADE</a:t>
            </a:r>
            <a:r>
              <a:rPr lang="en-US" dirty="0">
                <a:latin typeface="Cascadia Mono SemiLight" panose="020B0609020000020004" pitchFamily="49" charset="0"/>
                <a:cs typeface="Cascadia Mono SemiLight" panose="020B0609020000020004" pitchFamily="49" charset="0"/>
              </a:rPr>
              <a:t> |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SET</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NULL</a:t>
            </a:r>
            <a:r>
              <a:rPr lang="ru-RU" dirty="0">
                <a:latin typeface="Cascadia Mono SemiLight" panose="020B0609020000020004" pitchFamily="49" charset="0"/>
                <a:cs typeface="Cascadia Mono SemiLight" panose="020B0609020000020004" pitchFamily="49" charset="0"/>
              </a:rPr>
              <a:t> </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SET</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DEFAULT</a:t>
            </a:r>
            <a:r>
              <a:rPr lang="ru-RU" dirty="0">
                <a:latin typeface="Cascadia Mono SemiLight" panose="020B0609020000020004" pitchFamily="49" charset="0"/>
                <a:cs typeface="Cascadia Mono SemiLight" panose="020B0609020000020004" pitchFamily="49" charset="0"/>
              </a:rPr>
              <a:t> </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NO</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ACTION</a:t>
            </a:r>
            <a:r>
              <a:rPr lang="en-US" dirty="0">
                <a:latin typeface="Cascadia Mono SemiLight" panose="020B0609020000020004" pitchFamily="49" charset="0"/>
                <a:cs typeface="Cascadia Mono SemiLight" panose="020B0609020000020004" pitchFamily="49" charset="0"/>
              </a:rPr>
              <a:t> } ]</a:t>
            </a:r>
            <a:endParaRPr lang="ru-RU" dirty="0">
              <a:latin typeface="Cascadia Mono SemiLight" panose="020B0609020000020004" pitchFamily="49" charset="0"/>
              <a:cs typeface="Cascadia Mono SemiLight" panose="020B0609020000020004" pitchFamily="49" charset="0"/>
            </a:endParaRPr>
          </a:p>
        </p:txBody>
      </p:sp>
      <p:sp>
        <p:nvSpPr>
          <p:cNvPr id="4" name="Title 3">
            <a:extLst>
              <a:ext uri="{FF2B5EF4-FFF2-40B4-BE49-F238E27FC236}">
                <a16:creationId xmlns:a16="http://schemas.microsoft.com/office/drawing/2014/main" id="{4D1FE1AF-934C-61BC-3FFC-7A3E85D693E1}"/>
              </a:ext>
            </a:extLst>
          </p:cNvPr>
          <p:cNvSpPr>
            <a:spLocks noGrp="1"/>
          </p:cNvSpPr>
          <p:nvPr>
            <p:ph type="title"/>
          </p:nvPr>
        </p:nvSpPr>
        <p:spPr/>
        <p:txBody>
          <a:bodyPr/>
          <a:lstStyle/>
          <a:p>
            <a:r>
              <a:rPr lang="en-US" dirty="0"/>
              <a:t>SQL: </a:t>
            </a:r>
            <a:r>
              <a:rPr lang="ru-RU" dirty="0"/>
              <a:t>Работа с определениями таблиц</a:t>
            </a:r>
            <a:r>
              <a:rPr lang="en-US" dirty="0"/>
              <a:t> - </a:t>
            </a:r>
            <a:r>
              <a:rPr lang="ru-RU" dirty="0"/>
              <a:t>ограничения</a:t>
            </a:r>
            <a:endParaRPr lang="en-US" dirty="0"/>
          </a:p>
        </p:txBody>
      </p:sp>
    </p:spTree>
    <p:extLst>
      <p:ext uri="{BB962C8B-B14F-4D97-AF65-F5344CB8AC3E}">
        <p14:creationId xmlns:p14="http://schemas.microsoft.com/office/powerpoint/2010/main" val="2109165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BF0643-2A93-1005-CA67-3D7DD29BC7C2}"/>
              </a:ext>
            </a:extLst>
          </p:cNvPr>
          <p:cNvSpPr>
            <a:spLocks noGrp="1"/>
          </p:cNvSpPr>
          <p:nvPr>
            <p:ph type="sldNum" sz="quarter" idx="12"/>
          </p:nvPr>
        </p:nvSpPr>
        <p:spPr/>
        <p:txBody>
          <a:bodyPr/>
          <a:lstStyle/>
          <a:p>
            <a:fld id="{C12E5AAC-331B-4A22-A01D-802D40030460}" type="slidenum">
              <a:rPr lang="en-US" smtClean="0"/>
              <a:pPr/>
              <a:t>26</a:t>
            </a:fld>
            <a:endParaRPr lang="en-US" dirty="0"/>
          </a:p>
        </p:txBody>
      </p:sp>
      <p:sp>
        <p:nvSpPr>
          <p:cNvPr id="3" name="Text Placeholder 2">
            <a:extLst>
              <a:ext uri="{FF2B5EF4-FFF2-40B4-BE49-F238E27FC236}">
                <a16:creationId xmlns:a16="http://schemas.microsoft.com/office/drawing/2014/main" id="{32347401-D043-8EBE-42FE-A26BEE0288C1}"/>
              </a:ext>
            </a:extLst>
          </p:cNvPr>
          <p:cNvSpPr>
            <a:spLocks noGrp="1"/>
          </p:cNvSpPr>
          <p:nvPr>
            <p:ph type="body" sz="quarter" idx="13"/>
          </p:nvPr>
        </p:nvSpPr>
        <p:spPr>
          <a:xfrm>
            <a:off x="350837" y="1419224"/>
            <a:ext cx="8541643" cy="2952726"/>
          </a:xfrm>
        </p:spPr>
        <p:txBody>
          <a:bodyPr numCol="2">
            <a:normAutofit fontScale="70000" lnSpcReduction="20000"/>
          </a:bodyPr>
          <a:lstStyle/>
          <a:p>
            <a:pPr>
              <a:lnSpc>
                <a:spcPct val="120000"/>
              </a:lnSpc>
            </a:pPr>
            <a:r>
              <a:rPr lang="ru-RU" dirty="0"/>
              <a:t>Пусть необходимо разработать информационную систему для торговли</a:t>
            </a:r>
          </a:p>
          <a:p>
            <a:pPr>
              <a:lnSpc>
                <a:spcPct val="120000"/>
              </a:lnSpc>
            </a:pPr>
            <a:r>
              <a:rPr lang="ru-RU" dirty="0"/>
              <a:t>В системе выделили следующие сущности:</a:t>
            </a:r>
          </a:p>
          <a:p>
            <a:pPr lvl="1">
              <a:lnSpc>
                <a:spcPct val="120000"/>
              </a:lnSpc>
            </a:pPr>
            <a:r>
              <a:rPr lang="ru-RU" dirty="0"/>
              <a:t>ПРОДАВЦЫ</a:t>
            </a:r>
          </a:p>
          <a:p>
            <a:pPr lvl="1">
              <a:lnSpc>
                <a:spcPct val="120000"/>
              </a:lnSpc>
            </a:pPr>
            <a:r>
              <a:rPr lang="ru-RU" dirty="0"/>
              <a:t>ПОКУПАТЕЛИ</a:t>
            </a:r>
          </a:p>
          <a:p>
            <a:pPr lvl="1">
              <a:lnSpc>
                <a:spcPct val="120000"/>
              </a:lnSpc>
            </a:pPr>
            <a:r>
              <a:rPr lang="ru-RU" dirty="0"/>
              <a:t>ЗАКАЗЫ</a:t>
            </a:r>
          </a:p>
          <a:p>
            <a:pPr>
              <a:lnSpc>
                <a:spcPct val="120000"/>
              </a:lnSpc>
            </a:pPr>
            <a:r>
              <a:rPr lang="ru-RU" dirty="0"/>
              <a:t>О продавце нужно хранить данные его </a:t>
            </a:r>
            <a:r>
              <a:rPr lang="ru-RU" b="1" dirty="0"/>
              <a:t>имени</a:t>
            </a:r>
            <a:r>
              <a:rPr lang="ru-RU" dirty="0"/>
              <a:t>, </a:t>
            </a:r>
            <a:r>
              <a:rPr lang="ru-RU" b="1" dirty="0"/>
              <a:t>города,</a:t>
            </a:r>
            <a:r>
              <a:rPr lang="ru-RU" dirty="0"/>
              <a:t> в котором он работает, </a:t>
            </a:r>
            <a:r>
              <a:rPr lang="ru-RU" b="1" dirty="0"/>
              <a:t>уровня комиссионных</a:t>
            </a:r>
            <a:endParaRPr lang="ru-RU" dirty="0"/>
          </a:p>
          <a:p>
            <a:pPr>
              <a:lnSpc>
                <a:spcPct val="120000"/>
              </a:lnSpc>
            </a:pPr>
            <a:r>
              <a:rPr lang="ru-RU" dirty="0"/>
              <a:t>О покупателе нужно хранить данные о его </a:t>
            </a:r>
            <a:r>
              <a:rPr lang="ru-RU" b="1" dirty="0"/>
              <a:t>имени</a:t>
            </a:r>
            <a:r>
              <a:rPr lang="ru-RU" dirty="0"/>
              <a:t>, </a:t>
            </a:r>
            <a:r>
              <a:rPr lang="ru-RU" b="1" dirty="0"/>
              <a:t>городе</a:t>
            </a:r>
            <a:r>
              <a:rPr lang="ru-RU" dirty="0"/>
              <a:t> в котором он проживает, его </a:t>
            </a:r>
            <a:r>
              <a:rPr lang="ru-RU" b="1" dirty="0"/>
              <a:t>персональном рейтинге </a:t>
            </a:r>
            <a:r>
              <a:rPr lang="ru-RU" dirty="0"/>
              <a:t>(его активность), </a:t>
            </a:r>
            <a:r>
              <a:rPr lang="ru-RU" b="1" dirty="0"/>
              <a:t>данные о продавце</a:t>
            </a:r>
            <a:r>
              <a:rPr lang="ru-RU" dirty="0"/>
              <a:t>, к которому он приписан</a:t>
            </a:r>
          </a:p>
          <a:p>
            <a:pPr>
              <a:lnSpc>
                <a:spcPct val="120000"/>
              </a:lnSpc>
            </a:pPr>
            <a:r>
              <a:rPr lang="ru-RU" dirty="0"/>
              <a:t>В информации о заказе отражается: </a:t>
            </a:r>
            <a:r>
              <a:rPr lang="ru-RU" b="1" dirty="0"/>
              <a:t>количество</a:t>
            </a:r>
            <a:r>
              <a:rPr lang="ru-RU" dirty="0"/>
              <a:t> проданного товара, </a:t>
            </a:r>
            <a:r>
              <a:rPr lang="ru-RU" b="1" dirty="0"/>
              <a:t>дата</a:t>
            </a:r>
            <a:r>
              <a:rPr lang="ru-RU" dirty="0"/>
              <a:t> заказа, </a:t>
            </a:r>
            <a:r>
              <a:rPr lang="ru-RU" b="1" dirty="0"/>
              <a:t>продавец </a:t>
            </a:r>
            <a:r>
              <a:rPr lang="ru-RU" dirty="0"/>
              <a:t>и </a:t>
            </a:r>
            <a:r>
              <a:rPr lang="ru-RU" b="1" dirty="0"/>
              <a:t>покупатель, </a:t>
            </a:r>
            <a:r>
              <a:rPr lang="ru-RU" dirty="0"/>
              <a:t>совершившие куплю-продажу</a:t>
            </a:r>
            <a:endParaRPr lang="en-US" dirty="0"/>
          </a:p>
        </p:txBody>
      </p:sp>
      <p:sp>
        <p:nvSpPr>
          <p:cNvPr id="4" name="Title 3">
            <a:extLst>
              <a:ext uri="{FF2B5EF4-FFF2-40B4-BE49-F238E27FC236}">
                <a16:creationId xmlns:a16="http://schemas.microsoft.com/office/drawing/2014/main" id="{07FDF657-D23F-211B-D5AE-C949F884E250}"/>
              </a:ext>
            </a:extLst>
          </p:cNvPr>
          <p:cNvSpPr>
            <a:spLocks noGrp="1"/>
          </p:cNvSpPr>
          <p:nvPr>
            <p:ph type="title"/>
          </p:nvPr>
        </p:nvSpPr>
        <p:spPr/>
        <p:txBody>
          <a:bodyPr/>
          <a:lstStyle/>
          <a:p>
            <a:r>
              <a:rPr lang="en-US" dirty="0"/>
              <a:t>SQL: </a:t>
            </a:r>
            <a:r>
              <a:rPr lang="ru-RU" dirty="0"/>
              <a:t>Примеры создания таблиц</a:t>
            </a:r>
            <a:endParaRPr lang="en-US" dirty="0"/>
          </a:p>
        </p:txBody>
      </p:sp>
    </p:spTree>
    <p:extLst>
      <p:ext uri="{BB962C8B-B14F-4D97-AF65-F5344CB8AC3E}">
        <p14:creationId xmlns:p14="http://schemas.microsoft.com/office/powerpoint/2010/main" val="1924118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FDEFC-E772-0DC9-D472-2AD5153FEC6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E3CC5B-0882-0B6E-60B0-44FF4F434900}"/>
              </a:ext>
            </a:extLst>
          </p:cNvPr>
          <p:cNvSpPr>
            <a:spLocks noGrp="1"/>
          </p:cNvSpPr>
          <p:nvPr>
            <p:ph type="sldNum" sz="quarter" idx="12"/>
          </p:nvPr>
        </p:nvSpPr>
        <p:spPr/>
        <p:txBody>
          <a:bodyPr/>
          <a:lstStyle/>
          <a:p>
            <a:fld id="{C12E5AAC-331B-4A22-A01D-802D40030460}" type="slidenum">
              <a:rPr lang="en-US" smtClean="0"/>
              <a:pPr/>
              <a:t>27</a:t>
            </a:fld>
            <a:endParaRPr lang="en-US" dirty="0"/>
          </a:p>
        </p:txBody>
      </p:sp>
      <p:sp>
        <p:nvSpPr>
          <p:cNvPr id="3" name="Text Placeholder 2">
            <a:extLst>
              <a:ext uri="{FF2B5EF4-FFF2-40B4-BE49-F238E27FC236}">
                <a16:creationId xmlns:a16="http://schemas.microsoft.com/office/drawing/2014/main" id="{A2D9E098-5676-4A82-D457-3C091455EEC8}"/>
              </a:ext>
            </a:extLst>
          </p:cNvPr>
          <p:cNvSpPr>
            <a:spLocks noGrp="1"/>
          </p:cNvSpPr>
          <p:nvPr>
            <p:ph type="body" sz="quarter" idx="13"/>
          </p:nvPr>
        </p:nvSpPr>
        <p:spPr/>
        <p:txBody>
          <a:bodyPr>
            <a:normAutofit fontScale="70000" lnSpcReduction="20000"/>
          </a:bodyPr>
          <a:lstStyle/>
          <a:p>
            <a:pPr marL="0" indent="0">
              <a:lnSpc>
                <a:spcPct val="120000"/>
              </a:lnSpc>
              <a:spcBef>
                <a:spcPts val="600"/>
              </a:spcBef>
              <a:buFont typeface="Wingdings" pitchFamily="2" charset="2"/>
              <a:buNone/>
              <a:defRPr/>
            </a:pP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CREATE TABLE</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ПРОДАВЦЫ </a:t>
            </a:r>
            <a:r>
              <a:rPr lang="en-US" sz="2000" dirty="0">
                <a:latin typeface="Cascadia Mono SemiLight" panose="020B0609020000020004" pitchFamily="49" charset="0"/>
                <a:cs typeface="Cascadia Mono SemiLight" panose="020B0609020000020004" pitchFamily="49" charset="0"/>
              </a:rPr>
              <a:t>(</a:t>
            </a:r>
            <a:br>
              <a:rPr lang="ru-RU" dirty="0">
                <a:latin typeface="Cascadia Mono SemiLight" panose="020B0609020000020004" pitchFamily="49" charset="0"/>
                <a:cs typeface="Cascadia Mono SemiLight" panose="020B0609020000020004" pitchFamily="49" charset="0"/>
              </a:rPr>
            </a:br>
            <a:r>
              <a:rPr lang="ru-RU"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номер</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ru-RU"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4">
                    <a:lumMod val="50000"/>
                  </a:schemeClr>
                </a:solidFill>
                <a:latin typeface="Cascadia Mono SemiLight" panose="020B0609020000020004" pitchFamily="49" charset="0"/>
                <a:cs typeface="Cascadia Mono SemiLight" panose="020B0609020000020004" pitchFamily="49" charset="0"/>
              </a:rPr>
              <a:t>NULL</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PRIMARY KEY</a:t>
            </a:r>
            <a:r>
              <a:rPr lang="en-US" sz="2000" dirty="0">
                <a:latin typeface="Cascadia Mono SemiLight" panose="020B0609020000020004" pitchFamily="49" charset="0"/>
                <a:cs typeface="Cascadia Mono SemiLight" panose="020B0609020000020004" pitchFamily="49" charset="0"/>
              </a:rPr>
              <a:t>,</a:t>
            </a:r>
            <a:br>
              <a:rPr lang="ru-RU" dirty="0">
                <a:latin typeface="Cascadia Mono SemiLight" panose="020B0609020000020004" pitchFamily="49" charset="0"/>
                <a:cs typeface="Cascadia Mono SemiLight" panose="020B0609020000020004" pitchFamily="49" charset="0"/>
              </a:rPr>
            </a:br>
            <a:r>
              <a:rPr lang="ru-RU" dirty="0">
                <a:latin typeface="Cascadia Mono SemiLight" panose="020B0609020000020004" pitchFamily="49" charset="0"/>
                <a:cs typeface="Cascadia Mono SemiLight" panose="020B0609020000020004" pitchFamily="49" charset="0"/>
              </a:rPr>
              <a:t>  и</a:t>
            </a:r>
            <a:r>
              <a:rPr lang="ru-RU" sz="2000" dirty="0">
                <a:latin typeface="Cascadia Mono SemiLight" panose="020B0609020000020004" pitchFamily="49" charset="0"/>
                <a:cs typeface="Cascadia Mono SemiLight" panose="020B0609020000020004" pitchFamily="49" charset="0"/>
              </a:rPr>
              <a:t>мя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CHAR</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6">
                    <a:lumMod val="75000"/>
                  </a:schemeClr>
                </a:solidFill>
                <a:latin typeface="Cascadia Mono SemiLight" panose="020B0609020000020004" pitchFamily="49" charset="0"/>
                <a:cs typeface="Cascadia Mono SemiLight" panose="020B0609020000020004" pitchFamily="49" charset="0"/>
              </a:rPr>
              <a:t>10</a:t>
            </a:r>
            <a:r>
              <a:rPr lang="en-US" sz="2000" dirty="0">
                <a:latin typeface="Cascadia Mono SemiLight" panose="020B0609020000020004" pitchFamily="49" charset="0"/>
                <a:cs typeface="Cascadia Mono SemiLight" panose="020B0609020000020004" pitchFamily="49" charset="0"/>
              </a:rPr>
              <a:t>)</a:t>
            </a:r>
            <a:r>
              <a:rPr lang="ru-RU"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 </a:t>
            </a:r>
            <a:r>
              <a:rPr lang="en-US" sz="2000" dirty="0">
                <a:solidFill>
                  <a:schemeClr val="accent4">
                    <a:lumMod val="50000"/>
                  </a:schemeClr>
                </a:solidFill>
                <a:latin typeface="Cascadia Mono SemiLight" panose="020B0609020000020004" pitchFamily="49" charset="0"/>
                <a:cs typeface="Cascadia Mono SemiLight" panose="020B0609020000020004" pitchFamily="49" charset="0"/>
              </a:rPr>
              <a:t>NULL</a:t>
            </a:r>
            <a:r>
              <a:rPr lang="en-US" sz="2000" dirty="0">
                <a:latin typeface="Cascadia Mono SemiLight" panose="020B0609020000020004" pitchFamily="49" charset="0"/>
                <a:cs typeface="Cascadia Mono SemiLight" panose="020B0609020000020004" pitchFamily="49" charset="0"/>
              </a:rPr>
              <a:t>,</a:t>
            </a:r>
            <a:br>
              <a:rPr lang="ru-RU" dirty="0">
                <a:latin typeface="Cascadia Mono SemiLight" panose="020B0609020000020004" pitchFamily="49" charset="0"/>
                <a:cs typeface="Cascadia Mono SemiLight" panose="020B0609020000020004" pitchFamily="49" charset="0"/>
              </a:rPr>
            </a:br>
            <a:r>
              <a:rPr lang="ru-RU" dirty="0">
                <a:latin typeface="Cascadia Mono SemiLight" panose="020B0609020000020004" pitchFamily="49" charset="0"/>
                <a:cs typeface="Cascadia Mono SemiLight" panose="020B0609020000020004" pitchFamily="49" charset="0"/>
              </a:rPr>
              <a:t>  г</a:t>
            </a:r>
            <a:r>
              <a:rPr lang="ru-RU" sz="2000" dirty="0">
                <a:latin typeface="Cascadia Mono SemiLight" panose="020B0609020000020004" pitchFamily="49" charset="0"/>
                <a:cs typeface="Cascadia Mono SemiLight" panose="020B0609020000020004" pitchFamily="49" charset="0"/>
              </a:rPr>
              <a:t>ород</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CHAR</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6">
                    <a:lumMod val="75000"/>
                  </a:schemeClr>
                </a:solidFill>
                <a:latin typeface="Cascadia Mono SemiLight" panose="020B0609020000020004" pitchFamily="49" charset="0"/>
                <a:cs typeface="Cascadia Mono SemiLight" panose="020B0609020000020004" pitchFamily="49" charset="0"/>
              </a:rPr>
              <a:t>10</a:t>
            </a:r>
            <a:r>
              <a:rPr lang="en-US" sz="2000" dirty="0">
                <a:latin typeface="Cascadia Mono SemiLight" panose="020B0609020000020004" pitchFamily="49" charset="0"/>
                <a:cs typeface="Cascadia Mono SemiLight" panose="020B0609020000020004" pitchFamily="49" charset="0"/>
              </a:rPr>
              <a:t>),</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комиссия</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DECIMAL</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CHECK</a:t>
            </a:r>
            <a:r>
              <a:rPr lang="en-US" sz="2000" dirty="0">
                <a:latin typeface="Cascadia Mono SemiLight" panose="020B0609020000020004" pitchFamily="49" charset="0"/>
                <a:cs typeface="Cascadia Mono SemiLight" panose="020B0609020000020004" pitchFamily="49" charset="0"/>
              </a:rPr>
              <a:t>(</a:t>
            </a:r>
            <a:r>
              <a:rPr lang="ru-RU" sz="2000" dirty="0">
                <a:latin typeface="Cascadia Mono SemiLight" panose="020B0609020000020004" pitchFamily="49" charset="0"/>
                <a:cs typeface="Cascadia Mono SemiLight" panose="020B0609020000020004" pitchFamily="49" charset="0"/>
              </a:rPr>
              <a:t>комиссия</a:t>
            </a:r>
            <a:r>
              <a:rPr lang="en-US" sz="2000" dirty="0">
                <a:latin typeface="Cascadia Mono SemiLight" panose="020B0609020000020004" pitchFamily="49" charset="0"/>
                <a:cs typeface="Cascadia Mono SemiLight" panose="020B0609020000020004" pitchFamily="49" charset="0"/>
              </a:rPr>
              <a:t> &lt; </a:t>
            </a:r>
            <a:r>
              <a:rPr lang="en-US" sz="2000" dirty="0">
                <a:solidFill>
                  <a:schemeClr val="accent6">
                    <a:lumMod val="75000"/>
                  </a:schemeClr>
                </a:solidFill>
                <a:latin typeface="Cascadia Mono SemiLight" panose="020B0609020000020004" pitchFamily="49" charset="0"/>
                <a:cs typeface="Cascadia Mono SemiLight" panose="020B0609020000020004" pitchFamily="49" charset="0"/>
              </a:rPr>
              <a:t>1</a:t>
            </a:r>
            <a:r>
              <a:rPr lang="en-US" sz="2000" dirty="0">
                <a:latin typeface="Cascadia Mono SemiLight" panose="020B0609020000020004" pitchFamily="49" charset="0"/>
                <a:cs typeface="Cascadia Mono SemiLight" panose="020B0609020000020004" pitchFamily="49" charset="0"/>
              </a:rPr>
              <a:t>)</a:t>
            </a:r>
            <a:br>
              <a:rPr lang="en-US" sz="2000" dirty="0">
                <a:latin typeface="Cascadia Mono SemiLight" panose="020B0609020000020004" pitchFamily="49" charset="0"/>
                <a:cs typeface="Cascadia Mono SemiLight" panose="020B0609020000020004" pitchFamily="49" charset="0"/>
              </a:rPr>
            </a:br>
            <a:r>
              <a:rPr lang="en-US" sz="2000" dirty="0">
                <a:latin typeface="Cascadia Mono SemiLight" panose="020B0609020000020004" pitchFamily="49" charset="0"/>
                <a:cs typeface="Cascadia Mono SemiLight" panose="020B0609020000020004" pitchFamily="49" charset="0"/>
              </a:rPr>
              <a:t>)</a:t>
            </a:r>
            <a:r>
              <a:rPr lang="en-US" dirty="0">
                <a:latin typeface="Cascadia Mono SemiLight" panose="020B0609020000020004" pitchFamily="49" charset="0"/>
                <a:cs typeface="Cascadia Mono SemiLight" panose="020B0609020000020004" pitchFamily="49" charset="0"/>
              </a:rPr>
              <a:t>;</a:t>
            </a:r>
            <a:endParaRPr lang="ru-RU" sz="2000" dirty="0">
              <a:latin typeface="Cascadia Mono SemiLight" panose="020B0609020000020004" pitchFamily="49" charset="0"/>
              <a:cs typeface="Cascadia Mono SemiLight" panose="020B0609020000020004" pitchFamily="49" charset="0"/>
            </a:endParaRPr>
          </a:p>
          <a:p>
            <a:pPr marL="0" indent="0">
              <a:lnSpc>
                <a:spcPct val="120000"/>
              </a:lnSpc>
              <a:spcBef>
                <a:spcPts val="600"/>
              </a:spcBef>
              <a:buFont typeface="Wingdings" pitchFamily="2" charset="2"/>
              <a:buNone/>
              <a:defRPr/>
            </a:pP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CREATE</a:t>
            </a:r>
            <a:r>
              <a:rPr lang="en-US" dirty="0">
                <a:solidFill>
                  <a:schemeClr val="accent1"/>
                </a:solidFill>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TABLE</a:t>
            </a: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ПОКУПАТЕЛИ</a:t>
            </a:r>
            <a:r>
              <a:rPr lang="en-US" dirty="0">
                <a:latin typeface="Cascadia Mono SemiLight" panose="020B0609020000020004" pitchFamily="49" charset="0"/>
                <a:cs typeface="Cascadia Mono SemiLight" panose="020B0609020000020004" pitchFamily="49" charset="0"/>
              </a:rPr>
              <a:t> (</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номер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dirty="0">
                <a:solidFill>
                  <a:schemeClr val="accent1"/>
                </a:solidFill>
                <a:latin typeface="Cascadia Mono SemiLight" panose="020B0609020000020004" pitchFamily="49" charset="0"/>
                <a:cs typeface="Cascadia Mono SemiLight" panose="020B0609020000020004" pitchFamily="49" charset="0"/>
              </a:rPr>
              <a:t> </a:t>
            </a:r>
            <a:r>
              <a:rPr lang="en-US" dirty="0">
                <a:solidFill>
                  <a:schemeClr val="accent4">
                    <a:lumMod val="50000"/>
                  </a:schemeClr>
                </a:solidFill>
                <a:latin typeface="Cascadia Mono SemiLight" panose="020B0609020000020004" pitchFamily="49" charset="0"/>
                <a:cs typeface="Cascadia Mono SemiLight" panose="020B0609020000020004" pitchFamily="49" charset="0"/>
              </a:rPr>
              <a:t>NULL</a:t>
            </a:r>
            <a:r>
              <a:rPr lang="en-US" dirty="0">
                <a:solidFill>
                  <a:schemeClr val="accent1"/>
                </a:solidFill>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PRIMARY</a:t>
            </a:r>
            <a:r>
              <a:rPr lang="en-US" dirty="0">
                <a:solidFill>
                  <a:schemeClr val="accent1"/>
                </a:solidFill>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KEY</a:t>
            </a:r>
            <a:r>
              <a:rPr lang="en-US" dirty="0">
                <a:latin typeface="Cascadia Mono SemiLight" panose="020B0609020000020004" pitchFamily="49" charset="0"/>
                <a:cs typeface="Cascadia Mono SemiLight" panose="020B0609020000020004" pitchFamily="49" charset="0"/>
              </a:rPr>
              <a:t>,</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имя</a:t>
            </a: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CHAR</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6">
                    <a:lumMod val="75000"/>
                  </a:schemeClr>
                </a:solidFill>
                <a:latin typeface="Cascadia Mono SemiLight" panose="020B0609020000020004" pitchFamily="49" charset="0"/>
                <a:cs typeface="Cascadia Mono SemiLight" panose="020B0609020000020004" pitchFamily="49" charset="0"/>
              </a:rPr>
              <a:t>10</a:t>
            </a:r>
            <a:r>
              <a:rPr lang="en-US" sz="2000" dirty="0">
                <a:latin typeface="Cascadia Mono SemiLight" panose="020B0609020000020004" pitchFamily="49" charset="0"/>
                <a:cs typeface="Cascadia Mono SemiLight" panose="020B0609020000020004" pitchFamily="49" charset="0"/>
              </a:rPr>
              <a:t>)</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dirty="0">
                <a:solidFill>
                  <a:schemeClr val="accent1"/>
                </a:solidFill>
                <a:latin typeface="Cascadia Mono SemiLight" panose="020B0609020000020004" pitchFamily="49" charset="0"/>
                <a:cs typeface="Cascadia Mono SemiLight" panose="020B0609020000020004" pitchFamily="49" charset="0"/>
              </a:rPr>
              <a:t> </a:t>
            </a:r>
            <a:r>
              <a:rPr lang="en-US" dirty="0">
                <a:solidFill>
                  <a:schemeClr val="accent4">
                    <a:lumMod val="50000"/>
                  </a:schemeClr>
                </a:solidFill>
                <a:latin typeface="Cascadia Mono SemiLight" panose="020B0609020000020004" pitchFamily="49" charset="0"/>
                <a:cs typeface="Cascadia Mono SemiLight" panose="020B0609020000020004" pitchFamily="49" charset="0"/>
              </a:rPr>
              <a:t>NULL</a:t>
            </a:r>
            <a:r>
              <a:rPr lang="en-US" dirty="0">
                <a:latin typeface="Cascadia Mono SemiLight" panose="020B0609020000020004" pitchFamily="49" charset="0"/>
                <a:cs typeface="Cascadia Mono SemiLight" panose="020B0609020000020004" pitchFamily="49" charset="0"/>
              </a:rPr>
              <a:t>,</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Город</a:t>
            </a: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CHAR</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6">
                    <a:lumMod val="75000"/>
                  </a:schemeClr>
                </a:solidFill>
                <a:latin typeface="Cascadia Mono SemiLight" panose="020B0609020000020004" pitchFamily="49" charset="0"/>
                <a:cs typeface="Cascadia Mono SemiLight" panose="020B0609020000020004" pitchFamily="49" charset="0"/>
              </a:rPr>
              <a:t>10</a:t>
            </a:r>
            <a:r>
              <a:rPr lang="en-US" sz="2000" dirty="0">
                <a:latin typeface="Cascadia Mono SemiLight" panose="020B0609020000020004" pitchFamily="49" charset="0"/>
                <a:cs typeface="Cascadia Mono SemiLight" panose="020B0609020000020004" pitchFamily="49" charset="0"/>
              </a:rPr>
              <a:t>)</a:t>
            </a:r>
            <a:r>
              <a:rPr lang="en-US" dirty="0">
                <a:latin typeface="Cascadia Mono SemiLight" panose="020B0609020000020004" pitchFamily="49" charset="0"/>
                <a:cs typeface="Cascadia Mono SemiLight" panose="020B0609020000020004" pitchFamily="49" charset="0"/>
              </a:rPr>
              <a:t>,</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рейтинг</a:t>
            </a: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dirty="0">
                <a:latin typeface="Cascadia Mono SemiLight" panose="020B0609020000020004" pitchFamily="49" charset="0"/>
                <a:cs typeface="Cascadia Mono SemiLight" panose="020B0609020000020004" pitchFamily="49" charset="0"/>
              </a:rPr>
              <a:t>,</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продавец</a:t>
            </a:r>
            <a:r>
              <a:rPr lang="en-US" dirty="0">
                <a:latin typeface="Cascadia Mono SemiLight" panose="020B0609020000020004" pitchFamily="49" charset="0"/>
                <a:cs typeface="Cascadia Mono SemiLight" panose="020B0609020000020004" pitchFamily="49" charset="0"/>
              </a:rPr>
              <a:t>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CONSTRAINT</a:t>
            </a:r>
            <a:r>
              <a:rPr lang="en-US" dirty="0">
                <a:latin typeface="Cascadia Mono SemiLight" panose="020B0609020000020004" pitchFamily="49" charset="0"/>
                <a:cs typeface="Cascadia Mono SemiLight" panose="020B0609020000020004" pitchFamily="49" charset="0"/>
              </a:rPr>
              <a:t> </a:t>
            </a:r>
            <a:r>
              <a:rPr lang="ru-RU" dirty="0" err="1">
                <a:latin typeface="Cascadia Mono SemiLight" panose="020B0609020000020004" pitchFamily="49" charset="0"/>
                <a:cs typeface="Cascadia Mono SemiLight" panose="020B0609020000020004" pitchFamily="49" charset="0"/>
              </a:rPr>
              <a:t>ВК_Продавец</a:t>
            </a:r>
            <a:r>
              <a:rPr lang="ru-RU"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REFERENCES</a:t>
            </a:r>
            <a:r>
              <a:rPr lang="en-US"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ПРОДАВЦЫ</a:t>
            </a:r>
            <a:br>
              <a:rPr lang="ru-RU"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a:t>
            </a:r>
            <a:endParaRPr lang="ru-RU" dirty="0">
              <a:latin typeface="Cascadia Mono SemiLight" panose="020B0609020000020004" pitchFamily="49" charset="0"/>
              <a:cs typeface="Cascadia Mono SemiLight" panose="020B0609020000020004" pitchFamily="49" charset="0"/>
            </a:endParaRPr>
          </a:p>
          <a:p>
            <a:pPr marL="0" indent="0">
              <a:buNone/>
            </a:pPr>
            <a:endParaRPr lang="en-US" dirty="0">
              <a:latin typeface="Cascadia Mono SemiLight" panose="020B0609020000020004" pitchFamily="49" charset="0"/>
              <a:cs typeface="Cascadia Mono SemiLight" panose="020B0609020000020004" pitchFamily="49" charset="0"/>
            </a:endParaRPr>
          </a:p>
        </p:txBody>
      </p:sp>
      <p:sp>
        <p:nvSpPr>
          <p:cNvPr id="4" name="Title 3">
            <a:extLst>
              <a:ext uri="{FF2B5EF4-FFF2-40B4-BE49-F238E27FC236}">
                <a16:creationId xmlns:a16="http://schemas.microsoft.com/office/drawing/2014/main" id="{64AFE5DA-7174-AF43-4E83-C7ADEFAB33D8}"/>
              </a:ext>
            </a:extLst>
          </p:cNvPr>
          <p:cNvSpPr>
            <a:spLocks noGrp="1"/>
          </p:cNvSpPr>
          <p:nvPr>
            <p:ph type="title"/>
          </p:nvPr>
        </p:nvSpPr>
        <p:spPr/>
        <p:txBody>
          <a:bodyPr/>
          <a:lstStyle/>
          <a:p>
            <a:r>
              <a:rPr lang="en-US" dirty="0"/>
              <a:t>SQL: </a:t>
            </a:r>
            <a:r>
              <a:rPr lang="ru-RU" dirty="0"/>
              <a:t>Примеры создания таблиц (1)</a:t>
            </a:r>
            <a:endParaRPr lang="en-US" dirty="0"/>
          </a:p>
        </p:txBody>
      </p:sp>
      <p:pic>
        <p:nvPicPr>
          <p:cNvPr id="10" name="Picture 9">
            <a:hlinkClick r:id="rId3"/>
            <a:extLst>
              <a:ext uri="{FF2B5EF4-FFF2-40B4-BE49-F238E27FC236}">
                <a16:creationId xmlns:a16="http://schemas.microsoft.com/office/drawing/2014/main" id="{41AACC00-1A08-2622-D3DA-29905AEADD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3654" y="1419225"/>
            <a:ext cx="986198" cy="986198"/>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41106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47AB-7826-371E-467F-63BB8B1F98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502F6F-C126-0023-FC5C-ACED8AE9E75E}"/>
              </a:ext>
            </a:extLst>
          </p:cNvPr>
          <p:cNvSpPr>
            <a:spLocks noGrp="1"/>
          </p:cNvSpPr>
          <p:nvPr>
            <p:ph type="sldNum" sz="quarter" idx="12"/>
          </p:nvPr>
        </p:nvSpPr>
        <p:spPr/>
        <p:txBody>
          <a:bodyPr/>
          <a:lstStyle/>
          <a:p>
            <a:fld id="{C12E5AAC-331B-4A22-A01D-802D40030460}" type="slidenum">
              <a:rPr lang="en-US" smtClean="0"/>
              <a:pPr/>
              <a:t>28</a:t>
            </a:fld>
            <a:endParaRPr lang="en-US" dirty="0"/>
          </a:p>
        </p:txBody>
      </p:sp>
      <p:sp>
        <p:nvSpPr>
          <p:cNvPr id="3" name="Text Placeholder 2">
            <a:extLst>
              <a:ext uri="{FF2B5EF4-FFF2-40B4-BE49-F238E27FC236}">
                <a16:creationId xmlns:a16="http://schemas.microsoft.com/office/drawing/2014/main" id="{DCCFB48E-6000-6344-FCC7-E8ECC61F6FEC}"/>
              </a:ext>
            </a:extLst>
          </p:cNvPr>
          <p:cNvSpPr>
            <a:spLocks noGrp="1"/>
          </p:cNvSpPr>
          <p:nvPr>
            <p:ph type="body" sz="quarter" idx="13"/>
          </p:nvPr>
        </p:nvSpPr>
        <p:spPr/>
        <p:txBody>
          <a:bodyPr>
            <a:normAutofit lnSpcReduction="10000"/>
          </a:bodyPr>
          <a:lstStyle/>
          <a:p>
            <a:pPr marL="0" indent="0">
              <a:lnSpc>
                <a:spcPct val="110000"/>
              </a:lnSpc>
              <a:spcBef>
                <a:spcPts val="600"/>
              </a:spcBef>
              <a:buFont typeface="Wingdings" pitchFamily="2" charset="2"/>
              <a:buNone/>
            </a:pP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CREATE TABLE</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ЗАКАЗЫ </a:t>
            </a:r>
            <a:r>
              <a:rPr lang="en-US" sz="2000" dirty="0">
                <a:latin typeface="Cascadia Mono SemiLight" panose="020B0609020000020004" pitchFamily="49" charset="0"/>
                <a:cs typeface="Cascadia Mono SemiLight" panose="020B0609020000020004" pitchFamily="49" charset="0"/>
              </a:rPr>
              <a:t>(</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a:t>
            </a:r>
            <a:r>
              <a:rPr lang="ru-RU" dirty="0">
                <a:latin typeface="Cascadia Mono SemiLight" panose="020B0609020000020004" pitchFamily="49" charset="0"/>
                <a:cs typeface="Cascadia Mono SemiLight" panose="020B0609020000020004" pitchFamily="49" charset="0"/>
              </a:rPr>
              <a:t>номер</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4">
                    <a:lumMod val="50000"/>
                  </a:schemeClr>
                </a:solidFill>
                <a:latin typeface="Cascadia Mono SemiLight" panose="020B0609020000020004" pitchFamily="49" charset="0"/>
                <a:cs typeface="Cascadia Mono SemiLight" panose="020B0609020000020004" pitchFamily="49" charset="0"/>
              </a:rPr>
              <a:t>NULL</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PRIMARY KEY</a:t>
            </a:r>
            <a:r>
              <a:rPr lang="en-US" sz="2000" dirty="0">
                <a:latin typeface="Cascadia Mono SemiLight" panose="020B0609020000020004" pitchFamily="49" charset="0"/>
                <a:cs typeface="Cascadia Mono SemiLight" panose="020B0609020000020004" pitchFamily="49" charset="0"/>
              </a:rPr>
              <a:t>,</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сумма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DECIMAL</a:t>
            </a:r>
            <a:r>
              <a:rPr lang="en-US" sz="2000" dirty="0">
                <a:latin typeface="Cascadia Mono SemiLight" panose="020B0609020000020004" pitchFamily="49" charset="0"/>
                <a:cs typeface="Cascadia Mono SemiLight" panose="020B0609020000020004" pitchFamily="49" charset="0"/>
              </a:rPr>
              <a:t>,</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дата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DATE</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 NULL</a:t>
            </a:r>
            <a:r>
              <a:rPr lang="en-US" sz="2000" dirty="0">
                <a:latin typeface="Cascadia Mono SemiLight" panose="020B0609020000020004" pitchFamily="49" charset="0"/>
                <a:cs typeface="Cascadia Mono SemiLight" panose="020B0609020000020004" pitchFamily="49" charset="0"/>
              </a:rPr>
              <a:t>,</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покупатель</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4">
                    <a:lumMod val="50000"/>
                  </a:schemeClr>
                </a:solidFill>
                <a:latin typeface="Cascadia Mono SemiLight" panose="020B0609020000020004" pitchFamily="49" charset="0"/>
                <a:cs typeface="Cascadia Mono SemiLight" panose="020B0609020000020004" pitchFamily="49" charset="0"/>
              </a:rPr>
              <a:t>NULL</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REFERENCES</a:t>
            </a:r>
            <a:r>
              <a:rPr lang="ru-RU" sz="2000" dirty="0">
                <a:latin typeface="Cascadia Mono SemiLight" panose="020B0609020000020004" pitchFamily="49" charset="0"/>
                <a:cs typeface="Cascadia Mono SemiLight" panose="020B0609020000020004" pitchFamily="49" charset="0"/>
              </a:rPr>
              <a:t> ПОКУПАТЕЛИ </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ON UPDATE CASCADE ON DELETE CASCADE</a:t>
            </a:r>
            <a:r>
              <a:rPr lang="en-US" sz="2000" dirty="0">
                <a:latin typeface="Cascadia Mono SemiLight" panose="020B0609020000020004" pitchFamily="49" charset="0"/>
                <a:cs typeface="Cascadia Mono SemiLight" panose="020B0609020000020004" pitchFamily="49" charset="0"/>
              </a:rPr>
              <a:t>,</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продавец</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NOT NULL REFERENCES</a:t>
            </a:r>
            <a:r>
              <a:rPr lang="ru-RU" sz="2000" dirty="0">
                <a:solidFill>
                  <a:schemeClr val="accent1">
                    <a:lumMod val="75000"/>
                  </a:schemeClr>
                </a:solidFill>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ПРОДАВЦЫ(номер)</a:t>
            </a:r>
            <a:r>
              <a:rPr lang="ru-RU" sz="2000" dirty="0">
                <a:solidFill>
                  <a:schemeClr val="accent1"/>
                </a:solidFill>
                <a:latin typeface="Cascadia Mono SemiLight" panose="020B0609020000020004" pitchFamily="49" charset="0"/>
                <a:cs typeface="Cascadia Mono SemiLight" panose="020B0609020000020004" pitchFamily="49" charset="0"/>
              </a:rPr>
              <a:t> </a:t>
            </a:r>
            <a:br>
              <a:rPr lang="ru-RU" sz="2000" dirty="0">
                <a:solidFill>
                  <a:schemeClr val="accent1"/>
                </a:solidFill>
                <a:latin typeface="Cascadia Mono SemiLight" panose="020B0609020000020004" pitchFamily="49" charset="0"/>
                <a:cs typeface="Cascadia Mono SemiLight" panose="020B0609020000020004" pitchFamily="49" charset="0"/>
              </a:rPr>
            </a:br>
            <a:r>
              <a:rPr lang="ru-RU"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ON UPDATE CASCADE</a:t>
            </a:r>
            <a:r>
              <a:rPr lang="ru-RU" sz="2000" dirty="0">
                <a:solidFill>
                  <a:schemeClr val="accent1">
                    <a:lumMod val="75000"/>
                  </a:schemeClr>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ON DELETE SET </a:t>
            </a:r>
            <a:r>
              <a:rPr lang="en-US" sz="2000" dirty="0">
                <a:solidFill>
                  <a:schemeClr val="accent4">
                    <a:lumMod val="50000"/>
                  </a:schemeClr>
                </a:solidFill>
                <a:latin typeface="Cascadia Mono SemiLight" panose="020B0609020000020004" pitchFamily="49" charset="0"/>
                <a:cs typeface="Cascadia Mono SemiLight" panose="020B0609020000020004" pitchFamily="49" charset="0"/>
              </a:rPr>
              <a:t>NULL</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 </a:t>
            </a:r>
            <a:br>
              <a:rPr lang="ru-RU" sz="2000" dirty="0">
                <a:latin typeface="Cascadia Mono SemiLight" panose="020B0609020000020004" pitchFamily="49" charset="0"/>
                <a:cs typeface="Cascadia Mono SemiLight" panose="020B0609020000020004" pitchFamily="49" charset="0"/>
              </a:rPr>
            </a:br>
            <a:r>
              <a:rPr lang="en-US" sz="2000" dirty="0">
                <a:latin typeface="Cascadia Mono SemiLight" panose="020B0609020000020004" pitchFamily="49" charset="0"/>
                <a:cs typeface="Cascadia Mono SemiLight" panose="020B0609020000020004" pitchFamily="49" charset="0"/>
              </a:rPr>
              <a:t>);</a:t>
            </a:r>
            <a:endParaRPr lang="en-US" dirty="0">
              <a:latin typeface="Cascadia Mono SemiLight" panose="020B0609020000020004" pitchFamily="49" charset="0"/>
              <a:cs typeface="Cascadia Mono SemiLight" panose="020B0609020000020004" pitchFamily="49" charset="0"/>
            </a:endParaRPr>
          </a:p>
        </p:txBody>
      </p:sp>
      <p:sp>
        <p:nvSpPr>
          <p:cNvPr id="4" name="Title 3">
            <a:extLst>
              <a:ext uri="{FF2B5EF4-FFF2-40B4-BE49-F238E27FC236}">
                <a16:creationId xmlns:a16="http://schemas.microsoft.com/office/drawing/2014/main" id="{5E77DDA6-7EA3-07AA-6E2E-048104F83833}"/>
              </a:ext>
            </a:extLst>
          </p:cNvPr>
          <p:cNvSpPr>
            <a:spLocks noGrp="1"/>
          </p:cNvSpPr>
          <p:nvPr>
            <p:ph type="title"/>
          </p:nvPr>
        </p:nvSpPr>
        <p:spPr/>
        <p:txBody>
          <a:bodyPr/>
          <a:lstStyle/>
          <a:p>
            <a:r>
              <a:rPr lang="en-US" dirty="0"/>
              <a:t>SQL: </a:t>
            </a:r>
            <a:r>
              <a:rPr lang="ru-RU" dirty="0"/>
              <a:t>Примеры создания таблиц (2)</a:t>
            </a:r>
            <a:endParaRPr lang="en-US" dirty="0"/>
          </a:p>
        </p:txBody>
      </p:sp>
    </p:spTree>
    <p:extLst>
      <p:ext uri="{BB962C8B-B14F-4D97-AF65-F5344CB8AC3E}">
        <p14:creationId xmlns:p14="http://schemas.microsoft.com/office/powerpoint/2010/main" val="3868958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8D67A8-4088-F948-6D90-03D4D9EE680F}"/>
              </a:ext>
            </a:extLst>
          </p:cNvPr>
          <p:cNvSpPr>
            <a:spLocks noGrp="1"/>
          </p:cNvSpPr>
          <p:nvPr>
            <p:ph type="sldNum" sz="quarter" idx="12"/>
          </p:nvPr>
        </p:nvSpPr>
        <p:spPr/>
        <p:txBody>
          <a:bodyPr/>
          <a:lstStyle/>
          <a:p>
            <a:fld id="{C12E5AAC-331B-4A22-A01D-802D40030460}" type="slidenum">
              <a:rPr lang="en-US" smtClean="0"/>
              <a:pPr/>
              <a:t>29</a:t>
            </a:fld>
            <a:endParaRPr lang="en-US" dirty="0"/>
          </a:p>
        </p:txBody>
      </p:sp>
      <p:sp>
        <p:nvSpPr>
          <p:cNvPr id="5" name="Text Placeholder 4">
            <a:extLst>
              <a:ext uri="{FF2B5EF4-FFF2-40B4-BE49-F238E27FC236}">
                <a16:creationId xmlns:a16="http://schemas.microsoft.com/office/drawing/2014/main" id="{860DAD18-AA58-4E42-69B0-B396EC9CDF82}"/>
              </a:ext>
            </a:extLst>
          </p:cNvPr>
          <p:cNvSpPr>
            <a:spLocks noGrp="1"/>
          </p:cNvSpPr>
          <p:nvPr>
            <p:ph type="body" sz="quarter" idx="13"/>
          </p:nvPr>
        </p:nvSpPr>
        <p:spPr/>
        <p:txBody>
          <a:bodyPr/>
          <a:lstStyle/>
          <a:p>
            <a:pPr marL="0" indent="0">
              <a:lnSpc>
                <a:spcPct val="100000"/>
              </a:lnSpc>
              <a:spcBef>
                <a:spcPts val="600"/>
              </a:spcBef>
              <a:buFont typeface="Wingdings" pitchFamily="2" charset="2"/>
              <a:buNone/>
              <a:defRPr/>
            </a:pP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CREATE TABLE</a:t>
            </a:r>
            <a:r>
              <a:rPr lang="ru-RU" dirty="0">
                <a:solidFill>
                  <a:schemeClr val="accent1"/>
                </a:solidFill>
                <a:latin typeface="Cascadia Mono SemiLight" panose="020B0609020000020004" pitchFamily="49" charset="0"/>
                <a:cs typeface="Cascadia Mono SemiLight" panose="020B0609020000020004" pitchFamily="49" charset="0"/>
              </a:rPr>
              <a:t> </a:t>
            </a:r>
            <a:r>
              <a:rPr lang="en-US" dirty="0">
                <a:solidFill>
                  <a:srgbClr val="FF0000"/>
                </a:solidFill>
                <a:latin typeface="Cascadia Mono SemiLight" panose="020B0609020000020004" pitchFamily="49" charset="0"/>
                <a:cs typeface="Cascadia Mono SemiLight" panose="020B0609020000020004" pitchFamily="49" charset="0"/>
              </a:rPr>
              <a:t>Employees</a:t>
            </a:r>
            <a:r>
              <a:rPr lang="en-US" dirty="0">
                <a:solidFill>
                  <a:schemeClr val="bg2">
                    <a:lumMod val="60000"/>
                    <a:lumOff val="40000"/>
                  </a:schemeClr>
                </a:solidFill>
                <a:latin typeface="Cascadia Mono SemiLight" panose="020B0609020000020004" pitchFamily="49" charset="0"/>
                <a:cs typeface="Cascadia Mono SemiLight" panose="020B0609020000020004" pitchFamily="49" charset="0"/>
              </a:rPr>
              <a:t> </a:t>
            </a:r>
            <a:r>
              <a:rPr lang="en-US" dirty="0">
                <a:latin typeface="Cascadia Mono SemiLight" panose="020B0609020000020004" pitchFamily="49" charset="0"/>
                <a:cs typeface="Cascadia Mono SemiLight" panose="020B0609020000020004" pitchFamily="49" charset="0"/>
              </a:rPr>
              <a:t>(</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ID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dirty="0">
                <a:solidFill>
                  <a:schemeClr val="accent1"/>
                </a:solidFill>
                <a:latin typeface="Cascadia Mono SemiLight" panose="020B0609020000020004" pitchFamily="49" charset="0"/>
                <a:cs typeface="Cascadia Mono SemiLight" panose="020B0609020000020004" pitchFamily="49" charset="0"/>
              </a:rPr>
              <a:t> NULL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PRIMARY</a:t>
            </a:r>
            <a:r>
              <a:rPr lang="en-US" dirty="0">
                <a:solidFill>
                  <a:schemeClr val="accent1"/>
                </a:solidFill>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KEY</a:t>
            </a:r>
            <a:r>
              <a:rPr lang="en-US" dirty="0">
                <a:latin typeface="Cascadia Mono SemiLight" panose="020B0609020000020004" pitchFamily="49" charset="0"/>
                <a:cs typeface="Cascadia Mono SemiLight" panose="020B0609020000020004" pitchFamily="49" charset="0"/>
              </a:rPr>
              <a:t>,</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name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CHAR</a:t>
            </a:r>
            <a:r>
              <a:rPr lang="en-US" dirty="0">
                <a:latin typeface="Cascadia Mono SemiLight" panose="020B0609020000020004" pitchFamily="49" charset="0"/>
                <a:cs typeface="Cascadia Mono SemiLight" panose="020B0609020000020004" pitchFamily="49" charset="0"/>
              </a:rPr>
              <a:t>(</a:t>
            </a:r>
            <a:r>
              <a:rPr lang="en-US" dirty="0">
                <a:solidFill>
                  <a:schemeClr val="accent6">
                    <a:lumMod val="75000"/>
                  </a:schemeClr>
                </a:solidFill>
                <a:latin typeface="Cascadia Mono SemiLight" panose="020B0609020000020004" pitchFamily="49" charset="0"/>
                <a:cs typeface="Cascadia Mono SemiLight" panose="020B0609020000020004" pitchFamily="49" charset="0"/>
              </a:rPr>
              <a:t>10</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NOT</a:t>
            </a:r>
            <a:r>
              <a:rPr lang="en-US" dirty="0">
                <a:solidFill>
                  <a:schemeClr val="accent1"/>
                </a:solidFill>
                <a:latin typeface="Cascadia Mono SemiLight" panose="020B0609020000020004" pitchFamily="49" charset="0"/>
                <a:cs typeface="Cascadia Mono SemiLight" panose="020B0609020000020004" pitchFamily="49" charset="0"/>
              </a:rPr>
              <a:t> NULL</a:t>
            </a:r>
            <a:r>
              <a:rPr lang="en-US" dirty="0">
                <a:latin typeface="Cascadia Mono SemiLight" panose="020B0609020000020004" pitchFamily="49" charset="0"/>
                <a:cs typeface="Cascadia Mono SemiLight" panose="020B0609020000020004" pitchFamily="49" charset="0"/>
              </a:rPr>
              <a:t>,</a:t>
            </a:r>
            <a:br>
              <a:rPr lang="en-US" dirty="0">
                <a:latin typeface="Cascadia Mono SemiLight" panose="020B0609020000020004" pitchFamily="49" charset="0"/>
                <a:cs typeface="Cascadia Mono SemiLight" panose="020B0609020000020004" pitchFamily="49" charset="0"/>
              </a:rPr>
            </a:br>
            <a:r>
              <a:rPr lang="en-US" dirty="0">
                <a:latin typeface="Cascadia Mono SemiLight" panose="020B0609020000020004" pitchFamily="49" charset="0"/>
                <a:cs typeface="Cascadia Mono SemiLight" panose="020B0609020000020004" pitchFamily="49" charset="0"/>
              </a:rPr>
              <a:t>  manager </a:t>
            </a:r>
            <a:r>
              <a:rPr lang="en-US" dirty="0">
                <a:solidFill>
                  <a:schemeClr val="accent2">
                    <a:lumMod val="75000"/>
                  </a:schemeClr>
                </a:solidFill>
                <a:latin typeface="Cascadia Mono SemiLight" panose="020B0609020000020004" pitchFamily="49" charset="0"/>
                <a:cs typeface="Cascadia Mono SemiLight" panose="020B0609020000020004" pitchFamily="49" charset="0"/>
              </a:rPr>
              <a:t>INTEGER</a:t>
            </a:r>
            <a:r>
              <a:rPr lang="en-US" dirty="0">
                <a:latin typeface="Cascadia Mono SemiLight" panose="020B0609020000020004" pitchFamily="49" charset="0"/>
                <a:cs typeface="Cascadia Mono SemiLight" panose="020B0609020000020004" pitchFamily="49" charset="0"/>
              </a:rPr>
              <a:t> </a:t>
            </a:r>
            <a:r>
              <a:rPr lang="en-US" dirty="0">
                <a:solidFill>
                  <a:schemeClr val="accent1">
                    <a:lumMod val="75000"/>
                  </a:schemeClr>
                </a:solidFill>
                <a:latin typeface="Cascadia Mono SemiLight" panose="020B0609020000020004" pitchFamily="49" charset="0"/>
                <a:cs typeface="Cascadia Mono SemiLight" panose="020B0609020000020004" pitchFamily="49" charset="0"/>
              </a:rPr>
              <a:t>REFERENCES</a:t>
            </a:r>
            <a:r>
              <a:rPr lang="en-US" dirty="0">
                <a:latin typeface="Cascadia Mono SemiLight" panose="020B0609020000020004" pitchFamily="49" charset="0"/>
                <a:cs typeface="Cascadia Mono SemiLight" panose="020B0609020000020004" pitchFamily="49" charset="0"/>
              </a:rPr>
              <a:t> </a:t>
            </a:r>
            <a:r>
              <a:rPr lang="en-US" dirty="0">
                <a:solidFill>
                  <a:srgbClr val="FF0000"/>
                </a:solidFill>
                <a:latin typeface="Cascadia Mono SemiLight" panose="020B0609020000020004" pitchFamily="49" charset="0"/>
                <a:cs typeface="Cascadia Mono SemiLight" panose="020B0609020000020004" pitchFamily="49" charset="0"/>
              </a:rPr>
              <a:t>Employees</a:t>
            </a:r>
            <a:br>
              <a:rPr lang="en-US" sz="1800" dirty="0">
                <a:latin typeface="Cascadia Mono SemiLight" panose="020B0609020000020004" pitchFamily="49" charset="0"/>
                <a:cs typeface="Cascadia Mono SemiLight" panose="020B0609020000020004" pitchFamily="49" charset="0"/>
              </a:rPr>
            </a:br>
            <a:r>
              <a:rPr lang="en-US" sz="1800" dirty="0">
                <a:latin typeface="Cascadia Mono SemiLight" panose="020B0609020000020004" pitchFamily="49" charset="0"/>
                <a:cs typeface="Cascadia Mono SemiLight" panose="020B0609020000020004" pitchFamily="49" charset="0"/>
              </a:rPr>
              <a:t>)</a:t>
            </a:r>
            <a:endParaRPr lang="ru-RU" sz="1800" dirty="0">
              <a:latin typeface="Cascadia Mono SemiLight" panose="020B0609020000020004" pitchFamily="49" charset="0"/>
              <a:cs typeface="Cascadia Mono SemiLight" panose="020B0609020000020004" pitchFamily="49" charset="0"/>
            </a:endParaRPr>
          </a:p>
          <a:p>
            <a:pPr marL="0" indent="0">
              <a:lnSpc>
                <a:spcPct val="100000"/>
              </a:lnSpc>
              <a:spcBef>
                <a:spcPts val="600"/>
              </a:spcBef>
              <a:buNone/>
            </a:pPr>
            <a:endParaRPr lang="en-US" dirty="0"/>
          </a:p>
        </p:txBody>
      </p:sp>
      <p:sp>
        <p:nvSpPr>
          <p:cNvPr id="6" name="Text Placeholder 5">
            <a:extLst>
              <a:ext uri="{FF2B5EF4-FFF2-40B4-BE49-F238E27FC236}">
                <a16:creationId xmlns:a16="http://schemas.microsoft.com/office/drawing/2014/main" id="{E6B12297-5DED-5988-604D-3C383FED461B}"/>
              </a:ext>
            </a:extLst>
          </p:cNvPr>
          <p:cNvSpPr>
            <a:spLocks noGrp="1"/>
          </p:cNvSpPr>
          <p:nvPr>
            <p:ph type="body" sz="quarter" idx="14"/>
          </p:nvPr>
        </p:nvSpPr>
        <p:spPr/>
        <p:txBody>
          <a:bodyPr/>
          <a:lstStyle/>
          <a:p>
            <a:r>
              <a:rPr lang="ru-RU" dirty="0"/>
              <a:t>Рекурсивные структуры</a:t>
            </a:r>
            <a:endParaRPr lang="en-US" dirty="0"/>
          </a:p>
        </p:txBody>
      </p:sp>
      <p:sp>
        <p:nvSpPr>
          <p:cNvPr id="4" name="Title 3">
            <a:extLst>
              <a:ext uri="{FF2B5EF4-FFF2-40B4-BE49-F238E27FC236}">
                <a16:creationId xmlns:a16="http://schemas.microsoft.com/office/drawing/2014/main" id="{FDB41B2E-9262-DF81-E376-163F63830E6E}"/>
              </a:ext>
            </a:extLst>
          </p:cNvPr>
          <p:cNvSpPr>
            <a:spLocks noGrp="1"/>
          </p:cNvSpPr>
          <p:nvPr>
            <p:ph type="title"/>
          </p:nvPr>
        </p:nvSpPr>
        <p:spPr/>
        <p:txBody>
          <a:bodyPr/>
          <a:lstStyle/>
          <a:p>
            <a:r>
              <a:rPr lang="en-US" dirty="0"/>
              <a:t>SQL: </a:t>
            </a:r>
            <a:r>
              <a:rPr lang="ru-RU" dirty="0"/>
              <a:t>Примеры создания таблиц (</a:t>
            </a:r>
            <a:r>
              <a:rPr lang="en-US" dirty="0"/>
              <a:t>3</a:t>
            </a:r>
            <a:r>
              <a:rPr lang="ru-RU" dirty="0"/>
              <a:t>)</a:t>
            </a:r>
            <a:endParaRPr lang="en-US" dirty="0"/>
          </a:p>
        </p:txBody>
      </p:sp>
      <p:pic>
        <p:nvPicPr>
          <p:cNvPr id="11" name="Picture 10">
            <a:hlinkClick r:id="rId2"/>
            <a:extLst>
              <a:ext uri="{FF2B5EF4-FFF2-40B4-BE49-F238E27FC236}">
                <a16:creationId xmlns:a16="http://schemas.microsoft.com/office/drawing/2014/main" id="{DFD1A749-BC78-EBD0-10B5-0D83BB7F8B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53852" y="1419225"/>
            <a:ext cx="936000" cy="93600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05805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F03EB-2A8C-B787-ACE8-5C2960B00F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B0CF37-E5B1-C883-5C99-09E44EF5804C}"/>
              </a:ext>
            </a:extLst>
          </p:cNvPr>
          <p:cNvSpPr>
            <a:spLocks noGrp="1"/>
          </p:cNvSpPr>
          <p:nvPr>
            <p:ph type="sldNum" sz="quarter" idx="12"/>
          </p:nvPr>
        </p:nvSpPr>
        <p:spPr/>
        <p:txBody>
          <a:bodyPr/>
          <a:lstStyle/>
          <a:p>
            <a:fld id="{C12E5AAC-331B-4A22-A01D-802D40030460}" type="slidenum">
              <a:rPr lang="en-US" smtClean="0"/>
              <a:pPr/>
              <a:t>30</a:t>
            </a:fld>
            <a:endParaRPr lang="en-US" dirty="0"/>
          </a:p>
        </p:txBody>
      </p:sp>
      <p:sp>
        <p:nvSpPr>
          <p:cNvPr id="6" name="Text Placeholder 5">
            <a:extLst>
              <a:ext uri="{FF2B5EF4-FFF2-40B4-BE49-F238E27FC236}">
                <a16:creationId xmlns:a16="http://schemas.microsoft.com/office/drawing/2014/main" id="{111FF4DE-9A5C-2CF5-41C5-43C08F5C8688}"/>
              </a:ext>
            </a:extLst>
          </p:cNvPr>
          <p:cNvSpPr>
            <a:spLocks noGrp="1"/>
          </p:cNvSpPr>
          <p:nvPr>
            <p:ph type="body" sz="quarter" idx="13"/>
          </p:nvPr>
        </p:nvSpPr>
        <p:spPr>
          <a:xfrm>
            <a:off x="350837" y="1419224"/>
            <a:ext cx="8541643" cy="3312765"/>
          </a:xfrm>
        </p:spPr>
        <p:txBody>
          <a:bodyPr>
            <a:normAutofit fontScale="92500"/>
          </a:bodyPr>
          <a:lstStyle/>
          <a:p>
            <a:pPr marL="0" indent="0">
              <a:lnSpc>
                <a:spcPct val="120000"/>
              </a:lnSpc>
              <a:spcBef>
                <a:spcPts val="600"/>
              </a:spcBef>
              <a:buFont typeface="Wingdings" pitchFamily="2" charset="2"/>
              <a:buNone/>
              <a:defRPr/>
            </a:pP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ALTER</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TABLE</a:t>
            </a:r>
            <a:r>
              <a:rPr lang="en-US" sz="2000" dirty="0">
                <a:latin typeface="Cascadia Mono SemiLight" panose="020B0609020000020004" pitchFamily="49" charset="0"/>
                <a:cs typeface="Cascadia Mono SemiLight" panose="020B0609020000020004" pitchFamily="49" charset="0"/>
              </a:rPr>
              <a:t> </a:t>
            </a:r>
            <a:r>
              <a:rPr lang="ru-RU" sz="2000" dirty="0" err="1">
                <a:latin typeface="Cascadia Mono SemiLight" panose="020B0609020000020004" pitchFamily="49" charset="0"/>
                <a:cs typeface="Cascadia Mono SemiLight" panose="020B0609020000020004" pitchFamily="49" charset="0"/>
              </a:rPr>
              <a:t>имя_таблицы</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 </a:t>
            </a:r>
            <a:r>
              <a:rPr lang="en-US" sz="2000" dirty="0">
                <a:latin typeface="Cascadia Mono SemiLight" panose="020B0609020000020004" pitchFamily="49" charset="0"/>
                <a:cs typeface="Cascadia Mono SemiLight" panose="020B0609020000020004" pitchFamily="49" charset="0"/>
              </a:rPr>
              <a:t>ADD</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COLUMN</a:t>
            </a:r>
            <a:r>
              <a:rPr lang="ru-RU" sz="2000" dirty="0">
                <a:latin typeface="Cascadia Mono SemiLight" panose="020B0609020000020004" pitchFamily="49" charset="0"/>
                <a:cs typeface="Cascadia Mono SemiLight" panose="020B0609020000020004" pitchFamily="49" charset="0"/>
              </a:rPr>
              <a:t>] </a:t>
            </a:r>
            <a:r>
              <a:rPr lang="ru-RU" sz="2000" dirty="0" err="1">
                <a:latin typeface="Cascadia Mono SemiLight" panose="020B0609020000020004" pitchFamily="49" charset="0"/>
                <a:cs typeface="Cascadia Mono SemiLight" panose="020B0609020000020004" pitchFamily="49" charset="0"/>
              </a:rPr>
              <a:t>имя_столбца</a:t>
            </a:r>
            <a:r>
              <a:rPr lang="ru-RU" sz="2000" dirty="0">
                <a:latin typeface="Cascadia Mono SemiLight" panose="020B0609020000020004" pitchFamily="49" charset="0"/>
                <a:cs typeface="Cascadia Mono SemiLight" panose="020B0609020000020004" pitchFamily="49" charset="0"/>
              </a:rPr>
              <a:t> &lt;</a:t>
            </a:r>
            <a:r>
              <a:rPr lang="ru-RU" sz="2000" dirty="0" err="1">
                <a:latin typeface="Cascadia Mono SemiLight" panose="020B0609020000020004" pitchFamily="49" charset="0"/>
                <a:cs typeface="Cascadia Mono SemiLight" panose="020B0609020000020004" pitchFamily="49" charset="0"/>
              </a:rPr>
              <a:t>определение_столбца</a:t>
            </a:r>
            <a:r>
              <a:rPr lang="ru-RU" sz="2000" dirty="0">
                <a:latin typeface="Cascadia Mono SemiLight" panose="020B0609020000020004" pitchFamily="49" charset="0"/>
                <a:cs typeface="Cascadia Mono SemiLight" panose="020B0609020000020004" pitchFamily="49" charset="0"/>
              </a:rPr>
              <a:t>&gt; }</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ALTER</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COLUMN</a:t>
            </a:r>
            <a:r>
              <a:rPr lang="ru-RU" sz="2000" dirty="0">
                <a:latin typeface="Cascadia Mono SemiLight" panose="020B0609020000020004" pitchFamily="49" charset="0"/>
                <a:cs typeface="Cascadia Mono SemiLight" panose="020B0609020000020004" pitchFamily="49" charset="0"/>
              </a:rPr>
              <a:t>] } </a:t>
            </a:r>
            <a:r>
              <a:rPr lang="ru-RU" sz="2000" dirty="0" err="1">
                <a:latin typeface="Cascadia Mono SemiLight" panose="020B0609020000020004" pitchFamily="49" charset="0"/>
                <a:cs typeface="Cascadia Mono SemiLight" panose="020B0609020000020004" pitchFamily="49" charset="0"/>
              </a:rPr>
              <a:t>имя_столбца</a:t>
            </a:r>
            <a:r>
              <a:rPr lang="ru-RU" sz="2000" dirty="0">
                <a:latin typeface="Cascadia Mono SemiLight" panose="020B0609020000020004" pitchFamily="49" charset="0"/>
                <a:cs typeface="Cascadia Mono SemiLight" panose="020B0609020000020004" pitchFamily="49" charset="0"/>
              </a:rPr>
              <a:t> &lt;</a:t>
            </a:r>
            <a:r>
              <a:rPr lang="ru-RU" sz="2000" dirty="0" err="1">
                <a:solidFill>
                  <a:schemeClr val="accent1"/>
                </a:solidFill>
                <a:latin typeface="Cascadia Mono SemiLight" panose="020B0609020000020004" pitchFamily="49" charset="0"/>
                <a:cs typeface="Cascadia Mono SemiLight" panose="020B0609020000020004" pitchFamily="49" charset="0"/>
              </a:rPr>
              <a:t>изменяющее_действие</a:t>
            </a:r>
            <a:r>
              <a:rPr lang="ru-RU" sz="2000" dirty="0">
                <a:latin typeface="Cascadia Mono SemiLight" panose="020B0609020000020004" pitchFamily="49" charset="0"/>
                <a:cs typeface="Cascadia Mono SemiLight" panose="020B0609020000020004" pitchFamily="49" charset="0"/>
              </a:rPr>
              <a:t>&gt; }</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DROP</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COLUMN</a:t>
            </a:r>
            <a:r>
              <a:rPr lang="ru-RU" sz="2000" dirty="0">
                <a:latin typeface="Cascadia Mono SemiLight" panose="020B0609020000020004" pitchFamily="49" charset="0"/>
                <a:cs typeface="Cascadia Mono SemiLight" panose="020B0609020000020004" pitchFamily="49" charset="0"/>
              </a:rPr>
              <a:t>] </a:t>
            </a:r>
            <a:r>
              <a:rPr lang="ru-RU" sz="2000" dirty="0" err="1">
                <a:latin typeface="Cascadia Mono SemiLight" panose="020B0609020000020004" pitchFamily="49" charset="0"/>
                <a:cs typeface="Cascadia Mono SemiLight" panose="020B0609020000020004" pitchFamily="49" charset="0"/>
              </a:rPr>
              <a:t>имя_столбца</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RESTRICT</a:t>
            </a:r>
            <a:r>
              <a:rPr lang="ru-RU"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CASCADE</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ADD</a:t>
            </a:r>
            <a:r>
              <a:rPr lang="ru-RU" sz="2000" dirty="0">
                <a:latin typeface="Cascadia Mono SemiLight" panose="020B0609020000020004" pitchFamily="49" charset="0"/>
                <a:cs typeface="Cascadia Mono SemiLight" panose="020B0609020000020004" pitchFamily="49" charset="0"/>
              </a:rPr>
              <a:t> &lt;</a:t>
            </a:r>
            <a:r>
              <a:rPr lang="ru-RU" dirty="0">
                <a:latin typeface="Cascadia Mono SemiLight" panose="020B0609020000020004" pitchFamily="49" charset="0"/>
                <a:cs typeface="Cascadia Mono SemiLight" panose="020B0609020000020004" pitchFamily="49" charset="0"/>
              </a:rPr>
              <a:t>ограничение</a:t>
            </a:r>
            <a:r>
              <a:rPr lang="en-US" dirty="0">
                <a:latin typeface="Cascadia Mono SemiLight" panose="020B0609020000020004" pitchFamily="49" charset="0"/>
                <a:cs typeface="Cascadia Mono SemiLight" panose="020B0609020000020004" pitchFamily="49" charset="0"/>
              </a:rPr>
              <a:t>_</a:t>
            </a:r>
            <a:r>
              <a:rPr lang="ru-RU" dirty="0">
                <a:latin typeface="Cascadia Mono SemiLight" panose="020B0609020000020004" pitchFamily="49" charset="0"/>
                <a:cs typeface="Cascadia Mono SemiLight" panose="020B0609020000020004" pitchFamily="49" charset="0"/>
              </a:rPr>
              <a:t>таблицы</a:t>
            </a:r>
            <a:r>
              <a:rPr lang="ru-RU" sz="2000" dirty="0">
                <a:latin typeface="Cascadia Mono SemiLight" panose="020B0609020000020004" pitchFamily="49" charset="0"/>
                <a:cs typeface="Cascadia Mono SemiLight" panose="020B0609020000020004" pitchFamily="49" charset="0"/>
              </a:rPr>
              <a:t>&gt; }</a:t>
            </a:r>
            <a:br>
              <a:rPr lang="ru-RU" sz="2000" dirty="0">
                <a:latin typeface="Cascadia Mono SemiLight" panose="020B0609020000020004" pitchFamily="49" charset="0"/>
                <a:cs typeface="Cascadia Mono SemiLight" panose="020B0609020000020004" pitchFamily="49" charset="0"/>
              </a:rPr>
            </a:br>
            <a:r>
              <a:rPr lang="ru-RU" sz="2000" dirty="0">
                <a:latin typeface="Cascadia Mono SemiLight" panose="020B0609020000020004" pitchFamily="49" charset="0"/>
                <a:cs typeface="Cascadia Mono SemiLight" panose="020B0609020000020004" pitchFamily="49" charset="0"/>
              </a:rPr>
              <a:t>  |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DROP</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CONSTRAINT</a:t>
            </a:r>
            <a:r>
              <a:rPr lang="en-US" sz="2000" dirty="0">
                <a:latin typeface="Cascadia Mono SemiLight" panose="020B0609020000020004" pitchFamily="49" charset="0"/>
                <a:cs typeface="Cascadia Mono SemiLight" panose="020B0609020000020004" pitchFamily="49" charset="0"/>
              </a:rPr>
              <a:t> </a:t>
            </a:r>
            <a:r>
              <a:rPr lang="ru-RU" sz="2000" dirty="0" err="1">
                <a:latin typeface="Cascadia Mono SemiLight" panose="020B0609020000020004" pitchFamily="49" charset="0"/>
                <a:cs typeface="Cascadia Mono SemiLight" panose="020B0609020000020004" pitchFamily="49" charset="0"/>
              </a:rPr>
              <a:t>имя_ограничения</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RESTRICT</a:t>
            </a:r>
            <a:r>
              <a:rPr lang="ru-RU"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CASCADE</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a:t>
            </a:r>
            <a:endParaRPr lang="en-US" sz="2000" dirty="0">
              <a:latin typeface="Cascadia Mono SemiLight" panose="020B0609020000020004" pitchFamily="49" charset="0"/>
              <a:cs typeface="Cascadia Mono SemiLight" panose="020B0609020000020004" pitchFamily="49" charset="0"/>
            </a:endParaRPr>
          </a:p>
          <a:p>
            <a:pPr marL="0" indent="0">
              <a:lnSpc>
                <a:spcPct val="120000"/>
              </a:lnSpc>
              <a:spcBef>
                <a:spcPts val="600"/>
              </a:spcBef>
              <a:buFont typeface="Wingdings" pitchFamily="2" charset="2"/>
              <a:buNone/>
              <a:defRPr/>
            </a:pPr>
            <a:r>
              <a:rPr lang="ru-RU" sz="2000" dirty="0">
                <a:latin typeface="Cascadia Mono SemiLight" panose="020B0609020000020004" pitchFamily="49" charset="0"/>
                <a:cs typeface="Cascadia Mono SemiLight" panose="020B0609020000020004" pitchFamily="49" charset="0"/>
              </a:rPr>
              <a:t>&lt;</a:t>
            </a:r>
            <a:r>
              <a:rPr lang="ru-RU" sz="2000" dirty="0" err="1">
                <a:solidFill>
                  <a:schemeClr val="accent1"/>
                </a:solidFill>
                <a:latin typeface="Cascadia Mono SemiLight" panose="020B0609020000020004" pitchFamily="49" charset="0"/>
                <a:cs typeface="Cascadia Mono SemiLight" panose="020B0609020000020004" pitchFamily="49" charset="0"/>
              </a:rPr>
              <a:t>изменяющее_действие</a:t>
            </a:r>
            <a:r>
              <a:rPr lang="ru-RU" sz="2000" b="1" dirty="0">
                <a:latin typeface="Cascadia Mono SemiLight" panose="020B0609020000020004" pitchFamily="49" charset="0"/>
                <a:cs typeface="Cascadia Mono SemiLight" panose="020B0609020000020004" pitchFamily="49" charset="0"/>
              </a:rPr>
              <a:t>&gt; ::= </a:t>
            </a:r>
            <a:r>
              <a:rPr lang="ru-RU"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SET</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DEFAULT</a:t>
            </a:r>
            <a:r>
              <a:rPr lang="en-US" sz="2000" dirty="0">
                <a:latin typeface="Cascadia Mono SemiLight" panose="020B0609020000020004" pitchFamily="49" charset="0"/>
                <a:cs typeface="Cascadia Mono SemiLight" panose="020B0609020000020004" pitchFamily="49" charset="0"/>
              </a:rPr>
              <a:t> &lt;</a:t>
            </a:r>
            <a:r>
              <a:rPr lang="ru-RU" sz="2000" dirty="0">
                <a:latin typeface="Cascadia Mono SemiLight" panose="020B0609020000020004" pitchFamily="49" charset="0"/>
                <a:cs typeface="Cascadia Mono SemiLight" panose="020B0609020000020004" pitchFamily="49" charset="0"/>
              </a:rPr>
              <a:t>выражение</a:t>
            </a:r>
            <a:r>
              <a:rPr lang="en-US" sz="2000" dirty="0">
                <a:latin typeface="Cascadia Mono SemiLight" panose="020B0609020000020004" pitchFamily="49" charset="0"/>
                <a:cs typeface="Cascadia Mono SemiLight" panose="020B0609020000020004" pitchFamily="49" charset="0"/>
              </a:rPr>
              <a:t>&gt;</a:t>
            </a:r>
            <a:r>
              <a:rPr lang="ru-RU" sz="2000" dirty="0">
                <a:latin typeface="Cascadia Mono SemiLight" panose="020B0609020000020004" pitchFamily="49" charset="0"/>
                <a:cs typeface="Cascadia Mono SemiLight" panose="020B0609020000020004" pitchFamily="49" charset="0"/>
              </a:rPr>
              <a:t> }</a:t>
            </a:r>
            <a:br>
              <a:rPr lang="en-US" sz="2000" dirty="0">
                <a:latin typeface="Cascadia Mono SemiLight" panose="020B0609020000020004" pitchFamily="49" charset="0"/>
                <a:cs typeface="Cascadia Mono SemiLight" panose="020B0609020000020004" pitchFamily="49" charset="0"/>
              </a:rPr>
            </a:b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 {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DROP</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DEFAULT</a:t>
            </a:r>
            <a:r>
              <a:rPr lang="en-US" sz="2000" dirty="0">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a:t>
            </a:r>
            <a:endParaRPr lang="en-US" sz="2000" dirty="0">
              <a:latin typeface="Cascadia Mono SemiLight" panose="020B0609020000020004" pitchFamily="49" charset="0"/>
              <a:cs typeface="Cascadia Mono SemiLight" panose="020B0609020000020004" pitchFamily="49" charset="0"/>
            </a:endParaRPr>
          </a:p>
        </p:txBody>
      </p:sp>
      <p:sp>
        <p:nvSpPr>
          <p:cNvPr id="5" name="Title 4">
            <a:extLst>
              <a:ext uri="{FF2B5EF4-FFF2-40B4-BE49-F238E27FC236}">
                <a16:creationId xmlns:a16="http://schemas.microsoft.com/office/drawing/2014/main" id="{37F3BFC1-3AAF-FFFB-080F-1FB789355096}"/>
              </a:ext>
            </a:extLst>
          </p:cNvPr>
          <p:cNvSpPr>
            <a:spLocks noGrp="1"/>
          </p:cNvSpPr>
          <p:nvPr>
            <p:ph type="title"/>
          </p:nvPr>
        </p:nvSpPr>
        <p:spPr/>
        <p:txBody>
          <a:bodyPr/>
          <a:lstStyle/>
          <a:p>
            <a:r>
              <a:rPr lang="en-US" dirty="0"/>
              <a:t>SQL: </a:t>
            </a:r>
            <a:r>
              <a:rPr lang="ru-RU" dirty="0"/>
              <a:t>Изменение определения таблицы</a:t>
            </a:r>
            <a:endParaRPr lang="en-US" dirty="0"/>
          </a:p>
        </p:txBody>
      </p:sp>
    </p:spTree>
    <p:extLst>
      <p:ext uri="{BB962C8B-B14F-4D97-AF65-F5344CB8AC3E}">
        <p14:creationId xmlns:p14="http://schemas.microsoft.com/office/powerpoint/2010/main" val="9921731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EFB401-7183-223D-4DC1-0D0209FDE88D}"/>
              </a:ext>
            </a:extLst>
          </p:cNvPr>
          <p:cNvSpPr>
            <a:spLocks noGrp="1"/>
          </p:cNvSpPr>
          <p:nvPr>
            <p:ph type="sldNum" sz="quarter" idx="12"/>
          </p:nvPr>
        </p:nvSpPr>
        <p:spPr/>
        <p:txBody>
          <a:bodyPr/>
          <a:lstStyle/>
          <a:p>
            <a:fld id="{C12E5AAC-331B-4A22-A01D-802D40030460}" type="slidenum">
              <a:rPr lang="en-US" smtClean="0"/>
              <a:pPr/>
              <a:t>31</a:t>
            </a:fld>
            <a:endParaRPr lang="en-US" dirty="0"/>
          </a:p>
        </p:txBody>
      </p:sp>
      <p:sp>
        <p:nvSpPr>
          <p:cNvPr id="6" name="Text Placeholder 5">
            <a:extLst>
              <a:ext uri="{FF2B5EF4-FFF2-40B4-BE49-F238E27FC236}">
                <a16:creationId xmlns:a16="http://schemas.microsoft.com/office/drawing/2014/main" id="{CB87C39A-9103-0D97-AAB3-176DC6E0735E}"/>
              </a:ext>
            </a:extLst>
          </p:cNvPr>
          <p:cNvSpPr>
            <a:spLocks noGrp="1"/>
          </p:cNvSpPr>
          <p:nvPr>
            <p:ph type="body" sz="quarter" idx="13"/>
          </p:nvPr>
        </p:nvSpPr>
        <p:spPr>
          <a:xfrm>
            <a:off x="350837" y="1419225"/>
            <a:ext cx="8541643" cy="3168750"/>
          </a:xfrm>
        </p:spPr>
        <p:txBody>
          <a:bodyPr>
            <a:normAutofit/>
          </a:bodyPr>
          <a:lstStyle/>
          <a:p>
            <a:pPr marL="0" indent="0">
              <a:lnSpc>
                <a:spcPct val="100000"/>
              </a:lnSpc>
              <a:buFont typeface="Wingdings" pitchFamily="2" charset="2"/>
              <a:buNone/>
              <a:defRPr/>
            </a:pP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ALTER</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TABLE</a:t>
            </a:r>
            <a:r>
              <a:rPr lang="en-US" sz="2000" dirty="0">
                <a:solidFill>
                  <a:schemeClr val="accent1"/>
                </a:solidFill>
                <a:latin typeface="Cascadia Mono SemiLight" panose="020B0609020000020004" pitchFamily="49" charset="0"/>
                <a:cs typeface="Cascadia Mono SemiLight" panose="020B0609020000020004" pitchFamily="49" charset="0"/>
              </a:rPr>
              <a:t> </a:t>
            </a:r>
            <a:r>
              <a:rPr lang="ru-RU" sz="2000" dirty="0">
                <a:latin typeface="Cascadia Mono SemiLight" panose="020B0609020000020004" pitchFamily="49" charset="0"/>
                <a:cs typeface="Cascadia Mono SemiLight" panose="020B0609020000020004" pitchFamily="49" charset="0"/>
              </a:rPr>
              <a:t>ПОКУПАТЕЛИ</a:t>
            </a:r>
            <a:r>
              <a:rPr lang="en-US" sz="2000" dirty="0">
                <a:latin typeface="Cascadia Mono SemiLight" panose="020B0609020000020004" pitchFamily="49" charset="0"/>
                <a:cs typeface="Cascadia Mono SemiLight" panose="020B0609020000020004" pitchFamily="49" charset="0"/>
              </a:rPr>
              <a:t> </a:t>
            </a:r>
            <a:br>
              <a:rPr lang="en-US" sz="2000" dirty="0">
                <a:latin typeface="Cascadia Mono SemiLight" panose="020B0609020000020004" pitchFamily="49" charset="0"/>
                <a:cs typeface="Cascadia Mono SemiLight" panose="020B0609020000020004" pitchFamily="49" charset="0"/>
              </a:rPr>
            </a:b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ADD</a:t>
            </a:r>
            <a:r>
              <a:rPr lang="en-US" sz="2000" dirty="0">
                <a:latin typeface="Cascadia Mono SemiLight" panose="020B0609020000020004" pitchFamily="49" charset="0"/>
                <a:cs typeface="Cascadia Mono SemiLight" panose="020B0609020000020004" pitchFamily="49" charset="0"/>
              </a:rPr>
              <a:t> country </a:t>
            </a:r>
            <a:r>
              <a:rPr lang="en-US" sz="2000" dirty="0">
                <a:solidFill>
                  <a:schemeClr val="accent2">
                    <a:lumMod val="75000"/>
                  </a:schemeClr>
                </a:solidFill>
                <a:latin typeface="Cascadia Mono SemiLight" panose="020B0609020000020004" pitchFamily="49" charset="0"/>
                <a:cs typeface="Cascadia Mono SemiLight" panose="020B0609020000020004" pitchFamily="49" charset="0"/>
              </a:rPr>
              <a:t>CHAR</a:t>
            </a:r>
            <a:r>
              <a:rPr lang="en-US" sz="2000" dirty="0">
                <a:latin typeface="Cascadia Mono SemiLight" panose="020B0609020000020004" pitchFamily="49" charset="0"/>
                <a:cs typeface="Cascadia Mono SemiLight" panose="020B0609020000020004" pitchFamily="49" charset="0"/>
              </a:rPr>
              <a:t>(</a:t>
            </a:r>
            <a:r>
              <a:rPr lang="en-US" sz="2000" dirty="0">
                <a:solidFill>
                  <a:schemeClr val="accent6">
                    <a:lumMod val="75000"/>
                  </a:schemeClr>
                </a:solidFill>
                <a:latin typeface="Cascadia Mono SemiLight" panose="020B0609020000020004" pitchFamily="49" charset="0"/>
                <a:cs typeface="Cascadia Mono SemiLight" panose="020B0609020000020004" pitchFamily="49" charset="0"/>
              </a:rPr>
              <a:t>10</a:t>
            </a:r>
            <a:r>
              <a:rPr lang="en-US" sz="2000" dirty="0">
                <a:latin typeface="Cascadia Mono SemiLight" panose="020B0609020000020004" pitchFamily="49" charset="0"/>
                <a:cs typeface="Cascadia Mono SemiLight" panose="020B0609020000020004" pitchFamily="49" charset="0"/>
              </a:rPr>
              <a:t>) </a:t>
            </a:r>
            <a:r>
              <a:rPr lang="en-US" sz="2000" dirty="0">
                <a:solidFill>
                  <a:schemeClr val="accent1">
                    <a:lumMod val="75000"/>
                  </a:schemeClr>
                </a:solidFill>
                <a:latin typeface="Cascadia Mono SemiLight" panose="020B0609020000020004" pitchFamily="49" charset="0"/>
                <a:cs typeface="Cascadia Mono SemiLight" panose="020B0609020000020004" pitchFamily="49" charset="0"/>
              </a:rPr>
              <a:t>DEFAULT</a:t>
            </a:r>
            <a:r>
              <a:rPr lang="en-US" sz="2000" dirty="0">
                <a:latin typeface="Cascadia Mono SemiLight" panose="020B0609020000020004" pitchFamily="49" charset="0"/>
                <a:cs typeface="Cascadia Mono SemiLight" panose="020B0609020000020004" pitchFamily="49" charset="0"/>
              </a:rPr>
              <a:t> </a:t>
            </a:r>
            <a:r>
              <a:rPr lang="en-US" dirty="0">
                <a:solidFill>
                  <a:srgbClr val="7030A0"/>
                </a:solidFill>
                <a:latin typeface="Cascadia Mono SemiLight" panose="020B0609020000020004" pitchFamily="49" charset="0"/>
                <a:cs typeface="Cascadia Mono SemiLight" panose="020B0609020000020004" pitchFamily="49" charset="0"/>
              </a:rPr>
              <a:t>'</a:t>
            </a:r>
            <a:r>
              <a:rPr lang="en-US" sz="2000" dirty="0">
                <a:solidFill>
                  <a:srgbClr val="7030A0"/>
                </a:solidFill>
                <a:latin typeface="Cascadia Mono SemiLight" panose="020B0609020000020004" pitchFamily="49" charset="0"/>
                <a:cs typeface="Cascadia Mono SemiLight" panose="020B0609020000020004" pitchFamily="49" charset="0"/>
              </a:rPr>
              <a:t>RUSSIA'</a:t>
            </a:r>
            <a:endParaRPr lang="ru-RU" sz="2000" dirty="0">
              <a:latin typeface="Cascadia Mono SemiLight" panose="020B0609020000020004" pitchFamily="49" charset="0"/>
              <a:cs typeface="Cascadia Mono SemiLight" panose="020B0609020000020004" pitchFamily="49" charset="0"/>
            </a:endParaRPr>
          </a:p>
        </p:txBody>
      </p:sp>
      <p:sp>
        <p:nvSpPr>
          <p:cNvPr id="5" name="Title 4">
            <a:extLst>
              <a:ext uri="{FF2B5EF4-FFF2-40B4-BE49-F238E27FC236}">
                <a16:creationId xmlns:a16="http://schemas.microsoft.com/office/drawing/2014/main" id="{A21225EA-DEDC-E9D3-B5DA-941F1184D39F}"/>
              </a:ext>
            </a:extLst>
          </p:cNvPr>
          <p:cNvSpPr>
            <a:spLocks noGrp="1"/>
          </p:cNvSpPr>
          <p:nvPr>
            <p:ph type="title"/>
          </p:nvPr>
        </p:nvSpPr>
        <p:spPr/>
        <p:txBody>
          <a:bodyPr/>
          <a:lstStyle/>
          <a:p>
            <a:r>
              <a:rPr lang="en-US" dirty="0"/>
              <a:t>SQL: </a:t>
            </a:r>
            <a:r>
              <a:rPr lang="ru-RU" dirty="0"/>
              <a:t>Изменение определения таблицы</a:t>
            </a:r>
            <a:endParaRPr lang="en-US" dirty="0"/>
          </a:p>
        </p:txBody>
      </p:sp>
      <p:pic>
        <p:nvPicPr>
          <p:cNvPr id="7" name="Picture 6">
            <a:hlinkClick r:id="rId3"/>
            <a:extLst>
              <a:ext uri="{FF2B5EF4-FFF2-40B4-BE49-F238E27FC236}">
                <a16:creationId xmlns:a16="http://schemas.microsoft.com/office/drawing/2014/main" id="{94B1D29C-B68B-FCD3-2153-6A1E78616E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53852" y="1419225"/>
            <a:ext cx="936000" cy="93600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12161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F3F404-389F-C9DB-38C2-7122228749ED}"/>
              </a:ext>
            </a:extLst>
          </p:cNvPr>
          <p:cNvSpPr>
            <a:spLocks noGrp="1"/>
          </p:cNvSpPr>
          <p:nvPr>
            <p:ph type="sldNum" sz="quarter" idx="12"/>
          </p:nvPr>
        </p:nvSpPr>
        <p:spPr/>
        <p:txBody>
          <a:bodyPr/>
          <a:lstStyle/>
          <a:p>
            <a:fld id="{C12E5AAC-331B-4A22-A01D-802D40030460}" type="slidenum">
              <a:rPr lang="en-US" smtClean="0"/>
              <a:pPr/>
              <a:t>32</a:t>
            </a:fld>
            <a:endParaRPr lang="en-US" dirty="0"/>
          </a:p>
        </p:txBody>
      </p:sp>
      <p:sp>
        <p:nvSpPr>
          <p:cNvPr id="3" name="Text Placeholder 2">
            <a:extLst>
              <a:ext uri="{FF2B5EF4-FFF2-40B4-BE49-F238E27FC236}">
                <a16:creationId xmlns:a16="http://schemas.microsoft.com/office/drawing/2014/main" id="{D6D20A14-2F8F-71A7-1659-3BEB8063B9A9}"/>
              </a:ext>
            </a:extLst>
          </p:cNvPr>
          <p:cNvSpPr>
            <a:spLocks noGrp="1"/>
          </p:cNvSpPr>
          <p:nvPr>
            <p:ph type="body" sz="quarter" idx="13"/>
          </p:nvPr>
        </p:nvSpPr>
        <p:spPr/>
        <p:txBody>
          <a:bodyPr>
            <a:normAutofit/>
          </a:bodyPr>
          <a:lstStyle/>
          <a:p>
            <a:pPr marL="0" indent="0">
              <a:buFont typeface="Wingdings" pitchFamily="2" charset="2"/>
              <a:buNone/>
              <a:defRPr/>
            </a:pPr>
            <a:r>
              <a:rPr lang="en-US" sz="1600" dirty="0">
                <a:solidFill>
                  <a:schemeClr val="accent1">
                    <a:lumMod val="75000"/>
                  </a:schemeClr>
                </a:solidFill>
                <a:latin typeface="Cascadia Mono SemiLight" panose="020B0609020000020004" pitchFamily="49" charset="0"/>
                <a:cs typeface="Cascadia Mono SemiLight" panose="020B0609020000020004" pitchFamily="49" charset="0"/>
              </a:rPr>
              <a:t>DROP TABLE</a:t>
            </a:r>
            <a:r>
              <a:rPr lang="en-US" sz="1600" dirty="0">
                <a:latin typeface="Cascadia Mono SemiLight" panose="020B0609020000020004" pitchFamily="49" charset="0"/>
                <a:cs typeface="Cascadia Mono SemiLight" panose="020B0609020000020004" pitchFamily="49" charset="0"/>
              </a:rPr>
              <a:t> </a:t>
            </a:r>
            <a:r>
              <a:rPr lang="ru-RU" sz="1600" dirty="0" err="1">
                <a:latin typeface="Cascadia Mono SemiLight" panose="020B0609020000020004" pitchFamily="49" charset="0"/>
                <a:cs typeface="Cascadia Mono SemiLight" panose="020B0609020000020004" pitchFamily="49" charset="0"/>
              </a:rPr>
              <a:t>имя_таблицы</a:t>
            </a:r>
            <a:r>
              <a:rPr lang="en-US" sz="1600" dirty="0">
                <a:latin typeface="Cascadia Mono SemiLight" panose="020B0609020000020004" pitchFamily="49" charset="0"/>
                <a:cs typeface="Cascadia Mono SemiLight" panose="020B0609020000020004" pitchFamily="49" charset="0"/>
              </a:rPr>
              <a:t> </a:t>
            </a:r>
            <a:r>
              <a:rPr lang="en-US" sz="1600" dirty="0">
                <a:solidFill>
                  <a:schemeClr val="accent1">
                    <a:lumMod val="75000"/>
                  </a:schemeClr>
                </a:solidFill>
                <a:latin typeface="Cascadia Mono SemiLight" panose="020B0609020000020004" pitchFamily="49" charset="0"/>
                <a:cs typeface="Cascadia Mono SemiLight" panose="020B0609020000020004" pitchFamily="49" charset="0"/>
              </a:rPr>
              <a:t>RESTRICT</a:t>
            </a:r>
            <a:r>
              <a:rPr lang="en-US" sz="1600" dirty="0">
                <a:latin typeface="Cascadia Mono SemiLight" panose="020B0609020000020004" pitchFamily="49" charset="0"/>
                <a:cs typeface="Cascadia Mono SemiLight" panose="020B0609020000020004" pitchFamily="49" charset="0"/>
              </a:rPr>
              <a:t> | </a:t>
            </a:r>
            <a:r>
              <a:rPr lang="en-US" sz="1600" dirty="0">
                <a:solidFill>
                  <a:schemeClr val="accent1">
                    <a:lumMod val="75000"/>
                  </a:schemeClr>
                </a:solidFill>
                <a:latin typeface="Cascadia Mono SemiLight" panose="020B0609020000020004" pitchFamily="49" charset="0"/>
                <a:cs typeface="Cascadia Mono SemiLight" panose="020B0609020000020004" pitchFamily="49" charset="0"/>
              </a:rPr>
              <a:t>CASCADE</a:t>
            </a:r>
            <a:endParaRPr lang="ru-RU" sz="1600" dirty="0">
              <a:solidFill>
                <a:schemeClr val="accent1">
                  <a:lumMod val="75000"/>
                </a:schemeClr>
              </a:solidFill>
              <a:latin typeface="Cascadia Mono SemiLight" panose="020B0609020000020004" pitchFamily="49" charset="0"/>
              <a:cs typeface="Cascadia Mono SemiLight" panose="020B0609020000020004" pitchFamily="49" charset="0"/>
            </a:endParaRPr>
          </a:p>
          <a:p>
            <a:pPr lvl="1"/>
            <a:r>
              <a:rPr lang="en-US" sz="1600" dirty="0">
                <a:solidFill>
                  <a:schemeClr val="accent1">
                    <a:lumMod val="75000"/>
                  </a:schemeClr>
                </a:solidFill>
                <a:latin typeface="Cascadia Mono SemiLight" panose="020B0609020000020004" pitchFamily="49" charset="0"/>
                <a:cs typeface="Cascadia Mono SemiLight" panose="020B0609020000020004" pitchFamily="49" charset="0"/>
              </a:rPr>
              <a:t>RESTRICT</a:t>
            </a:r>
            <a:r>
              <a:rPr lang="en-US" sz="1600" dirty="0"/>
              <a:t> </a:t>
            </a:r>
            <a:r>
              <a:rPr lang="ru-RU" sz="1600" dirty="0"/>
              <a:t>требует чтобы НЕ БЫЛО ссылок на удаляемую таблицу.</a:t>
            </a:r>
          </a:p>
          <a:p>
            <a:pPr lvl="1"/>
            <a:r>
              <a:rPr lang="en-US" sz="1600" dirty="0">
                <a:solidFill>
                  <a:schemeClr val="accent1">
                    <a:lumMod val="75000"/>
                  </a:schemeClr>
                </a:solidFill>
                <a:latin typeface="Cascadia Mono SemiLight" panose="020B0609020000020004" pitchFamily="49" charset="0"/>
                <a:cs typeface="Cascadia Mono SemiLight" panose="020B0609020000020004" pitchFamily="49" charset="0"/>
              </a:rPr>
              <a:t>CASCADE</a:t>
            </a:r>
            <a:r>
              <a:rPr lang="ru-RU" sz="1600" dirty="0"/>
              <a:t> удаляет </a:t>
            </a:r>
            <a:r>
              <a:rPr lang="ru-RU" sz="1600" b="1" dirty="0">
                <a:solidFill>
                  <a:srgbClr val="C00000"/>
                </a:solidFill>
              </a:rPr>
              <a:t>все</a:t>
            </a:r>
            <a:r>
              <a:rPr lang="ru-RU" sz="1600" dirty="0"/>
              <a:t> записи, ссылающиеся на удаляемую таблицу.</a:t>
            </a:r>
          </a:p>
          <a:p>
            <a:pPr marL="0" indent="0">
              <a:buFont typeface="Wingdings" pitchFamily="2" charset="2"/>
              <a:buNone/>
              <a:defRPr/>
            </a:pPr>
            <a:endParaRPr lang="ru-RU" sz="1600" b="1" dirty="0"/>
          </a:p>
          <a:p>
            <a:pPr marL="0" indent="0">
              <a:buFont typeface="Wingdings" pitchFamily="2" charset="2"/>
              <a:buNone/>
              <a:defRPr/>
            </a:pPr>
            <a:r>
              <a:rPr lang="en-US" sz="1600" dirty="0">
                <a:solidFill>
                  <a:schemeClr val="accent1">
                    <a:lumMod val="75000"/>
                  </a:schemeClr>
                </a:solidFill>
                <a:latin typeface="Cascadia Mono SemiLight" panose="020B0609020000020004" pitchFamily="49" charset="0"/>
                <a:cs typeface="Cascadia Mono SemiLight" panose="020B0609020000020004" pitchFamily="49" charset="0"/>
              </a:rPr>
              <a:t>DROP TABLE</a:t>
            </a:r>
            <a:r>
              <a:rPr lang="en-US" sz="1600" dirty="0">
                <a:solidFill>
                  <a:schemeClr val="accent1"/>
                </a:solidFill>
                <a:latin typeface="Cascadia Mono SemiLight" panose="020B0609020000020004" pitchFamily="49" charset="0"/>
                <a:cs typeface="Cascadia Mono SemiLight" panose="020B0609020000020004" pitchFamily="49" charset="0"/>
              </a:rPr>
              <a:t> </a:t>
            </a:r>
            <a:r>
              <a:rPr lang="ru-RU" sz="1600" dirty="0">
                <a:latin typeface="Cascadia Mono SemiLight" panose="020B0609020000020004" pitchFamily="49" charset="0"/>
                <a:cs typeface="Cascadia Mono SemiLight" panose="020B0609020000020004" pitchFamily="49" charset="0"/>
              </a:rPr>
              <a:t>ЗАКАЗЫ </a:t>
            </a:r>
            <a:r>
              <a:rPr lang="en-US" sz="1600" dirty="0">
                <a:solidFill>
                  <a:schemeClr val="accent1">
                    <a:lumMod val="75000"/>
                  </a:schemeClr>
                </a:solidFill>
                <a:latin typeface="Cascadia Mono SemiLight" panose="020B0609020000020004" pitchFamily="49" charset="0"/>
                <a:cs typeface="Cascadia Mono SemiLight" panose="020B0609020000020004" pitchFamily="49" charset="0"/>
              </a:rPr>
              <a:t>RESTRICT</a:t>
            </a:r>
            <a:endParaRPr lang="ru-RU" sz="1600" dirty="0">
              <a:solidFill>
                <a:schemeClr val="accent1">
                  <a:lumMod val="75000"/>
                </a:schemeClr>
              </a:solidFill>
              <a:latin typeface="Cascadia Mono SemiLight" panose="020B0609020000020004" pitchFamily="49" charset="0"/>
              <a:cs typeface="Cascadia Mono SemiLight" panose="020B0609020000020004" pitchFamily="49" charset="0"/>
            </a:endParaRPr>
          </a:p>
        </p:txBody>
      </p:sp>
      <p:sp>
        <p:nvSpPr>
          <p:cNvPr id="4" name="Title 3">
            <a:extLst>
              <a:ext uri="{FF2B5EF4-FFF2-40B4-BE49-F238E27FC236}">
                <a16:creationId xmlns:a16="http://schemas.microsoft.com/office/drawing/2014/main" id="{FA0207D0-C0E5-EAF4-E83F-C43D58E9BEBF}"/>
              </a:ext>
            </a:extLst>
          </p:cNvPr>
          <p:cNvSpPr>
            <a:spLocks noGrp="1"/>
          </p:cNvSpPr>
          <p:nvPr>
            <p:ph type="title"/>
          </p:nvPr>
        </p:nvSpPr>
        <p:spPr/>
        <p:txBody>
          <a:bodyPr/>
          <a:lstStyle/>
          <a:p>
            <a:r>
              <a:rPr lang="en-US" dirty="0"/>
              <a:t>SQL: </a:t>
            </a:r>
            <a:r>
              <a:rPr lang="ru-RU" dirty="0"/>
              <a:t>Удаление таблицы</a:t>
            </a:r>
            <a:endParaRPr lang="en-US" dirty="0"/>
          </a:p>
        </p:txBody>
      </p:sp>
      <p:pic>
        <p:nvPicPr>
          <p:cNvPr id="6" name="Picture 5">
            <a:hlinkClick r:id="rId3"/>
            <a:extLst>
              <a:ext uri="{FF2B5EF4-FFF2-40B4-BE49-F238E27FC236}">
                <a16:creationId xmlns:a16="http://schemas.microsoft.com/office/drawing/2014/main" id="{B7A02892-E911-5011-D638-5CDB505590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53852" y="2643758"/>
            <a:ext cx="936000" cy="93600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10926698"/>
      </p:ext>
    </p:extLst>
  </p:cSld>
  <p:clrMapOvr>
    <a:masterClrMapping/>
  </p:clrMapOvr>
</p:sld>
</file>

<file path=ppt/theme/theme1.xml><?xml version="1.0" encoding="utf-8"?>
<a:theme xmlns:a="http://schemas.openxmlformats.org/drawingml/2006/main" name="NSU Conten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SU">
      <a:majorFont>
        <a:latin typeface="Acrom Bold"/>
        <a:ea typeface=""/>
        <a:cs typeface=""/>
      </a:majorFont>
      <a:minorFont>
        <a:latin typeface="Acro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SU Caption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SU">
      <a:majorFont>
        <a:latin typeface="Acrom Bold"/>
        <a:ea typeface=""/>
        <a:cs typeface=""/>
      </a:majorFont>
      <a:minorFont>
        <a:latin typeface="Acro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17244</TotalTime>
  <Words>3312</Words>
  <Application>Microsoft Office PowerPoint</Application>
  <PresentationFormat>On-screen Show (16:9)</PresentationFormat>
  <Paragraphs>323</Paragraphs>
  <Slides>32</Slides>
  <Notes>14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32</vt:i4>
      </vt:variant>
    </vt:vector>
  </HeadingPairs>
  <TitlesOfParts>
    <vt:vector size="43" baseType="lpstr">
      <vt:lpstr>Cascadia Mono SemiBold</vt:lpstr>
      <vt:lpstr>Acrom Bold</vt:lpstr>
      <vt:lpstr>Acrom</vt:lpstr>
      <vt:lpstr>Acrom ExtraBold</vt:lpstr>
      <vt:lpstr>Wingdings</vt:lpstr>
      <vt:lpstr>Cascadia Code SemiBold</vt:lpstr>
      <vt:lpstr>Cascadia Mono SemiLight</vt:lpstr>
      <vt:lpstr>Calibri</vt:lpstr>
      <vt:lpstr>Arial</vt:lpstr>
      <vt:lpstr>NSU Content</vt:lpstr>
      <vt:lpstr>NSU Captions</vt:lpstr>
      <vt:lpstr>БАЗЫ ДАННЫХ</vt:lpstr>
      <vt:lpstr>PowerPoint Presentation</vt:lpstr>
      <vt:lpstr>SQL: Краткая история</vt:lpstr>
      <vt:lpstr>SQL: Версии стандарта (1)</vt:lpstr>
      <vt:lpstr>SQL: Версии стандарта (2)</vt:lpstr>
      <vt:lpstr>SQL: Уровни соответствия</vt:lpstr>
      <vt:lpstr>SQL: Преимущества</vt:lpstr>
      <vt:lpstr>SQL: недостатки</vt:lpstr>
      <vt:lpstr>SQL: Разновидности</vt:lpstr>
      <vt:lpstr>Грамматические обозначения</vt:lpstr>
      <vt:lpstr>Графические обозначения</vt:lpstr>
      <vt:lpstr>sQL: Пользователи, схемы, сеансы (1)</vt:lpstr>
      <vt:lpstr>sQL: Пользователи, схемы, сеансы (2)</vt:lpstr>
      <vt:lpstr>SQL: Пользователи, схемы, сеансы (3) </vt:lpstr>
      <vt:lpstr>SQL: Создание схемы базы данных</vt:lpstr>
      <vt:lpstr>SQL</vt:lpstr>
      <vt:lpstr>SQL: Числовые типы данных (1)</vt:lpstr>
      <vt:lpstr>SQL: Числовые типы данных (2)</vt:lpstr>
      <vt:lpstr>SQL: Типы данных для времени (1)</vt:lpstr>
      <vt:lpstr>SQL: Типы данных для времени (2)</vt:lpstr>
      <vt:lpstr>SQL: Строковые типы данных</vt:lpstr>
      <vt:lpstr>SQL: Создание доменов</vt:lpstr>
      <vt:lpstr>SQL: Работа с определениями таблиц</vt:lpstr>
      <vt:lpstr>SQL: Работа с определениями таблиц - столбцы</vt:lpstr>
      <vt:lpstr>SQL: Работа с определениями таблиц - ограничения</vt:lpstr>
      <vt:lpstr>SQL: Примеры создания таблиц</vt:lpstr>
      <vt:lpstr>SQL: Примеры создания таблиц (1)</vt:lpstr>
      <vt:lpstr>SQL: Примеры создания таблиц (2)</vt:lpstr>
      <vt:lpstr>SQL: Примеры создания таблиц (3)</vt:lpstr>
      <vt:lpstr>SQL: Изменение определения таблицы</vt:lpstr>
      <vt:lpstr>SQL: Изменение определения таблицы</vt:lpstr>
      <vt:lpstr>SQL: Удаление таблицы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Master</dc:creator>
  <cp:lastModifiedBy>Anton Zlygostev</cp:lastModifiedBy>
  <cp:revision>828</cp:revision>
  <dcterms:created xsi:type="dcterms:W3CDTF">2016-08-15T04:55:12Z</dcterms:created>
  <dcterms:modified xsi:type="dcterms:W3CDTF">2025-10-09T13:48:26Z</dcterms:modified>
</cp:coreProperties>
</file>