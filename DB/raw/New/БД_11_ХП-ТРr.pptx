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howSpecialPlsOnTitleSld="0" saveSubsetFonts="1">
  <p:sldMasterIdLst>
    <p:sldMasterId id="2147483649" r:id="rId1"/>
  </p:sldMasterIdLst>
  <p:notesMasterIdLst>
    <p:notesMasterId r:id="rId26"/>
  </p:notesMasterIdLst>
  <p:sldIdLst>
    <p:sldId id="256" r:id="rId2"/>
    <p:sldId id="273" r:id="rId3"/>
    <p:sldId id="283" r:id="rId4"/>
    <p:sldId id="281" r:id="rId5"/>
    <p:sldId id="282" r:id="rId6"/>
    <p:sldId id="274" r:id="rId7"/>
    <p:sldId id="275" r:id="rId8"/>
    <p:sldId id="277" r:id="rId9"/>
    <p:sldId id="257" r:id="rId10"/>
    <p:sldId id="284" r:id="rId11"/>
    <p:sldId id="295" r:id="rId12"/>
    <p:sldId id="293" r:id="rId13"/>
    <p:sldId id="299" r:id="rId14"/>
    <p:sldId id="286" r:id="rId15"/>
    <p:sldId id="291" r:id="rId16"/>
    <p:sldId id="287" r:id="rId17"/>
    <p:sldId id="288" r:id="rId18"/>
    <p:sldId id="292" r:id="rId19"/>
    <p:sldId id="289" r:id="rId20"/>
    <p:sldId id="294" r:id="rId21"/>
    <p:sldId id="298" r:id="rId22"/>
    <p:sldId id="285" r:id="rId23"/>
    <p:sldId id="297" r:id="rId24"/>
    <p:sldId id="296" r:id="rId25"/>
  </p:sldIdLst>
  <p:sldSz cx="9144000" cy="6858000" type="screen4x3"/>
  <p:notesSz cx="6858000" cy="9144000"/>
  <p:defaultTextStyle>
    <a:defPPr>
      <a:defRPr lang="ru-RU"/>
    </a:defPPr>
    <a:lvl1pPr algn="l" rtl="0" eaLnBrk="0" fontAlgn="base" hangingPunct="0">
      <a:spcBef>
        <a:spcPct val="0"/>
      </a:spcBef>
      <a:spcAft>
        <a:spcPct val="0"/>
      </a:spcAft>
      <a:defRPr sz="2800" kern="1200">
        <a:solidFill>
          <a:schemeClr val="tx1"/>
        </a:solidFill>
        <a:latin typeface="Arial" panose="020B0604020202020204" pitchFamily="34" charset="0"/>
        <a:ea typeface="+mn-ea"/>
        <a:cs typeface="Arial" panose="020B0604020202020204" pitchFamily="34" charset="0"/>
      </a:defRPr>
    </a:lvl1pPr>
    <a:lvl2pPr marL="457200" algn="l" rtl="0" eaLnBrk="0" fontAlgn="base" hangingPunct="0">
      <a:spcBef>
        <a:spcPct val="0"/>
      </a:spcBef>
      <a:spcAft>
        <a:spcPct val="0"/>
      </a:spcAft>
      <a:defRPr sz="2800" kern="1200">
        <a:solidFill>
          <a:schemeClr val="tx1"/>
        </a:solidFill>
        <a:latin typeface="Arial" panose="020B0604020202020204" pitchFamily="34" charset="0"/>
        <a:ea typeface="+mn-ea"/>
        <a:cs typeface="Arial" panose="020B0604020202020204" pitchFamily="34" charset="0"/>
      </a:defRPr>
    </a:lvl2pPr>
    <a:lvl3pPr marL="914400" algn="l" rtl="0" eaLnBrk="0" fontAlgn="base" hangingPunct="0">
      <a:spcBef>
        <a:spcPct val="0"/>
      </a:spcBef>
      <a:spcAft>
        <a:spcPct val="0"/>
      </a:spcAft>
      <a:defRPr sz="2800" kern="1200">
        <a:solidFill>
          <a:schemeClr val="tx1"/>
        </a:solidFill>
        <a:latin typeface="Arial" panose="020B0604020202020204" pitchFamily="34" charset="0"/>
        <a:ea typeface="+mn-ea"/>
        <a:cs typeface="Arial" panose="020B0604020202020204" pitchFamily="34" charset="0"/>
      </a:defRPr>
    </a:lvl3pPr>
    <a:lvl4pPr marL="1371600" algn="l" rtl="0" eaLnBrk="0" fontAlgn="base" hangingPunct="0">
      <a:spcBef>
        <a:spcPct val="0"/>
      </a:spcBef>
      <a:spcAft>
        <a:spcPct val="0"/>
      </a:spcAft>
      <a:defRPr sz="2800" kern="1200">
        <a:solidFill>
          <a:schemeClr val="tx1"/>
        </a:solidFill>
        <a:latin typeface="Arial" panose="020B0604020202020204" pitchFamily="34" charset="0"/>
        <a:ea typeface="+mn-ea"/>
        <a:cs typeface="Arial" panose="020B0604020202020204" pitchFamily="34" charset="0"/>
      </a:defRPr>
    </a:lvl4pPr>
    <a:lvl5pPr marL="1828800" algn="l" rtl="0" eaLnBrk="0" fontAlgn="base" hangingPunct="0">
      <a:spcBef>
        <a:spcPct val="0"/>
      </a:spcBef>
      <a:spcAft>
        <a:spcPct val="0"/>
      </a:spcAft>
      <a:defRPr sz="2800" kern="1200">
        <a:solidFill>
          <a:schemeClr val="tx1"/>
        </a:solidFill>
        <a:latin typeface="Arial" panose="020B0604020202020204" pitchFamily="34" charset="0"/>
        <a:ea typeface="+mn-ea"/>
        <a:cs typeface="Arial" panose="020B0604020202020204" pitchFamily="34" charset="0"/>
      </a:defRPr>
    </a:lvl5pPr>
    <a:lvl6pPr marL="2286000" algn="l" defTabSz="914400" rtl="0" eaLnBrk="1" latinLnBrk="0" hangingPunct="1">
      <a:defRPr sz="2800" kern="1200">
        <a:solidFill>
          <a:schemeClr val="tx1"/>
        </a:solidFill>
        <a:latin typeface="Arial" panose="020B0604020202020204" pitchFamily="34" charset="0"/>
        <a:ea typeface="+mn-ea"/>
        <a:cs typeface="Arial" panose="020B0604020202020204" pitchFamily="34" charset="0"/>
      </a:defRPr>
    </a:lvl6pPr>
    <a:lvl7pPr marL="2743200" algn="l" defTabSz="914400" rtl="0" eaLnBrk="1" latinLnBrk="0" hangingPunct="1">
      <a:defRPr sz="2800" kern="1200">
        <a:solidFill>
          <a:schemeClr val="tx1"/>
        </a:solidFill>
        <a:latin typeface="Arial" panose="020B0604020202020204" pitchFamily="34" charset="0"/>
        <a:ea typeface="+mn-ea"/>
        <a:cs typeface="Arial" panose="020B0604020202020204" pitchFamily="34" charset="0"/>
      </a:defRPr>
    </a:lvl7pPr>
    <a:lvl8pPr marL="3200400" algn="l" defTabSz="914400" rtl="0" eaLnBrk="1" latinLnBrk="0" hangingPunct="1">
      <a:defRPr sz="2800" kern="1200">
        <a:solidFill>
          <a:schemeClr val="tx1"/>
        </a:solidFill>
        <a:latin typeface="Arial" panose="020B0604020202020204" pitchFamily="34" charset="0"/>
        <a:ea typeface="+mn-ea"/>
        <a:cs typeface="Arial" panose="020B0604020202020204" pitchFamily="34" charset="0"/>
      </a:defRPr>
    </a:lvl8pPr>
    <a:lvl9pPr marL="3657600" algn="l" defTabSz="914400" rtl="0" eaLnBrk="1" latinLnBrk="0" hangingPunct="1">
      <a:defRPr sz="2800" kern="1200">
        <a:solidFill>
          <a:schemeClr val="tx1"/>
        </a:solidFill>
        <a:latin typeface="Arial" panose="020B0604020202020204" pitchFamily="34" charset="0"/>
        <a:ea typeface="+mn-ea"/>
        <a:cs typeface="Arial" panose="020B0604020202020204" pitchFamily="34" charset="0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3333FF"/>
    <a:srgbClr val="DE4110"/>
    <a:srgbClr val="008000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Средний стиль 2 - акцент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43" autoAdjust="0"/>
    <p:restoredTop sz="94660"/>
  </p:normalViewPr>
  <p:slideViewPr>
    <p:cSldViewPr>
      <p:cViewPr varScale="1">
        <p:scale>
          <a:sx n="73" d="100"/>
          <a:sy n="73" d="100"/>
        </p:scale>
        <p:origin x="510" y="7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notesMaster" Target="notesMasters/notesMaster1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viewProps" Target="viewProps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presProps" Target="presProps.xml"/><Relationship Id="rId30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Верхний колонтитул 1">
            <a:extLst>
              <a:ext uri="{FF2B5EF4-FFF2-40B4-BE49-F238E27FC236}">
                <a16:creationId xmlns:a16="http://schemas.microsoft.com/office/drawing/2014/main" id="{AC0FEAB1-6444-4E38-8290-DF7E07257514}"/>
              </a:ext>
            </a:extLst>
          </p:cNvPr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 eaLnBrk="1" hangingPunct="1">
              <a:lnSpc>
                <a:spcPct val="90000"/>
              </a:lnSpc>
              <a:spcBef>
                <a:spcPct val="20000"/>
              </a:spcBef>
              <a:buClr>
                <a:schemeClr val="bg2"/>
              </a:buClr>
              <a:buSzPct val="75000"/>
              <a:buFont typeface="Wingdings" panose="05000000000000000000" pitchFamily="2" charset="2"/>
              <a:buNone/>
              <a:defRPr sz="1200">
                <a:latin typeface="Arial" charset="0"/>
                <a:cs typeface="Arial" charset="0"/>
              </a:defRPr>
            </a:lvl1pPr>
          </a:lstStyle>
          <a:p>
            <a:pPr>
              <a:defRPr/>
            </a:pPr>
            <a:endParaRPr lang="ru-RU"/>
          </a:p>
        </p:txBody>
      </p:sp>
      <p:sp>
        <p:nvSpPr>
          <p:cNvPr id="3" name="Дата 2">
            <a:extLst>
              <a:ext uri="{FF2B5EF4-FFF2-40B4-BE49-F238E27FC236}">
                <a16:creationId xmlns:a16="http://schemas.microsoft.com/office/drawing/2014/main" id="{DE7A5F1C-9FF2-4694-9B1B-F85477F34AB4}"/>
              </a:ext>
            </a:extLst>
          </p:cNvPr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 eaLnBrk="1" hangingPunct="1">
              <a:lnSpc>
                <a:spcPct val="90000"/>
              </a:lnSpc>
              <a:spcBef>
                <a:spcPct val="20000"/>
              </a:spcBef>
              <a:buClr>
                <a:schemeClr val="bg2"/>
              </a:buClr>
              <a:buSzPct val="75000"/>
              <a:buFont typeface="Wingdings" panose="05000000000000000000" pitchFamily="2" charset="2"/>
              <a:buNone/>
              <a:defRPr sz="1200">
                <a:latin typeface="Arial" charset="0"/>
                <a:cs typeface="Arial" charset="0"/>
              </a:defRPr>
            </a:lvl1pPr>
          </a:lstStyle>
          <a:p>
            <a:pPr>
              <a:defRPr/>
            </a:pPr>
            <a:fld id="{68D88FCB-B0DE-469A-A191-91DC3C22A13A}" type="datetimeFigureOut">
              <a:rPr lang="ru-RU"/>
              <a:pPr>
                <a:defRPr/>
              </a:pPr>
              <a:t>11.11.2021</a:t>
            </a:fld>
            <a:endParaRPr lang="ru-RU"/>
          </a:p>
        </p:txBody>
      </p:sp>
      <p:sp>
        <p:nvSpPr>
          <p:cNvPr id="4" name="Образ слайда 3">
            <a:extLst>
              <a:ext uri="{FF2B5EF4-FFF2-40B4-BE49-F238E27FC236}">
                <a16:creationId xmlns:a16="http://schemas.microsoft.com/office/drawing/2014/main" id="{AF0557BE-8E21-4005-8F94-394E0F3F1188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pPr lvl="0"/>
            <a:endParaRPr lang="ru-RU" noProof="0"/>
          </a:p>
        </p:txBody>
      </p:sp>
      <p:sp>
        <p:nvSpPr>
          <p:cNvPr id="5" name="Заметки 4">
            <a:extLst>
              <a:ext uri="{FF2B5EF4-FFF2-40B4-BE49-F238E27FC236}">
                <a16:creationId xmlns:a16="http://schemas.microsoft.com/office/drawing/2014/main" id="{D0087F27-7B32-49D3-BD92-6E88D2FDC2AE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ru-RU" noProof="0"/>
              <a:t>Образец текста</a:t>
            </a:r>
          </a:p>
          <a:p>
            <a:pPr lvl="1"/>
            <a:r>
              <a:rPr lang="ru-RU" noProof="0"/>
              <a:t>Второй уровень</a:t>
            </a:r>
          </a:p>
          <a:p>
            <a:pPr lvl="2"/>
            <a:r>
              <a:rPr lang="ru-RU" noProof="0"/>
              <a:t>Третий уровень</a:t>
            </a:r>
          </a:p>
          <a:p>
            <a:pPr lvl="3"/>
            <a:r>
              <a:rPr lang="ru-RU" noProof="0"/>
              <a:t>Четвертый уровень</a:t>
            </a:r>
          </a:p>
          <a:p>
            <a:pPr lvl="4"/>
            <a:r>
              <a:rPr lang="ru-RU" noProof="0"/>
              <a:t>Пятый уровень</a:t>
            </a:r>
          </a:p>
        </p:txBody>
      </p:sp>
      <p:sp>
        <p:nvSpPr>
          <p:cNvPr id="6" name="Нижний колонтитул 5">
            <a:extLst>
              <a:ext uri="{FF2B5EF4-FFF2-40B4-BE49-F238E27FC236}">
                <a16:creationId xmlns:a16="http://schemas.microsoft.com/office/drawing/2014/main" id="{FDC0F3AF-F676-4A47-8C2C-C358A70C1FE3}"/>
              </a:ext>
            </a:extLst>
          </p:cNvPr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 eaLnBrk="1" hangingPunct="1">
              <a:lnSpc>
                <a:spcPct val="90000"/>
              </a:lnSpc>
              <a:spcBef>
                <a:spcPct val="20000"/>
              </a:spcBef>
              <a:buClr>
                <a:schemeClr val="bg2"/>
              </a:buClr>
              <a:buSzPct val="75000"/>
              <a:buFont typeface="Wingdings" panose="05000000000000000000" pitchFamily="2" charset="2"/>
              <a:buNone/>
              <a:defRPr sz="1200">
                <a:latin typeface="Arial" charset="0"/>
                <a:cs typeface="Arial" charset="0"/>
              </a:defRPr>
            </a:lvl1pPr>
          </a:lstStyle>
          <a:p>
            <a:pPr>
              <a:defRPr/>
            </a:pPr>
            <a:endParaRPr lang="ru-RU"/>
          </a:p>
        </p:txBody>
      </p:sp>
      <p:sp>
        <p:nvSpPr>
          <p:cNvPr id="7" name="Номер слайда 6">
            <a:extLst>
              <a:ext uri="{FF2B5EF4-FFF2-40B4-BE49-F238E27FC236}">
                <a16:creationId xmlns:a16="http://schemas.microsoft.com/office/drawing/2014/main" id="{18C4E8C0-BCEE-4C20-8663-5320084A8DC9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</a:bodyPr>
          <a:lstStyle>
            <a:lvl1pPr algn="r" eaLnBrk="1" hangingPunct="1">
              <a:lnSpc>
                <a:spcPct val="90000"/>
              </a:lnSpc>
              <a:spcBef>
                <a:spcPct val="20000"/>
              </a:spcBef>
              <a:buClr>
                <a:schemeClr val="bg2"/>
              </a:buClr>
              <a:buSzPct val="75000"/>
              <a:buFont typeface="Wingdings" panose="05000000000000000000" pitchFamily="2" charset="2"/>
              <a:buNone/>
              <a:defRPr sz="1200"/>
            </a:lvl1pPr>
          </a:lstStyle>
          <a:p>
            <a:pPr>
              <a:defRPr/>
            </a:pPr>
            <a:fld id="{3E82620C-1CA8-4C3C-A374-86C01122716E}" type="slidenum">
              <a:rPr lang="ru-RU" altLang="ru-RU"/>
              <a:pPr>
                <a:defRPr/>
              </a:pPr>
              <a:t>‹#›</a:t>
            </a:fld>
            <a:endParaRPr lang="ru-RU" altLang="ru-RU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338" name="Образ слайда 1">
            <a:extLst>
              <a:ext uri="{FF2B5EF4-FFF2-40B4-BE49-F238E27FC236}">
                <a16:creationId xmlns:a16="http://schemas.microsoft.com/office/drawing/2014/main" id="{9DBD3F5E-50FC-4C39-84FA-B3DFC7DDCC5B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sp>
      <p:sp>
        <p:nvSpPr>
          <p:cNvPr id="14339" name="Заметки 2">
            <a:extLst>
              <a:ext uri="{FF2B5EF4-FFF2-40B4-BE49-F238E27FC236}">
                <a16:creationId xmlns:a16="http://schemas.microsoft.com/office/drawing/2014/main" id="{3A0F6A60-DC17-46BA-AE1B-25D8D2B74EFE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r>
              <a:rPr lang="ru-RU" altLang="ru-RU"/>
              <a:t>Гарантия выполнения условия не гарантируется, если </a:t>
            </a:r>
            <a:r>
              <a:rPr lang="en-US" altLang="ru-RU"/>
              <a:t>CHECK</a:t>
            </a:r>
            <a:r>
              <a:rPr lang="ru-RU" altLang="ru-RU"/>
              <a:t> содержит подзапросы, так как условие не проверяется при изменениях в таблицах из подзапросов.</a:t>
            </a:r>
          </a:p>
        </p:txBody>
      </p:sp>
      <p:sp>
        <p:nvSpPr>
          <p:cNvPr id="14340" name="Номер слайда 3">
            <a:extLst>
              <a:ext uri="{FF2B5EF4-FFF2-40B4-BE49-F238E27FC236}">
                <a16:creationId xmlns:a16="http://schemas.microsoft.com/office/drawing/2014/main" id="{917FD93A-7627-40AA-937A-3EC68929460A}"/>
              </a:ext>
            </a:extLst>
          </p:cNvPr>
          <p:cNvSpPr>
            <a:spLocks noGrp="1" noChangeArrowheads="1"/>
          </p:cNvSpPr>
          <p:nvPr>
            <p:ph type="sldNum" sz="quarter" idx="5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 sz="28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>
              <a:defRPr sz="28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>
              <a:defRPr sz="28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>
              <a:defRPr sz="28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>
              <a:defRPr sz="28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8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8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8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8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fld id="{D4AB2FED-0767-4838-99C2-4ED66D68A345}" type="slidenum">
              <a:rPr lang="ru-RU" altLang="ru-RU" sz="1200" smtClean="0"/>
              <a:pPr/>
              <a:t>10</a:t>
            </a:fld>
            <a:endParaRPr lang="ru-RU" altLang="ru-RU" sz="1200"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Титульный слай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4" name="Group 2">
            <a:extLst>
              <a:ext uri="{FF2B5EF4-FFF2-40B4-BE49-F238E27FC236}">
                <a16:creationId xmlns:a16="http://schemas.microsoft.com/office/drawing/2014/main" id="{37AF9D95-7C69-4A87-992F-35B8014091B4}"/>
              </a:ext>
            </a:extLst>
          </p:cNvPr>
          <p:cNvGrpSpPr>
            <a:grpSpLocks/>
          </p:cNvGrpSpPr>
          <p:nvPr/>
        </p:nvGrpSpPr>
        <p:grpSpPr bwMode="auto">
          <a:xfrm>
            <a:off x="0" y="0"/>
            <a:ext cx="9144000" cy="6858000"/>
            <a:chOff x="0" y="0"/>
            <a:chExt cx="5760" cy="4320"/>
          </a:xfrm>
        </p:grpSpPr>
        <p:sp>
          <p:nvSpPr>
            <p:cNvPr id="5" name="Rectangle 3">
              <a:extLst>
                <a:ext uri="{FF2B5EF4-FFF2-40B4-BE49-F238E27FC236}">
                  <a16:creationId xmlns:a16="http://schemas.microsoft.com/office/drawing/2014/main" id="{19ADB9B9-93B9-4C06-90A2-A5FFBF42ADE3}"/>
                </a:ext>
              </a:extLst>
            </p:cNvPr>
            <p:cNvSpPr>
              <a:spLocks noChangeArrowheads="1"/>
            </p:cNvSpPr>
            <p:nvPr/>
          </p:nvSpPr>
          <p:spPr bwMode="hidden">
            <a:xfrm>
              <a:off x="0" y="0"/>
              <a:ext cx="2208" cy="4320"/>
            </a:xfrm>
            <a:prstGeom prst="rect">
              <a:avLst/>
            </a:prstGeom>
            <a:gradFill rotWithShape="0">
              <a:gsLst>
                <a:gs pos="0">
                  <a:schemeClr val="folHlink"/>
                </a:gs>
                <a:gs pos="100000">
                  <a:schemeClr val="bg1"/>
                </a:gs>
              </a:gsLst>
              <a:lin ang="0" scaled="1"/>
            </a:gradFill>
            <a:ln>
              <a:noFill/>
            </a:ln>
          </p:spPr>
          <p:txBody>
            <a:bodyPr wrap="none" anchor="ctr"/>
            <a:lstStyle>
              <a:lvl1pPr>
                <a:lnSpc>
                  <a:spcPct val="90000"/>
                </a:lnSpc>
                <a:spcBef>
                  <a:spcPct val="20000"/>
                </a:spcBef>
                <a:buClr>
                  <a:schemeClr val="bg2"/>
                </a:buClr>
                <a:buSzPct val="75000"/>
                <a:buFont typeface="Wingdings" panose="05000000000000000000" pitchFamily="2" charset="2"/>
                <a:defRPr sz="28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1pPr>
              <a:lvl2pPr marL="742950" indent="-285750">
                <a:lnSpc>
                  <a:spcPct val="90000"/>
                </a:lnSpc>
                <a:spcBef>
                  <a:spcPct val="20000"/>
                </a:spcBef>
                <a:buClr>
                  <a:schemeClr val="bg2"/>
                </a:buClr>
                <a:buSzPct val="75000"/>
                <a:buFont typeface="Wingdings" panose="05000000000000000000" pitchFamily="2" charset="2"/>
                <a:defRPr sz="28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2pPr>
              <a:lvl3pPr marL="1143000" indent="-228600">
                <a:lnSpc>
                  <a:spcPct val="90000"/>
                </a:lnSpc>
                <a:spcBef>
                  <a:spcPct val="20000"/>
                </a:spcBef>
                <a:buClr>
                  <a:schemeClr val="bg2"/>
                </a:buClr>
                <a:buSzPct val="75000"/>
                <a:buFont typeface="Wingdings" panose="05000000000000000000" pitchFamily="2" charset="2"/>
                <a:defRPr sz="28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3pPr>
              <a:lvl4pPr marL="1600200" indent="-228600">
                <a:lnSpc>
                  <a:spcPct val="90000"/>
                </a:lnSpc>
                <a:spcBef>
                  <a:spcPct val="20000"/>
                </a:spcBef>
                <a:buClr>
                  <a:schemeClr val="bg2"/>
                </a:buClr>
                <a:buSzPct val="75000"/>
                <a:buFont typeface="Wingdings" panose="05000000000000000000" pitchFamily="2" charset="2"/>
                <a:defRPr sz="28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4pPr>
              <a:lvl5pPr marL="2057400" indent="-228600">
                <a:lnSpc>
                  <a:spcPct val="90000"/>
                </a:lnSpc>
                <a:spcBef>
                  <a:spcPct val="20000"/>
                </a:spcBef>
                <a:buClr>
                  <a:schemeClr val="bg2"/>
                </a:buClr>
                <a:buSzPct val="75000"/>
                <a:buFont typeface="Wingdings" panose="05000000000000000000" pitchFamily="2" charset="2"/>
                <a:defRPr sz="28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5pPr>
              <a:lvl6pPr marL="2514600" indent="-228600" eaLnBrk="0" fontAlgn="base" hangingPunct="0">
                <a:lnSpc>
                  <a:spcPct val="90000"/>
                </a:lnSpc>
                <a:spcBef>
                  <a:spcPct val="20000"/>
                </a:spcBef>
                <a:spcAft>
                  <a:spcPct val="0"/>
                </a:spcAft>
                <a:buClr>
                  <a:schemeClr val="bg2"/>
                </a:buClr>
                <a:buSzPct val="75000"/>
                <a:buFont typeface="Wingdings" panose="05000000000000000000" pitchFamily="2" charset="2"/>
                <a:defRPr sz="28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6pPr>
              <a:lvl7pPr marL="2971800" indent="-228600" eaLnBrk="0" fontAlgn="base" hangingPunct="0">
                <a:lnSpc>
                  <a:spcPct val="90000"/>
                </a:lnSpc>
                <a:spcBef>
                  <a:spcPct val="20000"/>
                </a:spcBef>
                <a:spcAft>
                  <a:spcPct val="0"/>
                </a:spcAft>
                <a:buClr>
                  <a:schemeClr val="bg2"/>
                </a:buClr>
                <a:buSzPct val="75000"/>
                <a:buFont typeface="Wingdings" panose="05000000000000000000" pitchFamily="2" charset="2"/>
                <a:defRPr sz="28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7pPr>
              <a:lvl8pPr marL="3429000" indent="-228600" eaLnBrk="0" fontAlgn="base" hangingPunct="0">
                <a:lnSpc>
                  <a:spcPct val="90000"/>
                </a:lnSpc>
                <a:spcBef>
                  <a:spcPct val="20000"/>
                </a:spcBef>
                <a:spcAft>
                  <a:spcPct val="0"/>
                </a:spcAft>
                <a:buClr>
                  <a:schemeClr val="bg2"/>
                </a:buClr>
                <a:buSzPct val="75000"/>
                <a:buFont typeface="Wingdings" panose="05000000000000000000" pitchFamily="2" charset="2"/>
                <a:defRPr sz="28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8pPr>
              <a:lvl9pPr marL="3886200" indent="-228600" eaLnBrk="0" fontAlgn="base" hangingPunct="0">
                <a:lnSpc>
                  <a:spcPct val="90000"/>
                </a:lnSpc>
                <a:spcBef>
                  <a:spcPct val="20000"/>
                </a:spcBef>
                <a:spcAft>
                  <a:spcPct val="0"/>
                </a:spcAft>
                <a:buClr>
                  <a:schemeClr val="bg2"/>
                </a:buClr>
                <a:buSzPct val="75000"/>
                <a:buFont typeface="Wingdings" panose="05000000000000000000" pitchFamily="2" charset="2"/>
                <a:defRPr sz="28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9pPr>
            </a:lstStyle>
            <a:p>
              <a:pPr algn="ctr" eaLnBrk="1" hangingPunct="1">
                <a:lnSpc>
                  <a:spcPct val="100000"/>
                </a:lnSpc>
                <a:spcBef>
                  <a:spcPct val="0"/>
                </a:spcBef>
                <a:buClrTx/>
                <a:buSzTx/>
                <a:buFontTx/>
                <a:buNone/>
                <a:defRPr/>
              </a:pPr>
              <a:endParaRPr lang="en-US" altLang="ru-RU" sz="2400">
                <a:latin typeface="Times New Roman" panose="02020603050405020304" pitchFamily="18" charset="0"/>
              </a:endParaRPr>
            </a:p>
          </p:txBody>
        </p:sp>
        <p:sp>
          <p:nvSpPr>
            <p:cNvPr id="6" name="Rectangle 4">
              <a:extLst>
                <a:ext uri="{FF2B5EF4-FFF2-40B4-BE49-F238E27FC236}">
                  <a16:creationId xmlns:a16="http://schemas.microsoft.com/office/drawing/2014/main" id="{14DB4B66-B12A-458C-8672-75A814400C41}"/>
                </a:ext>
              </a:extLst>
            </p:cNvPr>
            <p:cNvSpPr>
              <a:spLocks noChangeArrowheads="1"/>
            </p:cNvSpPr>
            <p:nvPr/>
          </p:nvSpPr>
          <p:spPr bwMode="hidden">
            <a:xfrm>
              <a:off x="1081" y="1065"/>
              <a:ext cx="4679" cy="1596"/>
            </a:xfrm>
            <a:prstGeom prst="rect">
              <a:avLst/>
            </a:prstGeom>
            <a:solidFill>
              <a:schemeClr val="bg2"/>
            </a:solidFill>
            <a:ln>
              <a:noFill/>
            </a:ln>
          </p:spPr>
          <p:txBody>
            <a:bodyPr/>
            <a:lstStyle>
              <a:lvl1pPr>
                <a:lnSpc>
                  <a:spcPct val="90000"/>
                </a:lnSpc>
                <a:spcBef>
                  <a:spcPct val="20000"/>
                </a:spcBef>
                <a:buClr>
                  <a:schemeClr val="bg2"/>
                </a:buClr>
                <a:buSzPct val="75000"/>
                <a:buFont typeface="Wingdings" panose="05000000000000000000" pitchFamily="2" charset="2"/>
                <a:defRPr sz="28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1pPr>
              <a:lvl2pPr marL="742950" indent="-285750">
                <a:lnSpc>
                  <a:spcPct val="90000"/>
                </a:lnSpc>
                <a:spcBef>
                  <a:spcPct val="20000"/>
                </a:spcBef>
                <a:buClr>
                  <a:schemeClr val="bg2"/>
                </a:buClr>
                <a:buSzPct val="75000"/>
                <a:buFont typeface="Wingdings" panose="05000000000000000000" pitchFamily="2" charset="2"/>
                <a:defRPr sz="28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2pPr>
              <a:lvl3pPr marL="1143000" indent="-228600">
                <a:lnSpc>
                  <a:spcPct val="90000"/>
                </a:lnSpc>
                <a:spcBef>
                  <a:spcPct val="20000"/>
                </a:spcBef>
                <a:buClr>
                  <a:schemeClr val="bg2"/>
                </a:buClr>
                <a:buSzPct val="75000"/>
                <a:buFont typeface="Wingdings" panose="05000000000000000000" pitchFamily="2" charset="2"/>
                <a:defRPr sz="28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3pPr>
              <a:lvl4pPr marL="1600200" indent="-228600">
                <a:lnSpc>
                  <a:spcPct val="90000"/>
                </a:lnSpc>
                <a:spcBef>
                  <a:spcPct val="20000"/>
                </a:spcBef>
                <a:buClr>
                  <a:schemeClr val="bg2"/>
                </a:buClr>
                <a:buSzPct val="75000"/>
                <a:buFont typeface="Wingdings" panose="05000000000000000000" pitchFamily="2" charset="2"/>
                <a:defRPr sz="28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4pPr>
              <a:lvl5pPr marL="2057400" indent="-228600">
                <a:lnSpc>
                  <a:spcPct val="90000"/>
                </a:lnSpc>
                <a:spcBef>
                  <a:spcPct val="20000"/>
                </a:spcBef>
                <a:buClr>
                  <a:schemeClr val="bg2"/>
                </a:buClr>
                <a:buSzPct val="75000"/>
                <a:buFont typeface="Wingdings" panose="05000000000000000000" pitchFamily="2" charset="2"/>
                <a:defRPr sz="28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5pPr>
              <a:lvl6pPr marL="2514600" indent="-228600" eaLnBrk="0" fontAlgn="base" hangingPunct="0">
                <a:lnSpc>
                  <a:spcPct val="90000"/>
                </a:lnSpc>
                <a:spcBef>
                  <a:spcPct val="20000"/>
                </a:spcBef>
                <a:spcAft>
                  <a:spcPct val="0"/>
                </a:spcAft>
                <a:buClr>
                  <a:schemeClr val="bg2"/>
                </a:buClr>
                <a:buSzPct val="75000"/>
                <a:buFont typeface="Wingdings" panose="05000000000000000000" pitchFamily="2" charset="2"/>
                <a:defRPr sz="28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6pPr>
              <a:lvl7pPr marL="2971800" indent="-228600" eaLnBrk="0" fontAlgn="base" hangingPunct="0">
                <a:lnSpc>
                  <a:spcPct val="90000"/>
                </a:lnSpc>
                <a:spcBef>
                  <a:spcPct val="20000"/>
                </a:spcBef>
                <a:spcAft>
                  <a:spcPct val="0"/>
                </a:spcAft>
                <a:buClr>
                  <a:schemeClr val="bg2"/>
                </a:buClr>
                <a:buSzPct val="75000"/>
                <a:buFont typeface="Wingdings" panose="05000000000000000000" pitchFamily="2" charset="2"/>
                <a:defRPr sz="28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7pPr>
              <a:lvl8pPr marL="3429000" indent="-228600" eaLnBrk="0" fontAlgn="base" hangingPunct="0">
                <a:lnSpc>
                  <a:spcPct val="90000"/>
                </a:lnSpc>
                <a:spcBef>
                  <a:spcPct val="20000"/>
                </a:spcBef>
                <a:spcAft>
                  <a:spcPct val="0"/>
                </a:spcAft>
                <a:buClr>
                  <a:schemeClr val="bg2"/>
                </a:buClr>
                <a:buSzPct val="75000"/>
                <a:buFont typeface="Wingdings" panose="05000000000000000000" pitchFamily="2" charset="2"/>
                <a:defRPr sz="28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8pPr>
              <a:lvl9pPr marL="3886200" indent="-228600" eaLnBrk="0" fontAlgn="base" hangingPunct="0">
                <a:lnSpc>
                  <a:spcPct val="90000"/>
                </a:lnSpc>
                <a:spcBef>
                  <a:spcPct val="20000"/>
                </a:spcBef>
                <a:spcAft>
                  <a:spcPct val="0"/>
                </a:spcAft>
                <a:buClr>
                  <a:schemeClr val="bg2"/>
                </a:buClr>
                <a:buSzPct val="75000"/>
                <a:buFont typeface="Wingdings" panose="05000000000000000000" pitchFamily="2" charset="2"/>
                <a:defRPr sz="28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9pPr>
            </a:lstStyle>
            <a:p>
              <a:pPr eaLnBrk="1" hangingPunct="1">
                <a:lnSpc>
                  <a:spcPct val="100000"/>
                </a:lnSpc>
                <a:spcBef>
                  <a:spcPct val="0"/>
                </a:spcBef>
                <a:buClrTx/>
                <a:buSzTx/>
                <a:buFontTx/>
                <a:buNone/>
                <a:defRPr/>
              </a:pPr>
              <a:endParaRPr lang="en-US" altLang="ru-RU" sz="2400">
                <a:latin typeface="Times New Roman" panose="02020603050405020304" pitchFamily="18" charset="0"/>
              </a:endParaRPr>
            </a:p>
          </p:txBody>
        </p:sp>
        <p:grpSp>
          <p:nvGrpSpPr>
            <p:cNvPr id="7" name="Group 5">
              <a:extLst>
                <a:ext uri="{FF2B5EF4-FFF2-40B4-BE49-F238E27FC236}">
                  <a16:creationId xmlns:a16="http://schemas.microsoft.com/office/drawing/2014/main" id="{35B0007C-48B9-4672-AAAB-97A060DE6797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0" y="672"/>
              <a:ext cx="1806" cy="1989"/>
              <a:chOff x="0" y="672"/>
              <a:chExt cx="1806" cy="1989"/>
            </a:xfrm>
          </p:grpSpPr>
          <p:sp>
            <p:nvSpPr>
              <p:cNvPr id="8" name="Rectangle 6">
                <a:extLst>
                  <a:ext uri="{FF2B5EF4-FFF2-40B4-BE49-F238E27FC236}">
                    <a16:creationId xmlns:a16="http://schemas.microsoft.com/office/drawing/2014/main" id="{655621F0-2A93-4281-99C0-52EB7D660B8A}"/>
                  </a:ext>
                </a:extLst>
              </p:cNvPr>
              <p:cNvSpPr>
                <a:spLocks noChangeArrowheads="1"/>
              </p:cNvSpPr>
              <p:nvPr userDrawn="1"/>
            </p:nvSpPr>
            <p:spPr bwMode="auto">
              <a:xfrm>
                <a:off x="361" y="2257"/>
                <a:ext cx="363" cy="404"/>
              </a:xfrm>
              <a:prstGeom prst="rect">
                <a:avLst/>
              </a:prstGeom>
              <a:solidFill>
                <a:schemeClr val="accent2"/>
              </a:solidFill>
              <a:ln>
                <a:noFill/>
              </a:ln>
            </p:spPr>
            <p:txBody>
              <a:bodyPr/>
              <a:lstStyle>
                <a:lvl1pPr>
                  <a:lnSpc>
                    <a:spcPct val="90000"/>
                  </a:lnSpc>
                  <a:spcBef>
                    <a:spcPct val="20000"/>
                  </a:spcBef>
                  <a:buClr>
                    <a:schemeClr val="bg2"/>
                  </a:buClr>
                  <a:buSzPct val="75000"/>
                  <a:buFont typeface="Wingdings" panose="05000000000000000000" pitchFamily="2" charset="2"/>
                  <a:defRPr sz="2800"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1pPr>
                <a:lvl2pPr marL="742950" indent="-285750">
                  <a:lnSpc>
                    <a:spcPct val="90000"/>
                  </a:lnSpc>
                  <a:spcBef>
                    <a:spcPct val="20000"/>
                  </a:spcBef>
                  <a:buClr>
                    <a:schemeClr val="bg2"/>
                  </a:buClr>
                  <a:buSzPct val="75000"/>
                  <a:buFont typeface="Wingdings" panose="05000000000000000000" pitchFamily="2" charset="2"/>
                  <a:defRPr sz="2800"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2pPr>
                <a:lvl3pPr marL="1143000" indent="-228600">
                  <a:lnSpc>
                    <a:spcPct val="90000"/>
                  </a:lnSpc>
                  <a:spcBef>
                    <a:spcPct val="20000"/>
                  </a:spcBef>
                  <a:buClr>
                    <a:schemeClr val="bg2"/>
                  </a:buClr>
                  <a:buSzPct val="75000"/>
                  <a:buFont typeface="Wingdings" panose="05000000000000000000" pitchFamily="2" charset="2"/>
                  <a:defRPr sz="2800"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3pPr>
                <a:lvl4pPr marL="1600200" indent="-228600">
                  <a:lnSpc>
                    <a:spcPct val="90000"/>
                  </a:lnSpc>
                  <a:spcBef>
                    <a:spcPct val="20000"/>
                  </a:spcBef>
                  <a:buClr>
                    <a:schemeClr val="bg2"/>
                  </a:buClr>
                  <a:buSzPct val="75000"/>
                  <a:buFont typeface="Wingdings" panose="05000000000000000000" pitchFamily="2" charset="2"/>
                  <a:defRPr sz="2800"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4pPr>
                <a:lvl5pPr marL="2057400" indent="-228600">
                  <a:lnSpc>
                    <a:spcPct val="90000"/>
                  </a:lnSpc>
                  <a:spcBef>
                    <a:spcPct val="20000"/>
                  </a:spcBef>
                  <a:buClr>
                    <a:schemeClr val="bg2"/>
                  </a:buClr>
                  <a:buSzPct val="75000"/>
                  <a:buFont typeface="Wingdings" panose="05000000000000000000" pitchFamily="2" charset="2"/>
                  <a:defRPr sz="2800"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5pPr>
                <a:lvl6pPr marL="2514600" indent="-228600" eaLnBrk="0" fontAlgn="base" hangingPunct="0">
                  <a:lnSpc>
                    <a:spcPct val="90000"/>
                  </a:lnSpc>
                  <a:spcBef>
                    <a:spcPct val="20000"/>
                  </a:spcBef>
                  <a:spcAft>
                    <a:spcPct val="0"/>
                  </a:spcAft>
                  <a:buClr>
                    <a:schemeClr val="bg2"/>
                  </a:buClr>
                  <a:buSzPct val="75000"/>
                  <a:buFont typeface="Wingdings" panose="05000000000000000000" pitchFamily="2" charset="2"/>
                  <a:defRPr sz="2800"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6pPr>
                <a:lvl7pPr marL="2971800" indent="-228600" eaLnBrk="0" fontAlgn="base" hangingPunct="0">
                  <a:lnSpc>
                    <a:spcPct val="90000"/>
                  </a:lnSpc>
                  <a:spcBef>
                    <a:spcPct val="20000"/>
                  </a:spcBef>
                  <a:spcAft>
                    <a:spcPct val="0"/>
                  </a:spcAft>
                  <a:buClr>
                    <a:schemeClr val="bg2"/>
                  </a:buClr>
                  <a:buSzPct val="75000"/>
                  <a:buFont typeface="Wingdings" panose="05000000000000000000" pitchFamily="2" charset="2"/>
                  <a:defRPr sz="2800"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7pPr>
                <a:lvl8pPr marL="3429000" indent="-228600" eaLnBrk="0" fontAlgn="base" hangingPunct="0">
                  <a:lnSpc>
                    <a:spcPct val="90000"/>
                  </a:lnSpc>
                  <a:spcBef>
                    <a:spcPct val="20000"/>
                  </a:spcBef>
                  <a:spcAft>
                    <a:spcPct val="0"/>
                  </a:spcAft>
                  <a:buClr>
                    <a:schemeClr val="bg2"/>
                  </a:buClr>
                  <a:buSzPct val="75000"/>
                  <a:buFont typeface="Wingdings" panose="05000000000000000000" pitchFamily="2" charset="2"/>
                  <a:defRPr sz="2800"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8pPr>
                <a:lvl9pPr marL="3886200" indent="-228600" eaLnBrk="0" fontAlgn="base" hangingPunct="0">
                  <a:lnSpc>
                    <a:spcPct val="90000"/>
                  </a:lnSpc>
                  <a:spcBef>
                    <a:spcPct val="20000"/>
                  </a:spcBef>
                  <a:spcAft>
                    <a:spcPct val="0"/>
                  </a:spcAft>
                  <a:buClr>
                    <a:schemeClr val="bg2"/>
                  </a:buClr>
                  <a:buSzPct val="75000"/>
                  <a:buFont typeface="Wingdings" panose="05000000000000000000" pitchFamily="2" charset="2"/>
                  <a:defRPr sz="2800"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9pPr>
              </a:lstStyle>
              <a:p>
                <a:pPr eaLnBrk="1" hangingPunct="1">
                  <a:lnSpc>
                    <a:spcPct val="100000"/>
                  </a:lnSpc>
                  <a:spcBef>
                    <a:spcPct val="0"/>
                  </a:spcBef>
                  <a:buClrTx/>
                  <a:buSzTx/>
                  <a:buFontTx/>
                  <a:buNone/>
                  <a:defRPr/>
                </a:pPr>
                <a:endParaRPr lang="en-US" altLang="ru-RU" sz="2400">
                  <a:latin typeface="Times New Roman" panose="02020603050405020304" pitchFamily="18" charset="0"/>
                </a:endParaRPr>
              </a:p>
            </p:txBody>
          </p:sp>
          <p:sp>
            <p:nvSpPr>
              <p:cNvPr id="9" name="Rectangle 7">
                <a:extLst>
                  <a:ext uri="{FF2B5EF4-FFF2-40B4-BE49-F238E27FC236}">
                    <a16:creationId xmlns:a16="http://schemas.microsoft.com/office/drawing/2014/main" id="{F1C077DF-88FA-4036-9629-187B3DEE3CB3}"/>
                  </a:ext>
                </a:extLst>
              </p:cNvPr>
              <p:cNvSpPr>
                <a:spLocks noChangeArrowheads="1"/>
              </p:cNvSpPr>
              <p:nvPr userDrawn="1"/>
            </p:nvSpPr>
            <p:spPr bwMode="auto">
              <a:xfrm>
                <a:off x="1081" y="1065"/>
                <a:ext cx="362" cy="405"/>
              </a:xfrm>
              <a:prstGeom prst="rect">
                <a:avLst/>
              </a:prstGeom>
              <a:solidFill>
                <a:schemeClr val="folHlink"/>
              </a:solidFill>
              <a:ln>
                <a:noFill/>
              </a:ln>
            </p:spPr>
            <p:txBody>
              <a:bodyPr/>
              <a:lstStyle>
                <a:lvl1pPr>
                  <a:lnSpc>
                    <a:spcPct val="90000"/>
                  </a:lnSpc>
                  <a:spcBef>
                    <a:spcPct val="20000"/>
                  </a:spcBef>
                  <a:buClr>
                    <a:schemeClr val="bg2"/>
                  </a:buClr>
                  <a:buSzPct val="75000"/>
                  <a:buFont typeface="Wingdings" panose="05000000000000000000" pitchFamily="2" charset="2"/>
                  <a:defRPr sz="2800"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1pPr>
                <a:lvl2pPr marL="742950" indent="-285750">
                  <a:lnSpc>
                    <a:spcPct val="90000"/>
                  </a:lnSpc>
                  <a:spcBef>
                    <a:spcPct val="20000"/>
                  </a:spcBef>
                  <a:buClr>
                    <a:schemeClr val="bg2"/>
                  </a:buClr>
                  <a:buSzPct val="75000"/>
                  <a:buFont typeface="Wingdings" panose="05000000000000000000" pitchFamily="2" charset="2"/>
                  <a:defRPr sz="2800"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2pPr>
                <a:lvl3pPr marL="1143000" indent="-228600">
                  <a:lnSpc>
                    <a:spcPct val="90000"/>
                  </a:lnSpc>
                  <a:spcBef>
                    <a:spcPct val="20000"/>
                  </a:spcBef>
                  <a:buClr>
                    <a:schemeClr val="bg2"/>
                  </a:buClr>
                  <a:buSzPct val="75000"/>
                  <a:buFont typeface="Wingdings" panose="05000000000000000000" pitchFamily="2" charset="2"/>
                  <a:defRPr sz="2800"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3pPr>
                <a:lvl4pPr marL="1600200" indent="-228600">
                  <a:lnSpc>
                    <a:spcPct val="90000"/>
                  </a:lnSpc>
                  <a:spcBef>
                    <a:spcPct val="20000"/>
                  </a:spcBef>
                  <a:buClr>
                    <a:schemeClr val="bg2"/>
                  </a:buClr>
                  <a:buSzPct val="75000"/>
                  <a:buFont typeface="Wingdings" panose="05000000000000000000" pitchFamily="2" charset="2"/>
                  <a:defRPr sz="2800"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4pPr>
                <a:lvl5pPr marL="2057400" indent="-228600">
                  <a:lnSpc>
                    <a:spcPct val="90000"/>
                  </a:lnSpc>
                  <a:spcBef>
                    <a:spcPct val="20000"/>
                  </a:spcBef>
                  <a:buClr>
                    <a:schemeClr val="bg2"/>
                  </a:buClr>
                  <a:buSzPct val="75000"/>
                  <a:buFont typeface="Wingdings" panose="05000000000000000000" pitchFamily="2" charset="2"/>
                  <a:defRPr sz="2800"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5pPr>
                <a:lvl6pPr marL="2514600" indent="-228600" eaLnBrk="0" fontAlgn="base" hangingPunct="0">
                  <a:lnSpc>
                    <a:spcPct val="90000"/>
                  </a:lnSpc>
                  <a:spcBef>
                    <a:spcPct val="20000"/>
                  </a:spcBef>
                  <a:spcAft>
                    <a:spcPct val="0"/>
                  </a:spcAft>
                  <a:buClr>
                    <a:schemeClr val="bg2"/>
                  </a:buClr>
                  <a:buSzPct val="75000"/>
                  <a:buFont typeface="Wingdings" panose="05000000000000000000" pitchFamily="2" charset="2"/>
                  <a:defRPr sz="2800"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6pPr>
                <a:lvl7pPr marL="2971800" indent="-228600" eaLnBrk="0" fontAlgn="base" hangingPunct="0">
                  <a:lnSpc>
                    <a:spcPct val="90000"/>
                  </a:lnSpc>
                  <a:spcBef>
                    <a:spcPct val="20000"/>
                  </a:spcBef>
                  <a:spcAft>
                    <a:spcPct val="0"/>
                  </a:spcAft>
                  <a:buClr>
                    <a:schemeClr val="bg2"/>
                  </a:buClr>
                  <a:buSzPct val="75000"/>
                  <a:buFont typeface="Wingdings" panose="05000000000000000000" pitchFamily="2" charset="2"/>
                  <a:defRPr sz="2800"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7pPr>
                <a:lvl8pPr marL="3429000" indent="-228600" eaLnBrk="0" fontAlgn="base" hangingPunct="0">
                  <a:lnSpc>
                    <a:spcPct val="90000"/>
                  </a:lnSpc>
                  <a:spcBef>
                    <a:spcPct val="20000"/>
                  </a:spcBef>
                  <a:spcAft>
                    <a:spcPct val="0"/>
                  </a:spcAft>
                  <a:buClr>
                    <a:schemeClr val="bg2"/>
                  </a:buClr>
                  <a:buSzPct val="75000"/>
                  <a:buFont typeface="Wingdings" panose="05000000000000000000" pitchFamily="2" charset="2"/>
                  <a:defRPr sz="2800"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8pPr>
                <a:lvl9pPr marL="3886200" indent="-228600" eaLnBrk="0" fontAlgn="base" hangingPunct="0">
                  <a:lnSpc>
                    <a:spcPct val="90000"/>
                  </a:lnSpc>
                  <a:spcBef>
                    <a:spcPct val="20000"/>
                  </a:spcBef>
                  <a:spcAft>
                    <a:spcPct val="0"/>
                  </a:spcAft>
                  <a:buClr>
                    <a:schemeClr val="bg2"/>
                  </a:buClr>
                  <a:buSzPct val="75000"/>
                  <a:buFont typeface="Wingdings" panose="05000000000000000000" pitchFamily="2" charset="2"/>
                  <a:defRPr sz="2800"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9pPr>
              </a:lstStyle>
              <a:p>
                <a:pPr eaLnBrk="1" hangingPunct="1">
                  <a:lnSpc>
                    <a:spcPct val="100000"/>
                  </a:lnSpc>
                  <a:spcBef>
                    <a:spcPct val="0"/>
                  </a:spcBef>
                  <a:buClrTx/>
                  <a:buSzTx/>
                  <a:buFontTx/>
                  <a:buNone/>
                  <a:defRPr/>
                </a:pPr>
                <a:endParaRPr lang="en-US" altLang="ru-RU" sz="2400">
                  <a:latin typeface="Times New Roman" panose="02020603050405020304" pitchFamily="18" charset="0"/>
                </a:endParaRPr>
              </a:p>
            </p:txBody>
          </p:sp>
          <p:sp>
            <p:nvSpPr>
              <p:cNvPr id="10" name="Rectangle 8">
                <a:extLst>
                  <a:ext uri="{FF2B5EF4-FFF2-40B4-BE49-F238E27FC236}">
                    <a16:creationId xmlns:a16="http://schemas.microsoft.com/office/drawing/2014/main" id="{5475661C-C8F0-4BFA-990B-007135BB6511}"/>
                  </a:ext>
                </a:extLst>
              </p:cNvPr>
              <p:cNvSpPr>
                <a:spLocks noChangeArrowheads="1"/>
              </p:cNvSpPr>
              <p:nvPr userDrawn="1"/>
            </p:nvSpPr>
            <p:spPr bwMode="auto">
              <a:xfrm>
                <a:off x="1437" y="672"/>
                <a:ext cx="369" cy="400"/>
              </a:xfrm>
              <a:prstGeom prst="rect">
                <a:avLst/>
              </a:prstGeom>
              <a:solidFill>
                <a:schemeClr val="folHlink"/>
              </a:solidFill>
              <a:ln>
                <a:noFill/>
              </a:ln>
            </p:spPr>
            <p:txBody>
              <a:bodyPr/>
              <a:lstStyle>
                <a:lvl1pPr>
                  <a:lnSpc>
                    <a:spcPct val="90000"/>
                  </a:lnSpc>
                  <a:spcBef>
                    <a:spcPct val="20000"/>
                  </a:spcBef>
                  <a:buClr>
                    <a:schemeClr val="bg2"/>
                  </a:buClr>
                  <a:buSzPct val="75000"/>
                  <a:buFont typeface="Wingdings" panose="05000000000000000000" pitchFamily="2" charset="2"/>
                  <a:defRPr sz="2800"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1pPr>
                <a:lvl2pPr marL="742950" indent="-285750">
                  <a:lnSpc>
                    <a:spcPct val="90000"/>
                  </a:lnSpc>
                  <a:spcBef>
                    <a:spcPct val="20000"/>
                  </a:spcBef>
                  <a:buClr>
                    <a:schemeClr val="bg2"/>
                  </a:buClr>
                  <a:buSzPct val="75000"/>
                  <a:buFont typeface="Wingdings" panose="05000000000000000000" pitchFamily="2" charset="2"/>
                  <a:defRPr sz="2800"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2pPr>
                <a:lvl3pPr marL="1143000" indent="-228600">
                  <a:lnSpc>
                    <a:spcPct val="90000"/>
                  </a:lnSpc>
                  <a:spcBef>
                    <a:spcPct val="20000"/>
                  </a:spcBef>
                  <a:buClr>
                    <a:schemeClr val="bg2"/>
                  </a:buClr>
                  <a:buSzPct val="75000"/>
                  <a:buFont typeface="Wingdings" panose="05000000000000000000" pitchFamily="2" charset="2"/>
                  <a:defRPr sz="2800"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3pPr>
                <a:lvl4pPr marL="1600200" indent="-228600">
                  <a:lnSpc>
                    <a:spcPct val="90000"/>
                  </a:lnSpc>
                  <a:spcBef>
                    <a:spcPct val="20000"/>
                  </a:spcBef>
                  <a:buClr>
                    <a:schemeClr val="bg2"/>
                  </a:buClr>
                  <a:buSzPct val="75000"/>
                  <a:buFont typeface="Wingdings" panose="05000000000000000000" pitchFamily="2" charset="2"/>
                  <a:defRPr sz="2800"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4pPr>
                <a:lvl5pPr marL="2057400" indent="-228600">
                  <a:lnSpc>
                    <a:spcPct val="90000"/>
                  </a:lnSpc>
                  <a:spcBef>
                    <a:spcPct val="20000"/>
                  </a:spcBef>
                  <a:buClr>
                    <a:schemeClr val="bg2"/>
                  </a:buClr>
                  <a:buSzPct val="75000"/>
                  <a:buFont typeface="Wingdings" panose="05000000000000000000" pitchFamily="2" charset="2"/>
                  <a:defRPr sz="2800"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5pPr>
                <a:lvl6pPr marL="2514600" indent="-228600" eaLnBrk="0" fontAlgn="base" hangingPunct="0">
                  <a:lnSpc>
                    <a:spcPct val="90000"/>
                  </a:lnSpc>
                  <a:spcBef>
                    <a:spcPct val="20000"/>
                  </a:spcBef>
                  <a:spcAft>
                    <a:spcPct val="0"/>
                  </a:spcAft>
                  <a:buClr>
                    <a:schemeClr val="bg2"/>
                  </a:buClr>
                  <a:buSzPct val="75000"/>
                  <a:buFont typeface="Wingdings" panose="05000000000000000000" pitchFamily="2" charset="2"/>
                  <a:defRPr sz="2800"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6pPr>
                <a:lvl7pPr marL="2971800" indent="-228600" eaLnBrk="0" fontAlgn="base" hangingPunct="0">
                  <a:lnSpc>
                    <a:spcPct val="90000"/>
                  </a:lnSpc>
                  <a:spcBef>
                    <a:spcPct val="20000"/>
                  </a:spcBef>
                  <a:spcAft>
                    <a:spcPct val="0"/>
                  </a:spcAft>
                  <a:buClr>
                    <a:schemeClr val="bg2"/>
                  </a:buClr>
                  <a:buSzPct val="75000"/>
                  <a:buFont typeface="Wingdings" panose="05000000000000000000" pitchFamily="2" charset="2"/>
                  <a:defRPr sz="2800"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7pPr>
                <a:lvl8pPr marL="3429000" indent="-228600" eaLnBrk="0" fontAlgn="base" hangingPunct="0">
                  <a:lnSpc>
                    <a:spcPct val="90000"/>
                  </a:lnSpc>
                  <a:spcBef>
                    <a:spcPct val="20000"/>
                  </a:spcBef>
                  <a:spcAft>
                    <a:spcPct val="0"/>
                  </a:spcAft>
                  <a:buClr>
                    <a:schemeClr val="bg2"/>
                  </a:buClr>
                  <a:buSzPct val="75000"/>
                  <a:buFont typeface="Wingdings" panose="05000000000000000000" pitchFamily="2" charset="2"/>
                  <a:defRPr sz="2800"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8pPr>
                <a:lvl9pPr marL="3886200" indent="-228600" eaLnBrk="0" fontAlgn="base" hangingPunct="0">
                  <a:lnSpc>
                    <a:spcPct val="90000"/>
                  </a:lnSpc>
                  <a:spcBef>
                    <a:spcPct val="20000"/>
                  </a:spcBef>
                  <a:spcAft>
                    <a:spcPct val="0"/>
                  </a:spcAft>
                  <a:buClr>
                    <a:schemeClr val="bg2"/>
                  </a:buClr>
                  <a:buSzPct val="75000"/>
                  <a:buFont typeface="Wingdings" panose="05000000000000000000" pitchFamily="2" charset="2"/>
                  <a:defRPr sz="2800"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9pPr>
              </a:lstStyle>
              <a:p>
                <a:pPr eaLnBrk="1" hangingPunct="1">
                  <a:lnSpc>
                    <a:spcPct val="100000"/>
                  </a:lnSpc>
                  <a:spcBef>
                    <a:spcPct val="0"/>
                  </a:spcBef>
                  <a:buClrTx/>
                  <a:buSzTx/>
                  <a:buFontTx/>
                  <a:buNone/>
                  <a:defRPr/>
                </a:pPr>
                <a:endParaRPr lang="en-US" altLang="ru-RU" sz="2400">
                  <a:latin typeface="Times New Roman" panose="02020603050405020304" pitchFamily="18" charset="0"/>
                </a:endParaRPr>
              </a:p>
            </p:txBody>
          </p:sp>
          <p:sp>
            <p:nvSpPr>
              <p:cNvPr id="11" name="Rectangle 9">
                <a:extLst>
                  <a:ext uri="{FF2B5EF4-FFF2-40B4-BE49-F238E27FC236}">
                    <a16:creationId xmlns:a16="http://schemas.microsoft.com/office/drawing/2014/main" id="{88047877-2CD7-4A01-A534-2DB01F5EA321}"/>
                  </a:ext>
                </a:extLst>
              </p:cNvPr>
              <p:cNvSpPr>
                <a:spLocks noChangeArrowheads="1"/>
              </p:cNvSpPr>
              <p:nvPr userDrawn="1"/>
            </p:nvSpPr>
            <p:spPr bwMode="auto">
              <a:xfrm>
                <a:off x="719" y="2257"/>
                <a:ext cx="368" cy="404"/>
              </a:xfrm>
              <a:prstGeom prst="rect">
                <a:avLst/>
              </a:prstGeom>
              <a:solidFill>
                <a:schemeClr val="bg2"/>
              </a:solidFill>
              <a:ln>
                <a:noFill/>
              </a:ln>
            </p:spPr>
            <p:txBody>
              <a:bodyPr/>
              <a:lstStyle>
                <a:lvl1pPr>
                  <a:lnSpc>
                    <a:spcPct val="90000"/>
                  </a:lnSpc>
                  <a:spcBef>
                    <a:spcPct val="20000"/>
                  </a:spcBef>
                  <a:buClr>
                    <a:schemeClr val="bg2"/>
                  </a:buClr>
                  <a:buSzPct val="75000"/>
                  <a:buFont typeface="Wingdings" panose="05000000000000000000" pitchFamily="2" charset="2"/>
                  <a:defRPr sz="2800"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1pPr>
                <a:lvl2pPr marL="742950" indent="-285750">
                  <a:lnSpc>
                    <a:spcPct val="90000"/>
                  </a:lnSpc>
                  <a:spcBef>
                    <a:spcPct val="20000"/>
                  </a:spcBef>
                  <a:buClr>
                    <a:schemeClr val="bg2"/>
                  </a:buClr>
                  <a:buSzPct val="75000"/>
                  <a:buFont typeface="Wingdings" panose="05000000000000000000" pitchFamily="2" charset="2"/>
                  <a:defRPr sz="2800"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2pPr>
                <a:lvl3pPr marL="1143000" indent="-228600">
                  <a:lnSpc>
                    <a:spcPct val="90000"/>
                  </a:lnSpc>
                  <a:spcBef>
                    <a:spcPct val="20000"/>
                  </a:spcBef>
                  <a:buClr>
                    <a:schemeClr val="bg2"/>
                  </a:buClr>
                  <a:buSzPct val="75000"/>
                  <a:buFont typeface="Wingdings" panose="05000000000000000000" pitchFamily="2" charset="2"/>
                  <a:defRPr sz="2800"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3pPr>
                <a:lvl4pPr marL="1600200" indent="-228600">
                  <a:lnSpc>
                    <a:spcPct val="90000"/>
                  </a:lnSpc>
                  <a:spcBef>
                    <a:spcPct val="20000"/>
                  </a:spcBef>
                  <a:buClr>
                    <a:schemeClr val="bg2"/>
                  </a:buClr>
                  <a:buSzPct val="75000"/>
                  <a:buFont typeface="Wingdings" panose="05000000000000000000" pitchFamily="2" charset="2"/>
                  <a:defRPr sz="2800"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4pPr>
                <a:lvl5pPr marL="2057400" indent="-228600">
                  <a:lnSpc>
                    <a:spcPct val="90000"/>
                  </a:lnSpc>
                  <a:spcBef>
                    <a:spcPct val="20000"/>
                  </a:spcBef>
                  <a:buClr>
                    <a:schemeClr val="bg2"/>
                  </a:buClr>
                  <a:buSzPct val="75000"/>
                  <a:buFont typeface="Wingdings" panose="05000000000000000000" pitchFamily="2" charset="2"/>
                  <a:defRPr sz="2800"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5pPr>
                <a:lvl6pPr marL="2514600" indent="-228600" eaLnBrk="0" fontAlgn="base" hangingPunct="0">
                  <a:lnSpc>
                    <a:spcPct val="90000"/>
                  </a:lnSpc>
                  <a:spcBef>
                    <a:spcPct val="20000"/>
                  </a:spcBef>
                  <a:spcAft>
                    <a:spcPct val="0"/>
                  </a:spcAft>
                  <a:buClr>
                    <a:schemeClr val="bg2"/>
                  </a:buClr>
                  <a:buSzPct val="75000"/>
                  <a:buFont typeface="Wingdings" panose="05000000000000000000" pitchFamily="2" charset="2"/>
                  <a:defRPr sz="2800"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6pPr>
                <a:lvl7pPr marL="2971800" indent="-228600" eaLnBrk="0" fontAlgn="base" hangingPunct="0">
                  <a:lnSpc>
                    <a:spcPct val="90000"/>
                  </a:lnSpc>
                  <a:spcBef>
                    <a:spcPct val="20000"/>
                  </a:spcBef>
                  <a:spcAft>
                    <a:spcPct val="0"/>
                  </a:spcAft>
                  <a:buClr>
                    <a:schemeClr val="bg2"/>
                  </a:buClr>
                  <a:buSzPct val="75000"/>
                  <a:buFont typeface="Wingdings" panose="05000000000000000000" pitchFamily="2" charset="2"/>
                  <a:defRPr sz="2800"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7pPr>
                <a:lvl8pPr marL="3429000" indent="-228600" eaLnBrk="0" fontAlgn="base" hangingPunct="0">
                  <a:lnSpc>
                    <a:spcPct val="90000"/>
                  </a:lnSpc>
                  <a:spcBef>
                    <a:spcPct val="20000"/>
                  </a:spcBef>
                  <a:spcAft>
                    <a:spcPct val="0"/>
                  </a:spcAft>
                  <a:buClr>
                    <a:schemeClr val="bg2"/>
                  </a:buClr>
                  <a:buSzPct val="75000"/>
                  <a:buFont typeface="Wingdings" panose="05000000000000000000" pitchFamily="2" charset="2"/>
                  <a:defRPr sz="2800"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8pPr>
                <a:lvl9pPr marL="3886200" indent="-228600" eaLnBrk="0" fontAlgn="base" hangingPunct="0">
                  <a:lnSpc>
                    <a:spcPct val="90000"/>
                  </a:lnSpc>
                  <a:spcBef>
                    <a:spcPct val="20000"/>
                  </a:spcBef>
                  <a:spcAft>
                    <a:spcPct val="0"/>
                  </a:spcAft>
                  <a:buClr>
                    <a:schemeClr val="bg2"/>
                  </a:buClr>
                  <a:buSzPct val="75000"/>
                  <a:buFont typeface="Wingdings" panose="05000000000000000000" pitchFamily="2" charset="2"/>
                  <a:defRPr sz="2800"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9pPr>
              </a:lstStyle>
              <a:p>
                <a:pPr eaLnBrk="1" hangingPunct="1">
                  <a:lnSpc>
                    <a:spcPct val="100000"/>
                  </a:lnSpc>
                  <a:spcBef>
                    <a:spcPct val="0"/>
                  </a:spcBef>
                  <a:buClrTx/>
                  <a:buSzTx/>
                  <a:buFontTx/>
                  <a:buNone/>
                  <a:defRPr/>
                </a:pPr>
                <a:endParaRPr lang="en-US" altLang="ru-RU" sz="2400">
                  <a:latin typeface="Times New Roman" panose="02020603050405020304" pitchFamily="18" charset="0"/>
                </a:endParaRPr>
              </a:p>
            </p:txBody>
          </p:sp>
          <p:sp>
            <p:nvSpPr>
              <p:cNvPr id="12" name="Rectangle 10">
                <a:extLst>
                  <a:ext uri="{FF2B5EF4-FFF2-40B4-BE49-F238E27FC236}">
                    <a16:creationId xmlns:a16="http://schemas.microsoft.com/office/drawing/2014/main" id="{C8C0B08B-FC05-4BF0-9E3F-430291B75905}"/>
                  </a:ext>
                </a:extLst>
              </p:cNvPr>
              <p:cNvSpPr>
                <a:spLocks noChangeArrowheads="1"/>
              </p:cNvSpPr>
              <p:nvPr userDrawn="1"/>
            </p:nvSpPr>
            <p:spPr bwMode="auto">
              <a:xfrm>
                <a:off x="1437" y="1065"/>
                <a:ext cx="369" cy="405"/>
              </a:xfrm>
              <a:prstGeom prst="rect">
                <a:avLst/>
              </a:prstGeom>
              <a:solidFill>
                <a:schemeClr val="accent2"/>
              </a:solidFill>
              <a:ln>
                <a:noFill/>
              </a:ln>
            </p:spPr>
            <p:txBody>
              <a:bodyPr/>
              <a:lstStyle>
                <a:lvl1pPr>
                  <a:lnSpc>
                    <a:spcPct val="90000"/>
                  </a:lnSpc>
                  <a:spcBef>
                    <a:spcPct val="20000"/>
                  </a:spcBef>
                  <a:buClr>
                    <a:schemeClr val="bg2"/>
                  </a:buClr>
                  <a:buSzPct val="75000"/>
                  <a:buFont typeface="Wingdings" panose="05000000000000000000" pitchFamily="2" charset="2"/>
                  <a:defRPr sz="2800"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1pPr>
                <a:lvl2pPr marL="742950" indent="-285750">
                  <a:lnSpc>
                    <a:spcPct val="90000"/>
                  </a:lnSpc>
                  <a:spcBef>
                    <a:spcPct val="20000"/>
                  </a:spcBef>
                  <a:buClr>
                    <a:schemeClr val="bg2"/>
                  </a:buClr>
                  <a:buSzPct val="75000"/>
                  <a:buFont typeface="Wingdings" panose="05000000000000000000" pitchFamily="2" charset="2"/>
                  <a:defRPr sz="2800"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2pPr>
                <a:lvl3pPr marL="1143000" indent="-228600">
                  <a:lnSpc>
                    <a:spcPct val="90000"/>
                  </a:lnSpc>
                  <a:spcBef>
                    <a:spcPct val="20000"/>
                  </a:spcBef>
                  <a:buClr>
                    <a:schemeClr val="bg2"/>
                  </a:buClr>
                  <a:buSzPct val="75000"/>
                  <a:buFont typeface="Wingdings" panose="05000000000000000000" pitchFamily="2" charset="2"/>
                  <a:defRPr sz="2800"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3pPr>
                <a:lvl4pPr marL="1600200" indent="-228600">
                  <a:lnSpc>
                    <a:spcPct val="90000"/>
                  </a:lnSpc>
                  <a:spcBef>
                    <a:spcPct val="20000"/>
                  </a:spcBef>
                  <a:buClr>
                    <a:schemeClr val="bg2"/>
                  </a:buClr>
                  <a:buSzPct val="75000"/>
                  <a:buFont typeface="Wingdings" panose="05000000000000000000" pitchFamily="2" charset="2"/>
                  <a:defRPr sz="2800"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4pPr>
                <a:lvl5pPr marL="2057400" indent="-228600">
                  <a:lnSpc>
                    <a:spcPct val="90000"/>
                  </a:lnSpc>
                  <a:spcBef>
                    <a:spcPct val="20000"/>
                  </a:spcBef>
                  <a:buClr>
                    <a:schemeClr val="bg2"/>
                  </a:buClr>
                  <a:buSzPct val="75000"/>
                  <a:buFont typeface="Wingdings" panose="05000000000000000000" pitchFamily="2" charset="2"/>
                  <a:defRPr sz="2800"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5pPr>
                <a:lvl6pPr marL="2514600" indent="-228600" eaLnBrk="0" fontAlgn="base" hangingPunct="0">
                  <a:lnSpc>
                    <a:spcPct val="90000"/>
                  </a:lnSpc>
                  <a:spcBef>
                    <a:spcPct val="20000"/>
                  </a:spcBef>
                  <a:spcAft>
                    <a:spcPct val="0"/>
                  </a:spcAft>
                  <a:buClr>
                    <a:schemeClr val="bg2"/>
                  </a:buClr>
                  <a:buSzPct val="75000"/>
                  <a:buFont typeface="Wingdings" panose="05000000000000000000" pitchFamily="2" charset="2"/>
                  <a:defRPr sz="2800"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6pPr>
                <a:lvl7pPr marL="2971800" indent="-228600" eaLnBrk="0" fontAlgn="base" hangingPunct="0">
                  <a:lnSpc>
                    <a:spcPct val="90000"/>
                  </a:lnSpc>
                  <a:spcBef>
                    <a:spcPct val="20000"/>
                  </a:spcBef>
                  <a:spcAft>
                    <a:spcPct val="0"/>
                  </a:spcAft>
                  <a:buClr>
                    <a:schemeClr val="bg2"/>
                  </a:buClr>
                  <a:buSzPct val="75000"/>
                  <a:buFont typeface="Wingdings" panose="05000000000000000000" pitchFamily="2" charset="2"/>
                  <a:defRPr sz="2800"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7pPr>
                <a:lvl8pPr marL="3429000" indent="-228600" eaLnBrk="0" fontAlgn="base" hangingPunct="0">
                  <a:lnSpc>
                    <a:spcPct val="90000"/>
                  </a:lnSpc>
                  <a:spcBef>
                    <a:spcPct val="20000"/>
                  </a:spcBef>
                  <a:spcAft>
                    <a:spcPct val="0"/>
                  </a:spcAft>
                  <a:buClr>
                    <a:schemeClr val="bg2"/>
                  </a:buClr>
                  <a:buSzPct val="75000"/>
                  <a:buFont typeface="Wingdings" panose="05000000000000000000" pitchFamily="2" charset="2"/>
                  <a:defRPr sz="2800"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8pPr>
                <a:lvl9pPr marL="3886200" indent="-228600" eaLnBrk="0" fontAlgn="base" hangingPunct="0">
                  <a:lnSpc>
                    <a:spcPct val="90000"/>
                  </a:lnSpc>
                  <a:spcBef>
                    <a:spcPct val="20000"/>
                  </a:spcBef>
                  <a:spcAft>
                    <a:spcPct val="0"/>
                  </a:spcAft>
                  <a:buClr>
                    <a:schemeClr val="bg2"/>
                  </a:buClr>
                  <a:buSzPct val="75000"/>
                  <a:buFont typeface="Wingdings" panose="05000000000000000000" pitchFamily="2" charset="2"/>
                  <a:defRPr sz="2800"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9pPr>
              </a:lstStyle>
              <a:p>
                <a:pPr eaLnBrk="1" hangingPunct="1">
                  <a:lnSpc>
                    <a:spcPct val="100000"/>
                  </a:lnSpc>
                  <a:spcBef>
                    <a:spcPct val="0"/>
                  </a:spcBef>
                  <a:buClrTx/>
                  <a:buSzTx/>
                  <a:buFontTx/>
                  <a:buNone/>
                  <a:defRPr/>
                </a:pPr>
                <a:endParaRPr lang="en-US" altLang="ru-RU" sz="2400">
                  <a:latin typeface="Times New Roman" panose="02020603050405020304" pitchFamily="18" charset="0"/>
                </a:endParaRPr>
              </a:p>
            </p:txBody>
          </p:sp>
          <p:sp>
            <p:nvSpPr>
              <p:cNvPr id="13" name="Rectangle 11">
                <a:extLst>
                  <a:ext uri="{FF2B5EF4-FFF2-40B4-BE49-F238E27FC236}">
                    <a16:creationId xmlns:a16="http://schemas.microsoft.com/office/drawing/2014/main" id="{13FA8D2C-B16F-4F66-8E90-68DA32E22C54}"/>
                  </a:ext>
                </a:extLst>
              </p:cNvPr>
              <p:cNvSpPr>
                <a:spLocks noChangeArrowheads="1"/>
              </p:cNvSpPr>
              <p:nvPr userDrawn="1"/>
            </p:nvSpPr>
            <p:spPr bwMode="auto">
              <a:xfrm>
                <a:off x="719" y="1464"/>
                <a:ext cx="368" cy="399"/>
              </a:xfrm>
              <a:prstGeom prst="rect">
                <a:avLst/>
              </a:prstGeom>
              <a:solidFill>
                <a:schemeClr val="folHlink"/>
              </a:solidFill>
              <a:ln>
                <a:noFill/>
              </a:ln>
            </p:spPr>
            <p:txBody>
              <a:bodyPr/>
              <a:lstStyle>
                <a:lvl1pPr>
                  <a:lnSpc>
                    <a:spcPct val="90000"/>
                  </a:lnSpc>
                  <a:spcBef>
                    <a:spcPct val="20000"/>
                  </a:spcBef>
                  <a:buClr>
                    <a:schemeClr val="bg2"/>
                  </a:buClr>
                  <a:buSzPct val="75000"/>
                  <a:buFont typeface="Wingdings" panose="05000000000000000000" pitchFamily="2" charset="2"/>
                  <a:defRPr sz="2800"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1pPr>
                <a:lvl2pPr marL="742950" indent="-285750">
                  <a:lnSpc>
                    <a:spcPct val="90000"/>
                  </a:lnSpc>
                  <a:spcBef>
                    <a:spcPct val="20000"/>
                  </a:spcBef>
                  <a:buClr>
                    <a:schemeClr val="bg2"/>
                  </a:buClr>
                  <a:buSzPct val="75000"/>
                  <a:buFont typeface="Wingdings" panose="05000000000000000000" pitchFamily="2" charset="2"/>
                  <a:defRPr sz="2800"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2pPr>
                <a:lvl3pPr marL="1143000" indent="-228600">
                  <a:lnSpc>
                    <a:spcPct val="90000"/>
                  </a:lnSpc>
                  <a:spcBef>
                    <a:spcPct val="20000"/>
                  </a:spcBef>
                  <a:buClr>
                    <a:schemeClr val="bg2"/>
                  </a:buClr>
                  <a:buSzPct val="75000"/>
                  <a:buFont typeface="Wingdings" panose="05000000000000000000" pitchFamily="2" charset="2"/>
                  <a:defRPr sz="2800"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3pPr>
                <a:lvl4pPr marL="1600200" indent="-228600">
                  <a:lnSpc>
                    <a:spcPct val="90000"/>
                  </a:lnSpc>
                  <a:spcBef>
                    <a:spcPct val="20000"/>
                  </a:spcBef>
                  <a:buClr>
                    <a:schemeClr val="bg2"/>
                  </a:buClr>
                  <a:buSzPct val="75000"/>
                  <a:buFont typeface="Wingdings" panose="05000000000000000000" pitchFamily="2" charset="2"/>
                  <a:defRPr sz="2800"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4pPr>
                <a:lvl5pPr marL="2057400" indent="-228600">
                  <a:lnSpc>
                    <a:spcPct val="90000"/>
                  </a:lnSpc>
                  <a:spcBef>
                    <a:spcPct val="20000"/>
                  </a:spcBef>
                  <a:buClr>
                    <a:schemeClr val="bg2"/>
                  </a:buClr>
                  <a:buSzPct val="75000"/>
                  <a:buFont typeface="Wingdings" panose="05000000000000000000" pitchFamily="2" charset="2"/>
                  <a:defRPr sz="2800"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5pPr>
                <a:lvl6pPr marL="2514600" indent="-228600" eaLnBrk="0" fontAlgn="base" hangingPunct="0">
                  <a:lnSpc>
                    <a:spcPct val="90000"/>
                  </a:lnSpc>
                  <a:spcBef>
                    <a:spcPct val="20000"/>
                  </a:spcBef>
                  <a:spcAft>
                    <a:spcPct val="0"/>
                  </a:spcAft>
                  <a:buClr>
                    <a:schemeClr val="bg2"/>
                  </a:buClr>
                  <a:buSzPct val="75000"/>
                  <a:buFont typeface="Wingdings" panose="05000000000000000000" pitchFamily="2" charset="2"/>
                  <a:defRPr sz="2800"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6pPr>
                <a:lvl7pPr marL="2971800" indent="-228600" eaLnBrk="0" fontAlgn="base" hangingPunct="0">
                  <a:lnSpc>
                    <a:spcPct val="90000"/>
                  </a:lnSpc>
                  <a:spcBef>
                    <a:spcPct val="20000"/>
                  </a:spcBef>
                  <a:spcAft>
                    <a:spcPct val="0"/>
                  </a:spcAft>
                  <a:buClr>
                    <a:schemeClr val="bg2"/>
                  </a:buClr>
                  <a:buSzPct val="75000"/>
                  <a:buFont typeface="Wingdings" panose="05000000000000000000" pitchFamily="2" charset="2"/>
                  <a:defRPr sz="2800"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7pPr>
                <a:lvl8pPr marL="3429000" indent="-228600" eaLnBrk="0" fontAlgn="base" hangingPunct="0">
                  <a:lnSpc>
                    <a:spcPct val="90000"/>
                  </a:lnSpc>
                  <a:spcBef>
                    <a:spcPct val="20000"/>
                  </a:spcBef>
                  <a:spcAft>
                    <a:spcPct val="0"/>
                  </a:spcAft>
                  <a:buClr>
                    <a:schemeClr val="bg2"/>
                  </a:buClr>
                  <a:buSzPct val="75000"/>
                  <a:buFont typeface="Wingdings" panose="05000000000000000000" pitchFamily="2" charset="2"/>
                  <a:defRPr sz="2800"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8pPr>
                <a:lvl9pPr marL="3886200" indent="-228600" eaLnBrk="0" fontAlgn="base" hangingPunct="0">
                  <a:lnSpc>
                    <a:spcPct val="90000"/>
                  </a:lnSpc>
                  <a:spcBef>
                    <a:spcPct val="20000"/>
                  </a:spcBef>
                  <a:spcAft>
                    <a:spcPct val="0"/>
                  </a:spcAft>
                  <a:buClr>
                    <a:schemeClr val="bg2"/>
                  </a:buClr>
                  <a:buSzPct val="75000"/>
                  <a:buFont typeface="Wingdings" panose="05000000000000000000" pitchFamily="2" charset="2"/>
                  <a:defRPr sz="2800"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9pPr>
              </a:lstStyle>
              <a:p>
                <a:pPr eaLnBrk="1" hangingPunct="1">
                  <a:lnSpc>
                    <a:spcPct val="100000"/>
                  </a:lnSpc>
                  <a:spcBef>
                    <a:spcPct val="0"/>
                  </a:spcBef>
                  <a:buClrTx/>
                  <a:buSzTx/>
                  <a:buFontTx/>
                  <a:buNone/>
                  <a:defRPr/>
                </a:pPr>
                <a:endParaRPr lang="en-US" altLang="ru-RU" sz="2400">
                  <a:latin typeface="Times New Roman" panose="02020603050405020304" pitchFamily="18" charset="0"/>
                </a:endParaRPr>
              </a:p>
            </p:txBody>
          </p:sp>
          <p:sp>
            <p:nvSpPr>
              <p:cNvPr id="14" name="Rectangle 12">
                <a:extLst>
                  <a:ext uri="{FF2B5EF4-FFF2-40B4-BE49-F238E27FC236}">
                    <a16:creationId xmlns:a16="http://schemas.microsoft.com/office/drawing/2014/main" id="{A0433F96-B6DD-4B8D-AC66-2B2ECC1E0E9F}"/>
                  </a:ext>
                </a:extLst>
              </p:cNvPr>
              <p:cNvSpPr>
                <a:spLocks noChangeArrowheads="1"/>
              </p:cNvSpPr>
              <p:nvPr userDrawn="1"/>
            </p:nvSpPr>
            <p:spPr bwMode="auto">
              <a:xfrm>
                <a:off x="0" y="1464"/>
                <a:ext cx="367" cy="399"/>
              </a:xfrm>
              <a:prstGeom prst="rect">
                <a:avLst/>
              </a:prstGeom>
              <a:solidFill>
                <a:schemeClr val="bg2"/>
              </a:solidFill>
              <a:ln>
                <a:noFill/>
              </a:ln>
            </p:spPr>
            <p:txBody>
              <a:bodyPr/>
              <a:lstStyle>
                <a:lvl1pPr>
                  <a:lnSpc>
                    <a:spcPct val="90000"/>
                  </a:lnSpc>
                  <a:spcBef>
                    <a:spcPct val="20000"/>
                  </a:spcBef>
                  <a:buClr>
                    <a:schemeClr val="bg2"/>
                  </a:buClr>
                  <a:buSzPct val="75000"/>
                  <a:buFont typeface="Wingdings" panose="05000000000000000000" pitchFamily="2" charset="2"/>
                  <a:defRPr sz="2800"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1pPr>
                <a:lvl2pPr marL="742950" indent="-285750">
                  <a:lnSpc>
                    <a:spcPct val="90000"/>
                  </a:lnSpc>
                  <a:spcBef>
                    <a:spcPct val="20000"/>
                  </a:spcBef>
                  <a:buClr>
                    <a:schemeClr val="bg2"/>
                  </a:buClr>
                  <a:buSzPct val="75000"/>
                  <a:buFont typeface="Wingdings" panose="05000000000000000000" pitchFamily="2" charset="2"/>
                  <a:defRPr sz="2800"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2pPr>
                <a:lvl3pPr marL="1143000" indent="-228600">
                  <a:lnSpc>
                    <a:spcPct val="90000"/>
                  </a:lnSpc>
                  <a:spcBef>
                    <a:spcPct val="20000"/>
                  </a:spcBef>
                  <a:buClr>
                    <a:schemeClr val="bg2"/>
                  </a:buClr>
                  <a:buSzPct val="75000"/>
                  <a:buFont typeface="Wingdings" panose="05000000000000000000" pitchFamily="2" charset="2"/>
                  <a:defRPr sz="2800"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3pPr>
                <a:lvl4pPr marL="1600200" indent="-228600">
                  <a:lnSpc>
                    <a:spcPct val="90000"/>
                  </a:lnSpc>
                  <a:spcBef>
                    <a:spcPct val="20000"/>
                  </a:spcBef>
                  <a:buClr>
                    <a:schemeClr val="bg2"/>
                  </a:buClr>
                  <a:buSzPct val="75000"/>
                  <a:buFont typeface="Wingdings" panose="05000000000000000000" pitchFamily="2" charset="2"/>
                  <a:defRPr sz="2800"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4pPr>
                <a:lvl5pPr marL="2057400" indent="-228600">
                  <a:lnSpc>
                    <a:spcPct val="90000"/>
                  </a:lnSpc>
                  <a:spcBef>
                    <a:spcPct val="20000"/>
                  </a:spcBef>
                  <a:buClr>
                    <a:schemeClr val="bg2"/>
                  </a:buClr>
                  <a:buSzPct val="75000"/>
                  <a:buFont typeface="Wingdings" panose="05000000000000000000" pitchFamily="2" charset="2"/>
                  <a:defRPr sz="2800"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5pPr>
                <a:lvl6pPr marL="2514600" indent="-228600" eaLnBrk="0" fontAlgn="base" hangingPunct="0">
                  <a:lnSpc>
                    <a:spcPct val="90000"/>
                  </a:lnSpc>
                  <a:spcBef>
                    <a:spcPct val="20000"/>
                  </a:spcBef>
                  <a:spcAft>
                    <a:spcPct val="0"/>
                  </a:spcAft>
                  <a:buClr>
                    <a:schemeClr val="bg2"/>
                  </a:buClr>
                  <a:buSzPct val="75000"/>
                  <a:buFont typeface="Wingdings" panose="05000000000000000000" pitchFamily="2" charset="2"/>
                  <a:defRPr sz="2800"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6pPr>
                <a:lvl7pPr marL="2971800" indent="-228600" eaLnBrk="0" fontAlgn="base" hangingPunct="0">
                  <a:lnSpc>
                    <a:spcPct val="90000"/>
                  </a:lnSpc>
                  <a:spcBef>
                    <a:spcPct val="20000"/>
                  </a:spcBef>
                  <a:spcAft>
                    <a:spcPct val="0"/>
                  </a:spcAft>
                  <a:buClr>
                    <a:schemeClr val="bg2"/>
                  </a:buClr>
                  <a:buSzPct val="75000"/>
                  <a:buFont typeface="Wingdings" panose="05000000000000000000" pitchFamily="2" charset="2"/>
                  <a:defRPr sz="2800"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7pPr>
                <a:lvl8pPr marL="3429000" indent="-228600" eaLnBrk="0" fontAlgn="base" hangingPunct="0">
                  <a:lnSpc>
                    <a:spcPct val="90000"/>
                  </a:lnSpc>
                  <a:spcBef>
                    <a:spcPct val="20000"/>
                  </a:spcBef>
                  <a:spcAft>
                    <a:spcPct val="0"/>
                  </a:spcAft>
                  <a:buClr>
                    <a:schemeClr val="bg2"/>
                  </a:buClr>
                  <a:buSzPct val="75000"/>
                  <a:buFont typeface="Wingdings" panose="05000000000000000000" pitchFamily="2" charset="2"/>
                  <a:defRPr sz="2800"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8pPr>
                <a:lvl9pPr marL="3886200" indent="-228600" eaLnBrk="0" fontAlgn="base" hangingPunct="0">
                  <a:lnSpc>
                    <a:spcPct val="90000"/>
                  </a:lnSpc>
                  <a:spcBef>
                    <a:spcPct val="20000"/>
                  </a:spcBef>
                  <a:spcAft>
                    <a:spcPct val="0"/>
                  </a:spcAft>
                  <a:buClr>
                    <a:schemeClr val="bg2"/>
                  </a:buClr>
                  <a:buSzPct val="75000"/>
                  <a:buFont typeface="Wingdings" panose="05000000000000000000" pitchFamily="2" charset="2"/>
                  <a:defRPr sz="2800"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9pPr>
              </a:lstStyle>
              <a:p>
                <a:pPr eaLnBrk="1" hangingPunct="1">
                  <a:lnSpc>
                    <a:spcPct val="100000"/>
                  </a:lnSpc>
                  <a:spcBef>
                    <a:spcPct val="0"/>
                  </a:spcBef>
                  <a:buClrTx/>
                  <a:buSzTx/>
                  <a:buFontTx/>
                  <a:buNone/>
                  <a:defRPr/>
                </a:pPr>
                <a:endParaRPr lang="en-US" altLang="ru-RU" sz="2400">
                  <a:latin typeface="Times New Roman" panose="02020603050405020304" pitchFamily="18" charset="0"/>
                </a:endParaRPr>
              </a:p>
            </p:txBody>
          </p:sp>
          <p:sp>
            <p:nvSpPr>
              <p:cNvPr id="15" name="Rectangle 13">
                <a:extLst>
                  <a:ext uri="{FF2B5EF4-FFF2-40B4-BE49-F238E27FC236}">
                    <a16:creationId xmlns:a16="http://schemas.microsoft.com/office/drawing/2014/main" id="{8EC65927-F9E3-4E12-ADB9-AC47616C7681}"/>
                  </a:ext>
                </a:extLst>
              </p:cNvPr>
              <p:cNvSpPr>
                <a:spLocks noChangeArrowheads="1"/>
              </p:cNvSpPr>
              <p:nvPr userDrawn="1"/>
            </p:nvSpPr>
            <p:spPr bwMode="auto">
              <a:xfrm>
                <a:off x="1081" y="1464"/>
                <a:ext cx="362" cy="399"/>
              </a:xfrm>
              <a:prstGeom prst="rect">
                <a:avLst/>
              </a:prstGeom>
              <a:solidFill>
                <a:schemeClr val="accent2"/>
              </a:solidFill>
              <a:ln>
                <a:noFill/>
              </a:ln>
            </p:spPr>
            <p:txBody>
              <a:bodyPr/>
              <a:lstStyle>
                <a:lvl1pPr>
                  <a:lnSpc>
                    <a:spcPct val="90000"/>
                  </a:lnSpc>
                  <a:spcBef>
                    <a:spcPct val="20000"/>
                  </a:spcBef>
                  <a:buClr>
                    <a:schemeClr val="bg2"/>
                  </a:buClr>
                  <a:buSzPct val="75000"/>
                  <a:buFont typeface="Wingdings" panose="05000000000000000000" pitchFamily="2" charset="2"/>
                  <a:defRPr sz="2800"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1pPr>
                <a:lvl2pPr marL="742950" indent="-285750">
                  <a:lnSpc>
                    <a:spcPct val="90000"/>
                  </a:lnSpc>
                  <a:spcBef>
                    <a:spcPct val="20000"/>
                  </a:spcBef>
                  <a:buClr>
                    <a:schemeClr val="bg2"/>
                  </a:buClr>
                  <a:buSzPct val="75000"/>
                  <a:buFont typeface="Wingdings" panose="05000000000000000000" pitchFamily="2" charset="2"/>
                  <a:defRPr sz="2800"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2pPr>
                <a:lvl3pPr marL="1143000" indent="-228600">
                  <a:lnSpc>
                    <a:spcPct val="90000"/>
                  </a:lnSpc>
                  <a:spcBef>
                    <a:spcPct val="20000"/>
                  </a:spcBef>
                  <a:buClr>
                    <a:schemeClr val="bg2"/>
                  </a:buClr>
                  <a:buSzPct val="75000"/>
                  <a:buFont typeface="Wingdings" panose="05000000000000000000" pitchFamily="2" charset="2"/>
                  <a:defRPr sz="2800"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3pPr>
                <a:lvl4pPr marL="1600200" indent="-228600">
                  <a:lnSpc>
                    <a:spcPct val="90000"/>
                  </a:lnSpc>
                  <a:spcBef>
                    <a:spcPct val="20000"/>
                  </a:spcBef>
                  <a:buClr>
                    <a:schemeClr val="bg2"/>
                  </a:buClr>
                  <a:buSzPct val="75000"/>
                  <a:buFont typeface="Wingdings" panose="05000000000000000000" pitchFamily="2" charset="2"/>
                  <a:defRPr sz="2800"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4pPr>
                <a:lvl5pPr marL="2057400" indent="-228600">
                  <a:lnSpc>
                    <a:spcPct val="90000"/>
                  </a:lnSpc>
                  <a:spcBef>
                    <a:spcPct val="20000"/>
                  </a:spcBef>
                  <a:buClr>
                    <a:schemeClr val="bg2"/>
                  </a:buClr>
                  <a:buSzPct val="75000"/>
                  <a:buFont typeface="Wingdings" panose="05000000000000000000" pitchFamily="2" charset="2"/>
                  <a:defRPr sz="2800"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5pPr>
                <a:lvl6pPr marL="2514600" indent="-228600" eaLnBrk="0" fontAlgn="base" hangingPunct="0">
                  <a:lnSpc>
                    <a:spcPct val="90000"/>
                  </a:lnSpc>
                  <a:spcBef>
                    <a:spcPct val="20000"/>
                  </a:spcBef>
                  <a:spcAft>
                    <a:spcPct val="0"/>
                  </a:spcAft>
                  <a:buClr>
                    <a:schemeClr val="bg2"/>
                  </a:buClr>
                  <a:buSzPct val="75000"/>
                  <a:buFont typeface="Wingdings" panose="05000000000000000000" pitchFamily="2" charset="2"/>
                  <a:defRPr sz="2800"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6pPr>
                <a:lvl7pPr marL="2971800" indent="-228600" eaLnBrk="0" fontAlgn="base" hangingPunct="0">
                  <a:lnSpc>
                    <a:spcPct val="90000"/>
                  </a:lnSpc>
                  <a:spcBef>
                    <a:spcPct val="20000"/>
                  </a:spcBef>
                  <a:spcAft>
                    <a:spcPct val="0"/>
                  </a:spcAft>
                  <a:buClr>
                    <a:schemeClr val="bg2"/>
                  </a:buClr>
                  <a:buSzPct val="75000"/>
                  <a:buFont typeface="Wingdings" panose="05000000000000000000" pitchFamily="2" charset="2"/>
                  <a:defRPr sz="2800"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7pPr>
                <a:lvl8pPr marL="3429000" indent="-228600" eaLnBrk="0" fontAlgn="base" hangingPunct="0">
                  <a:lnSpc>
                    <a:spcPct val="90000"/>
                  </a:lnSpc>
                  <a:spcBef>
                    <a:spcPct val="20000"/>
                  </a:spcBef>
                  <a:spcAft>
                    <a:spcPct val="0"/>
                  </a:spcAft>
                  <a:buClr>
                    <a:schemeClr val="bg2"/>
                  </a:buClr>
                  <a:buSzPct val="75000"/>
                  <a:buFont typeface="Wingdings" panose="05000000000000000000" pitchFamily="2" charset="2"/>
                  <a:defRPr sz="2800"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8pPr>
                <a:lvl9pPr marL="3886200" indent="-228600" eaLnBrk="0" fontAlgn="base" hangingPunct="0">
                  <a:lnSpc>
                    <a:spcPct val="90000"/>
                  </a:lnSpc>
                  <a:spcBef>
                    <a:spcPct val="20000"/>
                  </a:spcBef>
                  <a:spcAft>
                    <a:spcPct val="0"/>
                  </a:spcAft>
                  <a:buClr>
                    <a:schemeClr val="bg2"/>
                  </a:buClr>
                  <a:buSzPct val="75000"/>
                  <a:buFont typeface="Wingdings" panose="05000000000000000000" pitchFamily="2" charset="2"/>
                  <a:defRPr sz="2800"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9pPr>
              </a:lstStyle>
              <a:p>
                <a:pPr eaLnBrk="1" hangingPunct="1">
                  <a:lnSpc>
                    <a:spcPct val="100000"/>
                  </a:lnSpc>
                  <a:spcBef>
                    <a:spcPct val="0"/>
                  </a:spcBef>
                  <a:buClrTx/>
                  <a:buSzTx/>
                  <a:buFontTx/>
                  <a:buNone/>
                  <a:defRPr/>
                </a:pPr>
                <a:endParaRPr lang="en-US" altLang="ru-RU" sz="2400">
                  <a:latin typeface="Times New Roman" panose="02020603050405020304" pitchFamily="18" charset="0"/>
                </a:endParaRPr>
              </a:p>
            </p:txBody>
          </p:sp>
          <p:sp>
            <p:nvSpPr>
              <p:cNvPr id="16" name="Rectangle 14">
                <a:extLst>
                  <a:ext uri="{FF2B5EF4-FFF2-40B4-BE49-F238E27FC236}">
                    <a16:creationId xmlns:a16="http://schemas.microsoft.com/office/drawing/2014/main" id="{27BAAAC6-AE60-49D8-BA1C-7E8AF37D3F6D}"/>
                  </a:ext>
                </a:extLst>
              </p:cNvPr>
              <p:cNvSpPr>
                <a:spLocks noChangeArrowheads="1"/>
              </p:cNvSpPr>
              <p:nvPr userDrawn="1"/>
            </p:nvSpPr>
            <p:spPr bwMode="auto">
              <a:xfrm>
                <a:off x="361" y="1857"/>
                <a:ext cx="363" cy="406"/>
              </a:xfrm>
              <a:prstGeom prst="rect">
                <a:avLst/>
              </a:prstGeom>
              <a:solidFill>
                <a:schemeClr val="folHlink"/>
              </a:solidFill>
              <a:ln>
                <a:noFill/>
              </a:ln>
            </p:spPr>
            <p:txBody>
              <a:bodyPr/>
              <a:lstStyle>
                <a:lvl1pPr>
                  <a:lnSpc>
                    <a:spcPct val="90000"/>
                  </a:lnSpc>
                  <a:spcBef>
                    <a:spcPct val="20000"/>
                  </a:spcBef>
                  <a:buClr>
                    <a:schemeClr val="bg2"/>
                  </a:buClr>
                  <a:buSzPct val="75000"/>
                  <a:buFont typeface="Wingdings" panose="05000000000000000000" pitchFamily="2" charset="2"/>
                  <a:defRPr sz="2800"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1pPr>
                <a:lvl2pPr marL="742950" indent="-285750">
                  <a:lnSpc>
                    <a:spcPct val="90000"/>
                  </a:lnSpc>
                  <a:spcBef>
                    <a:spcPct val="20000"/>
                  </a:spcBef>
                  <a:buClr>
                    <a:schemeClr val="bg2"/>
                  </a:buClr>
                  <a:buSzPct val="75000"/>
                  <a:buFont typeface="Wingdings" panose="05000000000000000000" pitchFamily="2" charset="2"/>
                  <a:defRPr sz="2800"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2pPr>
                <a:lvl3pPr marL="1143000" indent="-228600">
                  <a:lnSpc>
                    <a:spcPct val="90000"/>
                  </a:lnSpc>
                  <a:spcBef>
                    <a:spcPct val="20000"/>
                  </a:spcBef>
                  <a:buClr>
                    <a:schemeClr val="bg2"/>
                  </a:buClr>
                  <a:buSzPct val="75000"/>
                  <a:buFont typeface="Wingdings" panose="05000000000000000000" pitchFamily="2" charset="2"/>
                  <a:defRPr sz="2800"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3pPr>
                <a:lvl4pPr marL="1600200" indent="-228600">
                  <a:lnSpc>
                    <a:spcPct val="90000"/>
                  </a:lnSpc>
                  <a:spcBef>
                    <a:spcPct val="20000"/>
                  </a:spcBef>
                  <a:buClr>
                    <a:schemeClr val="bg2"/>
                  </a:buClr>
                  <a:buSzPct val="75000"/>
                  <a:buFont typeface="Wingdings" panose="05000000000000000000" pitchFamily="2" charset="2"/>
                  <a:defRPr sz="2800"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4pPr>
                <a:lvl5pPr marL="2057400" indent="-228600">
                  <a:lnSpc>
                    <a:spcPct val="90000"/>
                  </a:lnSpc>
                  <a:spcBef>
                    <a:spcPct val="20000"/>
                  </a:spcBef>
                  <a:buClr>
                    <a:schemeClr val="bg2"/>
                  </a:buClr>
                  <a:buSzPct val="75000"/>
                  <a:buFont typeface="Wingdings" panose="05000000000000000000" pitchFamily="2" charset="2"/>
                  <a:defRPr sz="2800"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5pPr>
                <a:lvl6pPr marL="2514600" indent="-228600" eaLnBrk="0" fontAlgn="base" hangingPunct="0">
                  <a:lnSpc>
                    <a:spcPct val="90000"/>
                  </a:lnSpc>
                  <a:spcBef>
                    <a:spcPct val="20000"/>
                  </a:spcBef>
                  <a:spcAft>
                    <a:spcPct val="0"/>
                  </a:spcAft>
                  <a:buClr>
                    <a:schemeClr val="bg2"/>
                  </a:buClr>
                  <a:buSzPct val="75000"/>
                  <a:buFont typeface="Wingdings" panose="05000000000000000000" pitchFamily="2" charset="2"/>
                  <a:defRPr sz="2800"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6pPr>
                <a:lvl7pPr marL="2971800" indent="-228600" eaLnBrk="0" fontAlgn="base" hangingPunct="0">
                  <a:lnSpc>
                    <a:spcPct val="90000"/>
                  </a:lnSpc>
                  <a:spcBef>
                    <a:spcPct val="20000"/>
                  </a:spcBef>
                  <a:spcAft>
                    <a:spcPct val="0"/>
                  </a:spcAft>
                  <a:buClr>
                    <a:schemeClr val="bg2"/>
                  </a:buClr>
                  <a:buSzPct val="75000"/>
                  <a:buFont typeface="Wingdings" panose="05000000000000000000" pitchFamily="2" charset="2"/>
                  <a:defRPr sz="2800"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7pPr>
                <a:lvl8pPr marL="3429000" indent="-228600" eaLnBrk="0" fontAlgn="base" hangingPunct="0">
                  <a:lnSpc>
                    <a:spcPct val="90000"/>
                  </a:lnSpc>
                  <a:spcBef>
                    <a:spcPct val="20000"/>
                  </a:spcBef>
                  <a:spcAft>
                    <a:spcPct val="0"/>
                  </a:spcAft>
                  <a:buClr>
                    <a:schemeClr val="bg2"/>
                  </a:buClr>
                  <a:buSzPct val="75000"/>
                  <a:buFont typeface="Wingdings" panose="05000000000000000000" pitchFamily="2" charset="2"/>
                  <a:defRPr sz="2800"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8pPr>
                <a:lvl9pPr marL="3886200" indent="-228600" eaLnBrk="0" fontAlgn="base" hangingPunct="0">
                  <a:lnSpc>
                    <a:spcPct val="90000"/>
                  </a:lnSpc>
                  <a:spcBef>
                    <a:spcPct val="20000"/>
                  </a:spcBef>
                  <a:spcAft>
                    <a:spcPct val="0"/>
                  </a:spcAft>
                  <a:buClr>
                    <a:schemeClr val="bg2"/>
                  </a:buClr>
                  <a:buSzPct val="75000"/>
                  <a:buFont typeface="Wingdings" panose="05000000000000000000" pitchFamily="2" charset="2"/>
                  <a:defRPr sz="2800"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9pPr>
              </a:lstStyle>
              <a:p>
                <a:pPr eaLnBrk="1" hangingPunct="1">
                  <a:lnSpc>
                    <a:spcPct val="100000"/>
                  </a:lnSpc>
                  <a:spcBef>
                    <a:spcPct val="0"/>
                  </a:spcBef>
                  <a:buClrTx/>
                  <a:buSzTx/>
                  <a:buFontTx/>
                  <a:buNone/>
                  <a:defRPr/>
                </a:pPr>
                <a:endParaRPr lang="en-US" altLang="ru-RU" sz="2400">
                  <a:latin typeface="Times New Roman" panose="02020603050405020304" pitchFamily="18" charset="0"/>
                </a:endParaRPr>
              </a:p>
            </p:txBody>
          </p:sp>
          <p:sp>
            <p:nvSpPr>
              <p:cNvPr id="17" name="Rectangle 15">
                <a:extLst>
                  <a:ext uri="{FF2B5EF4-FFF2-40B4-BE49-F238E27FC236}">
                    <a16:creationId xmlns:a16="http://schemas.microsoft.com/office/drawing/2014/main" id="{FE6658EA-FFD8-4595-8BF8-E8826B76D5EC}"/>
                  </a:ext>
                </a:extLst>
              </p:cNvPr>
              <p:cNvSpPr>
                <a:spLocks noChangeArrowheads="1"/>
              </p:cNvSpPr>
              <p:nvPr userDrawn="1"/>
            </p:nvSpPr>
            <p:spPr bwMode="auto">
              <a:xfrm>
                <a:off x="719" y="1857"/>
                <a:ext cx="368" cy="406"/>
              </a:xfrm>
              <a:prstGeom prst="rect">
                <a:avLst/>
              </a:prstGeom>
              <a:solidFill>
                <a:schemeClr val="accent2"/>
              </a:solidFill>
              <a:ln>
                <a:noFill/>
              </a:ln>
            </p:spPr>
            <p:txBody>
              <a:bodyPr/>
              <a:lstStyle>
                <a:lvl1pPr>
                  <a:lnSpc>
                    <a:spcPct val="90000"/>
                  </a:lnSpc>
                  <a:spcBef>
                    <a:spcPct val="20000"/>
                  </a:spcBef>
                  <a:buClr>
                    <a:schemeClr val="bg2"/>
                  </a:buClr>
                  <a:buSzPct val="75000"/>
                  <a:buFont typeface="Wingdings" panose="05000000000000000000" pitchFamily="2" charset="2"/>
                  <a:defRPr sz="2800"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1pPr>
                <a:lvl2pPr marL="742950" indent="-285750">
                  <a:lnSpc>
                    <a:spcPct val="90000"/>
                  </a:lnSpc>
                  <a:spcBef>
                    <a:spcPct val="20000"/>
                  </a:spcBef>
                  <a:buClr>
                    <a:schemeClr val="bg2"/>
                  </a:buClr>
                  <a:buSzPct val="75000"/>
                  <a:buFont typeface="Wingdings" panose="05000000000000000000" pitchFamily="2" charset="2"/>
                  <a:defRPr sz="2800"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2pPr>
                <a:lvl3pPr marL="1143000" indent="-228600">
                  <a:lnSpc>
                    <a:spcPct val="90000"/>
                  </a:lnSpc>
                  <a:spcBef>
                    <a:spcPct val="20000"/>
                  </a:spcBef>
                  <a:buClr>
                    <a:schemeClr val="bg2"/>
                  </a:buClr>
                  <a:buSzPct val="75000"/>
                  <a:buFont typeface="Wingdings" panose="05000000000000000000" pitchFamily="2" charset="2"/>
                  <a:defRPr sz="2800"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3pPr>
                <a:lvl4pPr marL="1600200" indent="-228600">
                  <a:lnSpc>
                    <a:spcPct val="90000"/>
                  </a:lnSpc>
                  <a:spcBef>
                    <a:spcPct val="20000"/>
                  </a:spcBef>
                  <a:buClr>
                    <a:schemeClr val="bg2"/>
                  </a:buClr>
                  <a:buSzPct val="75000"/>
                  <a:buFont typeface="Wingdings" panose="05000000000000000000" pitchFamily="2" charset="2"/>
                  <a:defRPr sz="2800"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4pPr>
                <a:lvl5pPr marL="2057400" indent="-228600">
                  <a:lnSpc>
                    <a:spcPct val="90000"/>
                  </a:lnSpc>
                  <a:spcBef>
                    <a:spcPct val="20000"/>
                  </a:spcBef>
                  <a:buClr>
                    <a:schemeClr val="bg2"/>
                  </a:buClr>
                  <a:buSzPct val="75000"/>
                  <a:buFont typeface="Wingdings" panose="05000000000000000000" pitchFamily="2" charset="2"/>
                  <a:defRPr sz="2800"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5pPr>
                <a:lvl6pPr marL="2514600" indent="-228600" eaLnBrk="0" fontAlgn="base" hangingPunct="0">
                  <a:lnSpc>
                    <a:spcPct val="90000"/>
                  </a:lnSpc>
                  <a:spcBef>
                    <a:spcPct val="20000"/>
                  </a:spcBef>
                  <a:spcAft>
                    <a:spcPct val="0"/>
                  </a:spcAft>
                  <a:buClr>
                    <a:schemeClr val="bg2"/>
                  </a:buClr>
                  <a:buSzPct val="75000"/>
                  <a:buFont typeface="Wingdings" panose="05000000000000000000" pitchFamily="2" charset="2"/>
                  <a:defRPr sz="2800"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6pPr>
                <a:lvl7pPr marL="2971800" indent="-228600" eaLnBrk="0" fontAlgn="base" hangingPunct="0">
                  <a:lnSpc>
                    <a:spcPct val="90000"/>
                  </a:lnSpc>
                  <a:spcBef>
                    <a:spcPct val="20000"/>
                  </a:spcBef>
                  <a:spcAft>
                    <a:spcPct val="0"/>
                  </a:spcAft>
                  <a:buClr>
                    <a:schemeClr val="bg2"/>
                  </a:buClr>
                  <a:buSzPct val="75000"/>
                  <a:buFont typeface="Wingdings" panose="05000000000000000000" pitchFamily="2" charset="2"/>
                  <a:defRPr sz="2800"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7pPr>
                <a:lvl8pPr marL="3429000" indent="-228600" eaLnBrk="0" fontAlgn="base" hangingPunct="0">
                  <a:lnSpc>
                    <a:spcPct val="90000"/>
                  </a:lnSpc>
                  <a:spcBef>
                    <a:spcPct val="20000"/>
                  </a:spcBef>
                  <a:spcAft>
                    <a:spcPct val="0"/>
                  </a:spcAft>
                  <a:buClr>
                    <a:schemeClr val="bg2"/>
                  </a:buClr>
                  <a:buSzPct val="75000"/>
                  <a:buFont typeface="Wingdings" panose="05000000000000000000" pitchFamily="2" charset="2"/>
                  <a:defRPr sz="2800"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8pPr>
                <a:lvl9pPr marL="3886200" indent="-228600" eaLnBrk="0" fontAlgn="base" hangingPunct="0">
                  <a:lnSpc>
                    <a:spcPct val="90000"/>
                  </a:lnSpc>
                  <a:spcBef>
                    <a:spcPct val="20000"/>
                  </a:spcBef>
                  <a:spcAft>
                    <a:spcPct val="0"/>
                  </a:spcAft>
                  <a:buClr>
                    <a:schemeClr val="bg2"/>
                  </a:buClr>
                  <a:buSzPct val="75000"/>
                  <a:buFont typeface="Wingdings" panose="05000000000000000000" pitchFamily="2" charset="2"/>
                  <a:defRPr sz="2800"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9pPr>
              </a:lstStyle>
              <a:p>
                <a:pPr eaLnBrk="1" hangingPunct="1">
                  <a:lnSpc>
                    <a:spcPct val="100000"/>
                  </a:lnSpc>
                  <a:spcBef>
                    <a:spcPct val="0"/>
                  </a:spcBef>
                  <a:buClrTx/>
                  <a:buSzTx/>
                  <a:buFontTx/>
                  <a:buNone/>
                  <a:defRPr/>
                </a:pPr>
                <a:endParaRPr lang="en-US" altLang="ru-RU" sz="2400">
                  <a:latin typeface="Times New Roman" panose="02020603050405020304" pitchFamily="18" charset="0"/>
                </a:endParaRPr>
              </a:p>
            </p:txBody>
          </p:sp>
        </p:grpSp>
      </p:grpSp>
      <p:sp>
        <p:nvSpPr>
          <p:cNvPr id="5139" name="Rectangle 19"/>
          <p:cNvSpPr>
            <a:spLocks noGrp="1" noChangeArrowheads="1"/>
          </p:cNvSpPr>
          <p:nvPr>
            <p:ph type="ctrTitle"/>
          </p:nvPr>
        </p:nvSpPr>
        <p:spPr>
          <a:xfrm>
            <a:off x="2971800" y="1828800"/>
            <a:ext cx="6019800" cy="2209800"/>
          </a:xfrm>
        </p:spPr>
        <p:txBody>
          <a:bodyPr/>
          <a:lstStyle>
            <a:lvl1pPr>
              <a:defRPr sz="5000">
                <a:solidFill>
                  <a:srgbClr val="FFFFFF"/>
                </a:solidFill>
              </a:defRPr>
            </a:lvl1pPr>
          </a:lstStyle>
          <a:p>
            <a:pPr lvl="0"/>
            <a:r>
              <a:rPr lang="ru-RU" noProof="0"/>
              <a:t>Образец заголовка</a:t>
            </a:r>
          </a:p>
        </p:txBody>
      </p:sp>
      <p:sp>
        <p:nvSpPr>
          <p:cNvPr id="5140" name="Rectangle 20"/>
          <p:cNvSpPr>
            <a:spLocks noGrp="1" noChangeArrowheads="1"/>
          </p:cNvSpPr>
          <p:nvPr>
            <p:ph type="subTitle" idx="1"/>
          </p:nvPr>
        </p:nvSpPr>
        <p:spPr>
          <a:xfrm>
            <a:off x="2971800" y="4267200"/>
            <a:ext cx="6019800" cy="1752600"/>
          </a:xfrm>
        </p:spPr>
        <p:txBody>
          <a:bodyPr/>
          <a:lstStyle>
            <a:lvl1pPr marL="0" indent="0">
              <a:buFont typeface="Wingdings" pitchFamily="2" charset="2"/>
              <a:buNone/>
              <a:defRPr sz="3400"/>
            </a:lvl1pPr>
          </a:lstStyle>
          <a:p>
            <a:pPr lvl="0"/>
            <a:r>
              <a:rPr lang="ru-RU" noProof="0"/>
              <a:t>Образец подзаголовка</a:t>
            </a:r>
          </a:p>
        </p:txBody>
      </p:sp>
      <p:sp>
        <p:nvSpPr>
          <p:cNvPr id="18" name="Rectangle 16">
            <a:extLst>
              <a:ext uri="{FF2B5EF4-FFF2-40B4-BE49-F238E27FC236}">
                <a16:creationId xmlns:a16="http://schemas.microsoft.com/office/drawing/2014/main" id="{8638C740-8F06-4897-AC31-60616CED85E9}"/>
              </a:ext>
            </a:extLst>
          </p:cNvPr>
          <p:cNvSpPr>
            <a:spLocks noGrp="1" noChangeArrowheads="1"/>
          </p:cNvSpPr>
          <p:nvPr>
            <p:ph type="dt" sz="half" idx="10"/>
          </p:nvPr>
        </p:nvSpPr>
        <p:spPr>
          <a:xfrm>
            <a:off x="457200" y="6248400"/>
            <a:ext cx="2133600" cy="457200"/>
          </a:xfrm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ru-RU"/>
          </a:p>
        </p:txBody>
      </p:sp>
      <p:sp>
        <p:nvSpPr>
          <p:cNvPr id="19" name="Rectangle 17">
            <a:extLst>
              <a:ext uri="{FF2B5EF4-FFF2-40B4-BE49-F238E27FC236}">
                <a16:creationId xmlns:a16="http://schemas.microsoft.com/office/drawing/2014/main" id="{3ACAD40D-B05D-47DA-BBBF-BC7201D64314}"/>
              </a:ext>
            </a:extLst>
          </p:cNvPr>
          <p:cNvSpPr>
            <a:spLocks noGrp="1" noChangeArrowheads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ru-RU"/>
          </a:p>
        </p:txBody>
      </p:sp>
      <p:sp>
        <p:nvSpPr>
          <p:cNvPr id="20" name="Rectangle 18">
            <a:extLst>
              <a:ext uri="{FF2B5EF4-FFF2-40B4-BE49-F238E27FC236}">
                <a16:creationId xmlns:a16="http://schemas.microsoft.com/office/drawing/2014/main" id="{AC64E1F2-AA03-4FF6-96E0-D3579E46FE49}"/>
              </a:ext>
            </a:extLst>
          </p:cNvPr>
          <p:cNvSpPr>
            <a:spLocks noGrp="1" noChangeArrowheads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CA9781ED-C897-43DA-9BB0-85429A40C329}" type="slidenum">
              <a:rPr lang="ru-RU" altLang="ru-RU"/>
              <a:pPr>
                <a:defRPr/>
              </a:pPr>
              <a:t>‹#›</a:t>
            </a:fld>
            <a:endParaRPr lang="ru-RU" altLang="ru-RU"/>
          </a:p>
        </p:txBody>
      </p:sp>
    </p:spTree>
    <p:extLst>
      <p:ext uri="{BB962C8B-B14F-4D97-AF65-F5344CB8AC3E}">
        <p14:creationId xmlns:p14="http://schemas.microsoft.com/office/powerpoint/2010/main" val="344159420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Заголовок и объек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/>
              <a:t>Образец заголовка</a:t>
            </a:r>
          </a:p>
        </p:txBody>
      </p:sp>
      <p:sp>
        <p:nvSpPr>
          <p:cNvPr id="3" name="Объект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4" name="Rectangle 2">
            <a:extLst>
              <a:ext uri="{FF2B5EF4-FFF2-40B4-BE49-F238E27FC236}">
                <a16:creationId xmlns:a16="http://schemas.microsoft.com/office/drawing/2014/main" id="{15C48240-34AD-472E-9F9B-823E63CB390D}"/>
              </a:ext>
            </a:extLst>
          </p:cNvPr>
          <p:cNvSpPr>
            <a:spLocks noGrp="1" noChangeArrowheads="1"/>
          </p:cNvSpPr>
          <p:nvPr>
            <p:ph type="ftr" sz="quarter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ru-RU"/>
          </a:p>
        </p:txBody>
      </p:sp>
      <p:sp>
        <p:nvSpPr>
          <p:cNvPr id="5" name="Rectangle 3">
            <a:extLst>
              <a:ext uri="{FF2B5EF4-FFF2-40B4-BE49-F238E27FC236}">
                <a16:creationId xmlns:a16="http://schemas.microsoft.com/office/drawing/2014/main" id="{48556065-C0A1-4E0E-A88B-B4D2F79C544A}"/>
              </a:ext>
            </a:extLst>
          </p:cNvPr>
          <p:cNvSpPr>
            <a:spLocks noGrp="1" noChangeArrowheads="1"/>
          </p:cNvSpPr>
          <p:nvPr>
            <p:ph type="sldNum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FBBB873E-900A-4EBC-8BEF-6F2826366646}" type="slidenum">
              <a:rPr lang="ru-RU" altLang="ru-RU"/>
              <a:pPr>
                <a:defRPr/>
              </a:pPr>
              <a:t>‹#›</a:t>
            </a:fld>
            <a:endParaRPr lang="ru-RU" altLang="ru-RU"/>
          </a:p>
        </p:txBody>
      </p:sp>
      <p:sp>
        <p:nvSpPr>
          <p:cNvPr id="6" name="Rectangle 16">
            <a:extLst>
              <a:ext uri="{FF2B5EF4-FFF2-40B4-BE49-F238E27FC236}">
                <a16:creationId xmlns:a16="http://schemas.microsoft.com/office/drawing/2014/main" id="{D9301220-C37C-4A86-BCB7-F6E5DF758219}"/>
              </a:ext>
            </a:extLst>
          </p:cNvPr>
          <p:cNvSpPr>
            <a:spLocks noGrp="1" noChangeArrowheads="1"/>
          </p:cNvSpPr>
          <p:nvPr>
            <p:ph type="dt" sz="half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3257681171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Заголовок раздела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ru-RU"/>
              <a:t>Образец заголовка</a:t>
            </a:r>
          </a:p>
        </p:txBody>
      </p:sp>
      <p:sp>
        <p:nvSpPr>
          <p:cNvPr id="3" name="Текст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/>
            </a:lvl1pPr>
            <a:lvl2pPr marL="457200" indent="0">
              <a:buNone/>
              <a:defRPr sz="1800"/>
            </a:lvl2pPr>
            <a:lvl3pPr marL="914400" indent="0">
              <a:buNone/>
              <a:defRPr sz="1600"/>
            </a:lvl3pPr>
            <a:lvl4pPr marL="1371600" indent="0">
              <a:buNone/>
              <a:defRPr sz="1400"/>
            </a:lvl4pPr>
            <a:lvl5pPr marL="1828800" indent="0">
              <a:buNone/>
              <a:defRPr sz="1400"/>
            </a:lvl5pPr>
            <a:lvl6pPr marL="2286000" indent="0">
              <a:buNone/>
              <a:defRPr sz="1400"/>
            </a:lvl6pPr>
            <a:lvl7pPr marL="2743200" indent="0">
              <a:buNone/>
              <a:defRPr sz="1400"/>
            </a:lvl7pPr>
            <a:lvl8pPr marL="3200400" indent="0">
              <a:buNone/>
              <a:defRPr sz="1400"/>
            </a:lvl8pPr>
            <a:lvl9pPr marL="3657600" indent="0">
              <a:buNone/>
              <a:defRPr sz="1400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4" name="Rectangle 2">
            <a:extLst>
              <a:ext uri="{FF2B5EF4-FFF2-40B4-BE49-F238E27FC236}">
                <a16:creationId xmlns:a16="http://schemas.microsoft.com/office/drawing/2014/main" id="{4F67CEEB-EB67-4745-A8A1-4D535853E61C}"/>
              </a:ext>
            </a:extLst>
          </p:cNvPr>
          <p:cNvSpPr>
            <a:spLocks noGrp="1" noChangeArrowheads="1"/>
          </p:cNvSpPr>
          <p:nvPr>
            <p:ph type="ftr" sz="quarter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ru-RU"/>
          </a:p>
        </p:txBody>
      </p:sp>
      <p:sp>
        <p:nvSpPr>
          <p:cNvPr id="5" name="Rectangle 3">
            <a:extLst>
              <a:ext uri="{FF2B5EF4-FFF2-40B4-BE49-F238E27FC236}">
                <a16:creationId xmlns:a16="http://schemas.microsoft.com/office/drawing/2014/main" id="{8B3DE9EA-4920-4BB3-AAC5-2D6F8A10839A}"/>
              </a:ext>
            </a:extLst>
          </p:cNvPr>
          <p:cNvSpPr>
            <a:spLocks noGrp="1" noChangeArrowheads="1"/>
          </p:cNvSpPr>
          <p:nvPr>
            <p:ph type="sldNum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8B1E8C65-BD88-4F74-89A6-DDF8DEEC0E20}" type="slidenum">
              <a:rPr lang="ru-RU" altLang="ru-RU"/>
              <a:pPr>
                <a:defRPr/>
              </a:pPr>
              <a:t>‹#›</a:t>
            </a:fld>
            <a:endParaRPr lang="ru-RU" altLang="ru-RU"/>
          </a:p>
        </p:txBody>
      </p:sp>
      <p:sp>
        <p:nvSpPr>
          <p:cNvPr id="6" name="Rectangle 16">
            <a:extLst>
              <a:ext uri="{FF2B5EF4-FFF2-40B4-BE49-F238E27FC236}">
                <a16:creationId xmlns:a16="http://schemas.microsoft.com/office/drawing/2014/main" id="{D262085B-6C89-49CA-B6CF-AB0D13F0B45B}"/>
              </a:ext>
            </a:extLst>
          </p:cNvPr>
          <p:cNvSpPr>
            <a:spLocks noGrp="1" noChangeArrowheads="1"/>
          </p:cNvSpPr>
          <p:nvPr>
            <p:ph type="dt" sz="half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1956131793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Два объекта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/>
              <a:t>Образец заголовка</a:t>
            </a:r>
          </a:p>
        </p:txBody>
      </p:sp>
      <p:sp>
        <p:nvSpPr>
          <p:cNvPr id="3" name="Объект 2"/>
          <p:cNvSpPr>
            <a:spLocks noGrp="1"/>
          </p:cNvSpPr>
          <p:nvPr>
            <p:ph sz="half" idx="1"/>
          </p:nvPr>
        </p:nvSpPr>
        <p:spPr>
          <a:xfrm>
            <a:off x="457200" y="1981200"/>
            <a:ext cx="4038600" cy="3886200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4" name="Объект 3"/>
          <p:cNvSpPr>
            <a:spLocks noGrp="1"/>
          </p:cNvSpPr>
          <p:nvPr>
            <p:ph sz="half" idx="2"/>
          </p:nvPr>
        </p:nvSpPr>
        <p:spPr>
          <a:xfrm>
            <a:off x="4648200" y="1981200"/>
            <a:ext cx="4038600" cy="3886200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5" name="Rectangle 2">
            <a:extLst>
              <a:ext uri="{FF2B5EF4-FFF2-40B4-BE49-F238E27FC236}">
                <a16:creationId xmlns:a16="http://schemas.microsoft.com/office/drawing/2014/main" id="{0120A60D-7703-4891-AB15-D2B2B010E373}"/>
              </a:ext>
            </a:extLst>
          </p:cNvPr>
          <p:cNvSpPr>
            <a:spLocks noGrp="1" noChangeArrowheads="1"/>
          </p:cNvSpPr>
          <p:nvPr>
            <p:ph type="ftr" sz="quarter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ru-RU"/>
          </a:p>
        </p:txBody>
      </p:sp>
      <p:sp>
        <p:nvSpPr>
          <p:cNvPr id="6" name="Rectangle 3">
            <a:extLst>
              <a:ext uri="{FF2B5EF4-FFF2-40B4-BE49-F238E27FC236}">
                <a16:creationId xmlns:a16="http://schemas.microsoft.com/office/drawing/2014/main" id="{EC699A5C-FE77-4C4B-BE57-A2218E0EC669}"/>
              </a:ext>
            </a:extLst>
          </p:cNvPr>
          <p:cNvSpPr>
            <a:spLocks noGrp="1" noChangeArrowheads="1"/>
          </p:cNvSpPr>
          <p:nvPr>
            <p:ph type="sldNum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F411BEF6-A32F-427D-9770-7E420A1964F7}" type="slidenum">
              <a:rPr lang="ru-RU" altLang="ru-RU"/>
              <a:pPr>
                <a:defRPr/>
              </a:pPr>
              <a:t>‹#›</a:t>
            </a:fld>
            <a:endParaRPr lang="ru-RU" altLang="ru-RU"/>
          </a:p>
        </p:txBody>
      </p:sp>
      <p:sp>
        <p:nvSpPr>
          <p:cNvPr id="7" name="Rectangle 16">
            <a:extLst>
              <a:ext uri="{FF2B5EF4-FFF2-40B4-BE49-F238E27FC236}">
                <a16:creationId xmlns:a16="http://schemas.microsoft.com/office/drawing/2014/main" id="{8E7F2B16-B86B-45D9-BE18-C2DE908B599B}"/>
              </a:ext>
            </a:extLst>
          </p:cNvPr>
          <p:cNvSpPr>
            <a:spLocks noGrp="1" noChangeArrowheads="1"/>
          </p:cNvSpPr>
          <p:nvPr>
            <p:ph type="dt" sz="half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2535607366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Сравнение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</p:spPr>
        <p:txBody>
          <a:bodyPr/>
          <a:lstStyle>
            <a:lvl1pPr>
              <a:defRPr/>
            </a:lvl1pPr>
          </a:lstStyle>
          <a:p>
            <a:r>
              <a:rPr lang="ru-RU"/>
              <a:t>Образец заголовка</a:t>
            </a:r>
          </a:p>
        </p:txBody>
      </p:sp>
      <p:sp>
        <p:nvSpPr>
          <p:cNvPr id="3" name="Текст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4" name="Объект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5" name="Текст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6" name="Объект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7" name="Rectangle 2">
            <a:extLst>
              <a:ext uri="{FF2B5EF4-FFF2-40B4-BE49-F238E27FC236}">
                <a16:creationId xmlns:a16="http://schemas.microsoft.com/office/drawing/2014/main" id="{82835246-DF63-4640-B9DA-4DC12B977971}"/>
              </a:ext>
            </a:extLst>
          </p:cNvPr>
          <p:cNvSpPr>
            <a:spLocks noGrp="1" noChangeArrowheads="1"/>
          </p:cNvSpPr>
          <p:nvPr>
            <p:ph type="ftr" sz="quarter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ru-RU"/>
          </a:p>
        </p:txBody>
      </p:sp>
      <p:sp>
        <p:nvSpPr>
          <p:cNvPr id="8" name="Rectangle 3">
            <a:extLst>
              <a:ext uri="{FF2B5EF4-FFF2-40B4-BE49-F238E27FC236}">
                <a16:creationId xmlns:a16="http://schemas.microsoft.com/office/drawing/2014/main" id="{6FB3AF41-1F2B-45B3-B9D5-9F06FBB49302}"/>
              </a:ext>
            </a:extLst>
          </p:cNvPr>
          <p:cNvSpPr>
            <a:spLocks noGrp="1" noChangeArrowheads="1"/>
          </p:cNvSpPr>
          <p:nvPr>
            <p:ph type="sldNum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A12F9BCF-1F36-4421-A549-FAF6F058F6DA}" type="slidenum">
              <a:rPr lang="ru-RU" altLang="ru-RU"/>
              <a:pPr>
                <a:defRPr/>
              </a:pPr>
              <a:t>‹#›</a:t>
            </a:fld>
            <a:endParaRPr lang="ru-RU" altLang="ru-RU"/>
          </a:p>
        </p:txBody>
      </p:sp>
      <p:sp>
        <p:nvSpPr>
          <p:cNvPr id="9" name="Rectangle 16">
            <a:extLst>
              <a:ext uri="{FF2B5EF4-FFF2-40B4-BE49-F238E27FC236}">
                <a16:creationId xmlns:a16="http://schemas.microsoft.com/office/drawing/2014/main" id="{67C9DE64-9D16-4AAC-96FA-AEAE55D8482D}"/>
              </a:ext>
            </a:extLst>
          </p:cNvPr>
          <p:cNvSpPr>
            <a:spLocks noGrp="1" noChangeArrowheads="1"/>
          </p:cNvSpPr>
          <p:nvPr>
            <p:ph type="dt" sz="half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13025684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Только заголовок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/>
              <a:t>Образец заголовка</a:t>
            </a:r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3C9EEBF3-F6A0-4204-8892-CA0C497510F2}"/>
              </a:ext>
            </a:extLst>
          </p:cNvPr>
          <p:cNvSpPr>
            <a:spLocks noGrp="1" noChangeArrowheads="1"/>
          </p:cNvSpPr>
          <p:nvPr>
            <p:ph type="ftr" sz="quarter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ru-RU"/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6A4642AD-027B-43F4-8EC9-9D8A585FB5D8}"/>
              </a:ext>
            </a:extLst>
          </p:cNvPr>
          <p:cNvSpPr>
            <a:spLocks noGrp="1" noChangeArrowheads="1"/>
          </p:cNvSpPr>
          <p:nvPr>
            <p:ph type="sldNum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B871BC94-589C-4159-A4E4-73490ABB2DFC}" type="slidenum">
              <a:rPr lang="ru-RU" altLang="ru-RU"/>
              <a:pPr>
                <a:defRPr/>
              </a:pPr>
              <a:t>‹#›</a:t>
            </a:fld>
            <a:endParaRPr lang="ru-RU" altLang="ru-RU"/>
          </a:p>
        </p:txBody>
      </p:sp>
      <p:sp>
        <p:nvSpPr>
          <p:cNvPr id="5" name="Rectangle 16">
            <a:extLst>
              <a:ext uri="{FF2B5EF4-FFF2-40B4-BE49-F238E27FC236}">
                <a16:creationId xmlns:a16="http://schemas.microsoft.com/office/drawing/2014/main" id="{0DF0EC20-C141-4292-84A5-C41C72879E56}"/>
              </a:ext>
            </a:extLst>
          </p:cNvPr>
          <p:cNvSpPr>
            <a:spLocks noGrp="1" noChangeArrowheads="1"/>
          </p:cNvSpPr>
          <p:nvPr>
            <p:ph type="dt" sz="half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3267431102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Пустой слай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2">
            <a:extLst>
              <a:ext uri="{FF2B5EF4-FFF2-40B4-BE49-F238E27FC236}">
                <a16:creationId xmlns:a16="http://schemas.microsoft.com/office/drawing/2014/main" id="{04160CF1-CB60-4BEA-B8A4-184DC598E95B}"/>
              </a:ext>
            </a:extLst>
          </p:cNvPr>
          <p:cNvSpPr>
            <a:spLocks noGrp="1" noChangeArrowheads="1"/>
          </p:cNvSpPr>
          <p:nvPr>
            <p:ph type="ftr" sz="quarter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ru-RU"/>
          </a:p>
        </p:txBody>
      </p:sp>
      <p:sp>
        <p:nvSpPr>
          <p:cNvPr id="3" name="Rectangle 3">
            <a:extLst>
              <a:ext uri="{FF2B5EF4-FFF2-40B4-BE49-F238E27FC236}">
                <a16:creationId xmlns:a16="http://schemas.microsoft.com/office/drawing/2014/main" id="{7F8A7FB7-09B1-4E7D-8586-27C2489C21F1}"/>
              </a:ext>
            </a:extLst>
          </p:cNvPr>
          <p:cNvSpPr>
            <a:spLocks noGrp="1" noChangeArrowheads="1"/>
          </p:cNvSpPr>
          <p:nvPr>
            <p:ph type="sldNum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8BCD29EF-E745-4EFD-B7A2-70BBE63770AB}" type="slidenum">
              <a:rPr lang="ru-RU" altLang="ru-RU"/>
              <a:pPr>
                <a:defRPr/>
              </a:pPr>
              <a:t>‹#›</a:t>
            </a:fld>
            <a:endParaRPr lang="ru-RU" altLang="ru-RU"/>
          </a:p>
        </p:txBody>
      </p:sp>
      <p:sp>
        <p:nvSpPr>
          <p:cNvPr id="4" name="Rectangle 16">
            <a:extLst>
              <a:ext uri="{FF2B5EF4-FFF2-40B4-BE49-F238E27FC236}">
                <a16:creationId xmlns:a16="http://schemas.microsoft.com/office/drawing/2014/main" id="{B6132640-0B09-4E77-805F-40F7C1FFDCBC}"/>
              </a:ext>
            </a:extLst>
          </p:cNvPr>
          <p:cNvSpPr>
            <a:spLocks noGrp="1" noChangeArrowheads="1"/>
          </p:cNvSpPr>
          <p:nvPr>
            <p:ph type="dt" sz="half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375787345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Объект с подписью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ru-RU"/>
              <a:t>Образец заголовка</a:t>
            </a:r>
          </a:p>
        </p:txBody>
      </p:sp>
      <p:sp>
        <p:nvSpPr>
          <p:cNvPr id="3" name="Объект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4" name="Текст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5" name="Rectangle 2">
            <a:extLst>
              <a:ext uri="{FF2B5EF4-FFF2-40B4-BE49-F238E27FC236}">
                <a16:creationId xmlns:a16="http://schemas.microsoft.com/office/drawing/2014/main" id="{5D337EB1-01F7-48A2-BBB6-465E98C97A48}"/>
              </a:ext>
            </a:extLst>
          </p:cNvPr>
          <p:cNvSpPr>
            <a:spLocks noGrp="1" noChangeArrowheads="1"/>
          </p:cNvSpPr>
          <p:nvPr>
            <p:ph type="ftr" sz="quarter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ru-RU"/>
          </a:p>
        </p:txBody>
      </p:sp>
      <p:sp>
        <p:nvSpPr>
          <p:cNvPr id="6" name="Rectangle 3">
            <a:extLst>
              <a:ext uri="{FF2B5EF4-FFF2-40B4-BE49-F238E27FC236}">
                <a16:creationId xmlns:a16="http://schemas.microsoft.com/office/drawing/2014/main" id="{BC30F993-1A4C-4CCB-9D66-1E2ADDD2A06F}"/>
              </a:ext>
            </a:extLst>
          </p:cNvPr>
          <p:cNvSpPr>
            <a:spLocks noGrp="1" noChangeArrowheads="1"/>
          </p:cNvSpPr>
          <p:nvPr>
            <p:ph type="sldNum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7E217A1C-9B23-4A4C-B8B0-32088AD053D8}" type="slidenum">
              <a:rPr lang="ru-RU" altLang="ru-RU"/>
              <a:pPr>
                <a:defRPr/>
              </a:pPr>
              <a:t>‹#›</a:t>
            </a:fld>
            <a:endParaRPr lang="ru-RU" altLang="ru-RU"/>
          </a:p>
        </p:txBody>
      </p:sp>
      <p:sp>
        <p:nvSpPr>
          <p:cNvPr id="7" name="Rectangle 16">
            <a:extLst>
              <a:ext uri="{FF2B5EF4-FFF2-40B4-BE49-F238E27FC236}">
                <a16:creationId xmlns:a16="http://schemas.microsoft.com/office/drawing/2014/main" id="{476D5257-49D6-4298-980B-039D1F561F01}"/>
              </a:ext>
            </a:extLst>
          </p:cNvPr>
          <p:cNvSpPr>
            <a:spLocks noGrp="1" noChangeArrowheads="1"/>
          </p:cNvSpPr>
          <p:nvPr>
            <p:ph type="dt" sz="half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567067649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Рисунок с подписью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ru-RU"/>
              <a:t>Образец заголовка</a:t>
            </a:r>
          </a:p>
        </p:txBody>
      </p:sp>
      <p:sp>
        <p:nvSpPr>
          <p:cNvPr id="3" name="Рисунок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pPr lvl="0"/>
            <a:endParaRPr lang="ru-RU" noProof="0"/>
          </a:p>
        </p:txBody>
      </p:sp>
      <p:sp>
        <p:nvSpPr>
          <p:cNvPr id="4" name="Текст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5" name="Rectangle 2">
            <a:extLst>
              <a:ext uri="{FF2B5EF4-FFF2-40B4-BE49-F238E27FC236}">
                <a16:creationId xmlns:a16="http://schemas.microsoft.com/office/drawing/2014/main" id="{9018A34B-3462-4BF9-BF9E-033956DD7B7E}"/>
              </a:ext>
            </a:extLst>
          </p:cNvPr>
          <p:cNvSpPr>
            <a:spLocks noGrp="1" noChangeArrowheads="1"/>
          </p:cNvSpPr>
          <p:nvPr>
            <p:ph type="ftr" sz="quarter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ru-RU"/>
          </a:p>
        </p:txBody>
      </p:sp>
      <p:sp>
        <p:nvSpPr>
          <p:cNvPr id="6" name="Rectangle 3">
            <a:extLst>
              <a:ext uri="{FF2B5EF4-FFF2-40B4-BE49-F238E27FC236}">
                <a16:creationId xmlns:a16="http://schemas.microsoft.com/office/drawing/2014/main" id="{1545D2BD-86D7-401D-A282-0CB15F4A9701}"/>
              </a:ext>
            </a:extLst>
          </p:cNvPr>
          <p:cNvSpPr>
            <a:spLocks noGrp="1" noChangeArrowheads="1"/>
          </p:cNvSpPr>
          <p:nvPr>
            <p:ph type="sldNum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5EC3A05F-141B-4406-95FD-F3AC075CF5F3}" type="slidenum">
              <a:rPr lang="ru-RU" altLang="ru-RU"/>
              <a:pPr>
                <a:defRPr/>
              </a:pPr>
              <a:t>‹#›</a:t>
            </a:fld>
            <a:endParaRPr lang="ru-RU" altLang="ru-RU"/>
          </a:p>
        </p:txBody>
      </p:sp>
      <p:sp>
        <p:nvSpPr>
          <p:cNvPr id="7" name="Rectangle 16">
            <a:extLst>
              <a:ext uri="{FF2B5EF4-FFF2-40B4-BE49-F238E27FC236}">
                <a16:creationId xmlns:a16="http://schemas.microsoft.com/office/drawing/2014/main" id="{6963E206-FDCC-4D1F-AC11-9C32960A32A3}"/>
              </a:ext>
            </a:extLst>
          </p:cNvPr>
          <p:cNvSpPr>
            <a:spLocks noGrp="1" noChangeArrowheads="1"/>
          </p:cNvSpPr>
          <p:nvPr>
            <p:ph type="dt" sz="half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1268393972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Заголовок и вертикальный текс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/>
              <a:t>Образец заголовка</a:t>
            </a:r>
          </a:p>
        </p:txBody>
      </p:sp>
      <p:sp>
        <p:nvSpPr>
          <p:cNvPr id="3" name="Вертикальный текст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4" name="Rectangle 2">
            <a:extLst>
              <a:ext uri="{FF2B5EF4-FFF2-40B4-BE49-F238E27FC236}">
                <a16:creationId xmlns:a16="http://schemas.microsoft.com/office/drawing/2014/main" id="{C8709AFA-BD9B-46E2-8D13-FB92F62B0BFB}"/>
              </a:ext>
            </a:extLst>
          </p:cNvPr>
          <p:cNvSpPr>
            <a:spLocks noGrp="1" noChangeArrowheads="1"/>
          </p:cNvSpPr>
          <p:nvPr>
            <p:ph type="ftr" sz="quarter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ru-RU"/>
          </a:p>
        </p:txBody>
      </p:sp>
      <p:sp>
        <p:nvSpPr>
          <p:cNvPr id="5" name="Rectangle 3">
            <a:extLst>
              <a:ext uri="{FF2B5EF4-FFF2-40B4-BE49-F238E27FC236}">
                <a16:creationId xmlns:a16="http://schemas.microsoft.com/office/drawing/2014/main" id="{ABC51078-1B81-4731-8361-BE2D0585E35E}"/>
              </a:ext>
            </a:extLst>
          </p:cNvPr>
          <p:cNvSpPr>
            <a:spLocks noGrp="1" noChangeArrowheads="1"/>
          </p:cNvSpPr>
          <p:nvPr>
            <p:ph type="sldNum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43D26B62-2B80-4275-B2B6-DFB637F27F75}" type="slidenum">
              <a:rPr lang="ru-RU" altLang="ru-RU"/>
              <a:pPr>
                <a:defRPr/>
              </a:pPr>
              <a:t>‹#›</a:t>
            </a:fld>
            <a:endParaRPr lang="ru-RU" altLang="ru-RU"/>
          </a:p>
        </p:txBody>
      </p:sp>
      <p:sp>
        <p:nvSpPr>
          <p:cNvPr id="6" name="Rectangle 16">
            <a:extLst>
              <a:ext uri="{FF2B5EF4-FFF2-40B4-BE49-F238E27FC236}">
                <a16:creationId xmlns:a16="http://schemas.microsoft.com/office/drawing/2014/main" id="{6414D835-4737-46EC-B070-515B2ABD9612}"/>
              </a:ext>
            </a:extLst>
          </p:cNvPr>
          <p:cNvSpPr>
            <a:spLocks noGrp="1" noChangeArrowheads="1"/>
          </p:cNvSpPr>
          <p:nvPr>
            <p:ph type="dt" sz="half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1570285085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Вертикальный заголовок и текс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Вертикальный заголовок 1"/>
          <p:cNvSpPr>
            <a:spLocks noGrp="1"/>
          </p:cNvSpPr>
          <p:nvPr>
            <p:ph type="title" orient="vert"/>
          </p:nvPr>
        </p:nvSpPr>
        <p:spPr>
          <a:xfrm>
            <a:off x="6629400" y="457200"/>
            <a:ext cx="2057400" cy="5410200"/>
          </a:xfrm>
        </p:spPr>
        <p:txBody>
          <a:bodyPr vert="eaVert"/>
          <a:lstStyle/>
          <a:p>
            <a:r>
              <a:rPr lang="ru-RU"/>
              <a:t>Образец заголовка</a:t>
            </a:r>
          </a:p>
        </p:txBody>
      </p:sp>
      <p:sp>
        <p:nvSpPr>
          <p:cNvPr id="3" name="Вертикальный текст 2"/>
          <p:cNvSpPr>
            <a:spLocks noGrp="1"/>
          </p:cNvSpPr>
          <p:nvPr>
            <p:ph type="body" orient="vert" idx="1"/>
          </p:nvPr>
        </p:nvSpPr>
        <p:spPr>
          <a:xfrm>
            <a:off x="457200" y="457200"/>
            <a:ext cx="6019800" cy="5410200"/>
          </a:xfrm>
        </p:spPr>
        <p:txBody>
          <a:bodyPr vert="eaVert"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4" name="Rectangle 2">
            <a:extLst>
              <a:ext uri="{FF2B5EF4-FFF2-40B4-BE49-F238E27FC236}">
                <a16:creationId xmlns:a16="http://schemas.microsoft.com/office/drawing/2014/main" id="{F31A443A-4861-4C97-BCD3-90FCBC462FA3}"/>
              </a:ext>
            </a:extLst>
          </p:cNvPr>
          <p:cNvSpPr>
            <a:spLocks noGrp="1" noChangeArrowheads="1"/>
          </p:cNvSpPr>
          <p:nvPr>
            <p:ph type="ftr" sz="quarter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ru-RU"/>
          </a:p>
        </p:txBody>
      </p:sp>
      <p:sp>
        <p:nvSpPr>
          <p:cNvPr id="5" name="Rectangle 3">
            <a:extLst>
              <a:ext uri="{FF2B5EF4-FFF2-40B4-BE49-F238E27FC236}">
                <a16:creationId xmlns:a16="http://schemas.microsoft.com/office/drawing/2014/main" id="{01F13AE8-0946-4C88-8061-FBEBA6CD6B88}"/>
              </a:ext>
            </a:extLst>
          </p:cNvPr>
          <p:cNvSpPr>
            <a:spLocks noGrp="1" noChangeArrowheads="1"/>
          </p:cNvSpPr>
          <p:nvPr>
            <p:ph type="sldNum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FB071043-CF08-439C-91B9-521499CA4C25}" type="slidenum">
              <a:rPr lang="ru-RU" altLang="ru-RU"/>
              <a:pPr>
                <a:defRPr/>
              </a:pPr>
              <a:t>‹#›</a:t>
            </a:fld>
            <a:endParaRPr lang="ru-RU" altLang="ru-RU"/>
          </a:p>
        </p:txBody>
      </p:sp>
      <p:sp>
        <p:nvSpPr>
          <p:cNvPr id="6" name="Rectangle 16">
            <a:extLst>
              <a:ext uri="{FF2B5EF4-FFF2-40B4-BE49-F238E27FC236}">
                <a16:creationId xmlns:a16="http://schemas.microsoft.com/office/drawing/2014/main" id="{DCEF6EBD-3279-476E-AE20-0FD42BB7246B}"/>
              </a:ext>
            </a:extLst>
          </p:cNvPr>
          <p:cNvSpPr>
            <a:spLocks noGrp="1" noChangeArrowheads="1"/>
          </p:cNvSpPr>
          <p:nvPr>
            <p:ph type="dt" sz="half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3937198339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type="tbl" preserve="1">
  <p:cSld name="Заголовок и таблица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457200" y="457200"/>
            <a:ext cx="8229600" cy="1371600"/>
          </a:xfrm>
        </p:spPr>
        <p:txBody>
          <a:bodyPr/>
          <a:lstStyle/>
          <a:p>
            <a:r>
              <a:rPr lang="ru-RU"/>
              <a:t>Образец заголовка</a:t>
            </a:r>
          </a:p>
        </p:txBody>
      </p:sp>
      <p:sp>
        <p:nvSpPr>
          <p:cNvPr id="3" name="Таблица 2"/>
          <p:cNvSpPr>
            <a:spLocks noGrp="1"/>
          </p:cNvSpPr>
          <p:nvPr>
            <p:ph type="tbl" idx="1"/>
          </p:nvPr>
        </p:nvSpPr>
        <p:spPr>
          <a:xfrm>
            <a:off x="457200" y="1981200"/>
            <a:ext cx="8229600" cy="3886200"/>
          </a:xfrm>
        </p:spPr>
        <p:txBody>
          <a:bodyPr/>
          <a:lstStyle/>
          <a:p>
            <a:pPr lvl="0"/>
            <a:endParaRPr lang="ru-RU" noProof="0"/>
          </a:p>
        </p:txBody>
      </p:sp>
      <p:sp>
        <p:nvSpPr>
          <p:cNvPr id="4" name="Rectangle 2">
            <a:extLst>
              <a:ext uri="{FF2B5EF4-FFF2-40B4-BE49-F238E27FC236}">
                <a16:creationId xmlns:a16="http://schemas.microsoft.com/office/drawing/2014/main" id="{A8FECAD3-A783-4F7B-A300-D58BD5BD0A7F}"/>
              </a:ext>
            </a:extLst>
          </p:cNvPr>
          <p:cNvSpPr>
            <a:spLocks noGrp="1" noChangeArrowheads="1"/>
          </p:cNvSpPr>
          <p:nvPr>
            <p:ph type="ftr" sz="quarter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ru-RU"/>
          </a:p>
        </p:txBody>
      </p:sp>
      <p:sp>
        <p:nvSpPr>
          <p:cNvPr id="5" name="Rectangle 3">
            <a:extLst>
              <a:ext uri="{FF2B5EF4-FFF2-40B4-BE49-F238E27FC236}">
                <a16:creationId xmlns:a16="http://schemas.microsoft.com/office/drawing/2014/main" id="{07B72A07-3006-4D77-A655-E30741AD42B3}"/>
              </a:ext>
            </a:extLst>
          </p:cNvPr>
          <p:cNvSpPr>
            <a:spLocks noGrp="1" noChangeArrowheads="1"/>
          </p:cNvSpPr>
          <p:nvPr>
            <p:ph type="sldNum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42380383-FB76-4E3F-814B-DD41FD394C63}" type="slidenum">
              <a:rPr lang="ru-RU" altLang="ru-RU"/>
              <a:pPr>
                <a:defRPr/>
              </a:pPr>
              <a:t>‹#›</a:t>
            </a:fld>
            <a:endParaRPr lang="ru-RU" altLang="ru-RU"/>
          </a:p>
        </p:txBody>
      </p:sp>
      <p:sp>
        <p:nvSpPr>
          <p:cNvPr id="6" name="Rectangle 16">
            <a:extLst>
              <a:ext uri="{FF2B5EF4-FFF2-40B4-BE49-F238E27FC236}">
                <a16:creationId xmlns:a16="http://schemas.microsoft.com/office/drawing/2014/main" id="{C475FE7E-188D-48A9-A938-062822026AFB}"/>
              </a:ext>
            </a:extLst>
          </p:cNvPr>
          <p:cNvSpPr>
            <a:spLocks noGrp="1" noChangeArrowheads="1"/>
          </p:cNvSpPr>
          <p:nvPr>
            <p:ph type="dt" sz="half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4287966903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98" name="Rectangle 2">
            <a:extLst>
              <a:ext uri="{FF2B5EF4-FFF2-40B4-BE49-F238E27FC236}">
                <a16:creationId xmlns:a16="http://schemas.microsoft.com/office/drawing/2014/main" id="{1ADD1B41-062B-47E4-B460-45B5A9EB9F81}"/>
              </a:ext>
            </a:extLst>
          </p:cNvPr>
          <p:cNvSpPr>
            <a:spLocks noGrp="1" noChangeArrowheads="1"/>
          </p:cNvSpPr>
          <p:nvPr>
            <p:ph type="ftr" sz="quarter" idx="3"/>
          </p:nvPr>
        </p:nvSpPr>
        <p:spPr bwMode="auto">
          <a:xfrm>
            <a:off x="3124200" y="6248400"/>
            <a:ext cx="2895600" cy="457200"/>
          </a:xfrm>
          <a:prstGeom prst="rect">
            <a:avLst/>
          </a:prstGeom>
          <a:noFill/>
          <a:ln>
            <a:noFill/>
          </a:ln>
          <a:effectLst/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</a:bodyPr>
          <a:lstStyle>
            <a:lvl1pPr algn="ctr" eaLnBrk="1" hangingPunct="1">
              <a:lnSpc>
                <a:spcPct val="100000"/>
              </a:lnSpc>
              <a:spcBef>
                <a:spcPct val="0"/>
              </a:spcBef>
              <a:buClrTx/>
              <a:buSzTx/>
              <a:buFontTx/>
              <a:buNone/>
              <a:defRPr sz="1200">
                <a:latin typeface="Arial" charset="0"/>
                <a:cs typeface="Arial" charset="0"/>
              </a:defRPr>
            </a:lvl1pPr>
          </a:lstStyle>
          <a:p>
            <a:pPr>
              <a:defRPr/>
            </a:pPr>
            <a:endParaRPr lang="ru-RU"/>
          </a:p>
        </p:txBody>
      </p:sp>
      <p:sp>
        <p:nvSpPr>
          <p:cNvPr id="4099" name="Rectangle 3">
            <a:extLst>
              <a:ext uri="{FF2B5EF4-FFF2-40B4-BE49-F238E27FC236}">
                <a16:creationId xmlns:a16="http://schemas.microsoft.com/office/drawing/2014/main" id="{6D371F0E-59E3-47B8-8252-160A44B67D8E}"/>
              </a:ext>
            </a:extLst>
          </p:cNvPr>
          <p:cNvSpPr>
            <a:spLocks noGrp="1" noChangeArrowheads="1"/>
          </p:cNvSpPr>
          <p:nvPr>
            <p:ph type="sldNum" sz="quarter" idx="4"/>
          </p:nvPr>
        </p:nvSpPr>
        <p:spPr bwMode="auto">
          <a:xfrm>
            <a:off x="6553200" y="6248400"/>
            <a:ext cx="2133600" cy="457200"/>
          </a:xfrm>
          <a:prstGeom prst="rect">
            <a:avLst/>
          </a:prstGeom>
          <a:noFill/>
          <a:ln>
            <a:noFill/>
          </a:ln>
          <a:effectLst/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</a:bodyPr>
          <a:lstStyle>
            <a:lvl1pPr algn="r" eaLnBrk="1" hangingPunct="1">
              <a:lnSpc>
                <a:spcPct val="100000"/>
              </a:lnSpc>
              <a:spcBef>
                <a:spcPct val="0"/>
              </a:spcBef>
              <a:buClrTx/>
              <a:buSzTx/>
              <a:buFontTx/>
              <a:buNone/>
              <a:defRPr sz="1200">
                <a:latin typeface="Arial Black" panose="020B0A04020102020204" pitchFamily="34" charset="0"/>
              </a:defRPr>
            </a:lvl1pPr>
          </a:lstStyle>
          <a:p>
            <a:pPr>
              <a:defRPr/>
            </a:pPr>
            <a:fld id="{E05F7AC6-3200-4C7C-906D-4203C4EEBF19}" type="slidenum">
              <a:rPr lang="ru-RU" altLang="ru-RU"/>
              <a:pPr>
                <a:defRPr/>
              </a:pPr>
              <a:t>‹#›</a:t>
            </a:fld>
            <a:endParaRPr lang="ru-RU" altLang="ru-RU"/>
          </a:p>
        </p:txBody>
      </p:sp>
      <p:grpSp>
        <p:nvGrpSpPr>
          <p:cNvPr id="1028" name="Group 4">
            <a:extLst>
              <a:ext uri="{FF2B5EF4-FFF2-40B4-BE49-F238E27FC236}">
                <a16:creationId xmlns:a16="http://schemas.microsoft.com/office/drawing/2014/main" id="{543E0E74-DEEA-45B2-8547-749D5B5AD46A}"/>
              </a:ext>
            </a:extLst>
          </p:cNvPr>
          <p:cNvGrpSpPr>
            <a:grpSpLocks/>
          </p:cNvGrpSpPr>
          <p:nvPr/>
        </p:nvGrpSpPr>
        <p:grpSpPr bwMode="auto">
          <a:xfrm>
            <a:off x="0" y="0"/>
            <a:ext cx="9144000" cy="546100"/>
            <a:chOff x="0" y="0"/>
            <a:chExt cx="5760" cy="344"/>
          </a:xfrm>
        </p:grpSpPr>
        <p:sp>
          <p:nvSpPr>
            <p:cNvPr id="1032" name="Rectangle 5">
              <a:extLst>
                <a:ext uri="{FF2B5EF4-FFF2-40B4-BE49-F238E27FC236}">
                  <a16:creationId xmlns:a16="http://schemas.microsoft.com/office/drawing/2014/main" id="{E7CA31FE-48DF-4699-95EC-9115EC9E8BC5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0" y="0"/>
              <a:ext cx="180" cy="336"/>
            </a:xfrm>
            <a:prstGeom prst="rect">
              <a:avLst/>
            </a:prstGeom>
            <a:gradFill rotWithShape="0">
              <a:gsLst>
                <a:gs pos="0">
                  <a:schemeClr val="folHlink"/>
                </a:gs>
                <a:gs pos="100000">
                  <a:schemeClr val="bg1"/>
                </a:gs>
              </a:gsLst>
              <a:lin ang="0" scaled="1"/>
            </a:gradFill>
            <a:ln>
              <a:noFill/>
            </a:ln>
          </p:spPr>
          <p:txBody>
            <a:bodyPr wrap="none" anchor="ctr"/>
            <a:lstStyle>
              <a:lvl1pPr>
                <a:lnSpc>
                  <a:spcPct val="90000"/>
                </a:lnSpc>
                <a:spcBef>
                  <a:spcPct val="20000"/>
                </a:spcBef>
                <a:buClr>
                  <a:schemeClr val="bg2"/>
                </a:buClr>
                <a:buSzPct val="75000"/>
                <a:buFont typeface="Wingdings" panose="05000000000000000000" pitchFamily="2" charset="2"/>
                <a:defRPr sz="28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1pPr>
              <a:lvl2pPr marL="742950" indent="-285750">
                <a:lnSpc>
                  <a:spcPct val="90000"/>
                </a:lnSpc>
                <a:spcBef>
                  <a:spcPct val="20000"/>
                </a:spcBef>
                <a:buClr>
                  <a:schemeClr val="bg2"/>
                </a:buClr>
                <a:buSzPct val="75000"/>
                <a:buFont typeface="Wingdings" panose="05000000000000000000" pitchFamily="2" charset="2"/>
                <a:defRPr sz="28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2pPr>
              <a:lvl3pPr marL="1143000" indent="-228600">
                <a:lnSpc>
                  <a:spcPct val="90000"/>
                </a:lnSpc>
                <a:spcBef>
                  <a:spcPct val="20000"/>
                </a:spcBef>
                <a:buClr>
                  <a:schemeClr val="bg2"/>
                </a:buClr>
                <a:buSzPct val="75000"/>
                <a:buFont typeface="Wingdings" panose="05000000000000000000" pitchFamily="2" charset="2"/>
                <a:defRPr sz="28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3pPr>
              <a:lvl4pPr marL="1600200" indent="-228600">
                <a:lnSpc>
                  <a:spcPct val="90000"/>
                </a:lnSpc>
                <a:spcBef>
                  <a:spcPct val="20000"/>
                </a:spcBef>
                <a:buClr>
                  <a:schemeClr val="bg2"/>
                </a:buClr>
                <a:buSzPct val="75000"/>
                <a:buFont typeface="Wingdings" panose="05000000000000000000" pitchFamily="2" charset="2"/>
                <a:defRPr sz="28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4pPr>
              <a:lvl5pPr marL="2057400" indent="-228600">
                <a:lnSpc>
                  <a:spcPct val="90000"/>
                </a:lnSpc>
                <a:spcBef>
                  <a:spcPct val="20000"/>
                </a:spcBef>
                <a:buClr>
                  <a:schemeClr val="bg2"/>
                </a:buClr>
                <a:buSzPct val="75000"/>
                <a:buFont typeface="Wingdings" panose="05000000000000000000" pitchFamily="2" charset="2"/>
                <a:defRPr sz="28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5pPr>
              <a:lvl6pPr marL="2514600" indent="-228600" eaLnBrk="0" fontAlgn="base" hangingPunct="0">
                <a:lnSpc>
                  <a:spcPct val="90000"/>
                </a:lnSpc>
                <a:spcBef>
                  <a:spcPct val="20000"/>
                </a:spcBef>
                <a:spcAft>
                  <a:spcPct val="0"/>
                </a:spcAft>
                <a:buClr>
                  <a:schemeClr val="bg2"/>
                </a:buClr>
                <a:buSzPct val="75000"/>
                <a:buFont typeface="Wingdings" panose="05000000000000000000" pitchFamily="2" charset="2"/>
                <a:defRPr sz="28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6pPr>
              <a:lvl7pPr marL="2971800" indent="-228600" eaLnBrk="0" fontAlgn="base" hangingPunct="0">
                <a:lnSpc>
                  <a:spcPct val="90000"/>
                </a:lnSpc>
                <a:spcBef>
                  <a:spcPct val="20000"/>
                </a:spcBef>
                <a:spcAft>
                  <a:spcPct val="0"/>
                </a:spcAft>
                <a:buClr>
                  <a:schemeClr val="bg2"/>
                </a:buClr>
                <a:buSzPct val="75000"/>
                <a:buFont typeface="Wingdings" panose="05000000000000000000" pitchFamily="2" charset="2"/>
                <a:defRPr sz="28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7pPr>
              <a:lvl8pPr marL="3429000" indent="-228600" eaLnBrk="0" fontAlgn="base" hangingPunct="0">
                <a:lnSpc>
                  <a:spcPct val="90000"/>
                </a:lnSpc>
                <a:spcBef>
                  <a:spcPct val="20000"/>
                </a:spcBef>
                <a:spcAft>
                  <a:spcPct val="0"/>
                </a:spcAft>
                <a:buClr>
                  <a:schemeClr val="bg2"/>
                </a:buClr>
                <a:buSzPct val="75000"/>
                <a:buFont typeface="Wingdings" panose="05000000000000000000" pitchFamily="2" charset="2"/>
                <a:defRPr sz="28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8pPr>
              <a:lvl9pPr marL="3886200" indent="-228600" eaLnBrk="0" fontAlgn="base" hangingPunct="0">
                <a:lnSpc>
                  <a:spcPct val="90000"/>
                </a:lnSpc>
                <a:spcBef>
                  <a:spcPct val="20000"/>
                </a:spcBef>
                <a:spcAft>
                  <a:spcPct val="0"/>
                </a:spcAft>
                <a:buClr>
                  <a:schemeClr val="bg2"/>
                </a:buClr>
                <a:buSzPct val="75000"/>
                <a:buFont typeface="Wingdings" panose="05000000000000000000" pitchFamily="2" charset="2"/>
                <a:defRPr sz="28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9pPr>
            </a:lstStyle>
            <a:p>
              <a:pPr algn="ctr" eaLnBrk="1" hangingPunct="1">
                <a:lnSpc>
                  <a:spcPct val="100000"/>
                </a:lnSpc>
                <a:spcBef>
                  <a:spcPct val="0"/>
                </a:spcBef>
                <a:buClrTx/>
                <a:buSzTx/>
                <a:buFontTx/>
                <a:buNone/>
                <a:defRPr/>
              </a:pPr>
              <a:endParaRPr lang="en-US" altLang="ru-RU" sz="2400">
                <a:latin typeface="Times New Roman" panose="02020603050405020304" pitchFamily="18" charset="0"/>
              </a:endParaRPr>
            </a:p>
          </p:txBody>
        </p:sp>
        <p:sp>
          <p:nvSpPr>
            <p:cNvPr id="1033" name="Rectangle 6">
              <a:extLst>
                <a:ext uri="{FF2B5EF4-FFF2-40B4-BE49-F238E27FC236}">
                  <a16:creationId xmlns:a16="http://schemas.microsoft.com/office/drawing/2014/main" id="{03A521B2-0EF1-4525-A6BE-D6AEF8B04C2D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260" y="85"/>
              <a:ext cx="5500" cy="173"/>
            </a:xfrm>
            <a:prstGeom prst="rect">
              <a:avLst/>
            </a:prstGeom>
            <a:gradFill rotWithShape="0">
              <a:gsLst>
                <a:gs pos="0">
                  <a:schemeClr val="bg2"/>
                </a:gs>
                <a:gs pos="100000">
                  <a:schemeClr val="bg1"/>
                </a:gs>
              </a:gsLst>
              <a:lin ang="0" scaled="1"/>
            </a:gradFill>
            <a:ln>
              <a:noFill/>
            </a:ln>
          </p:spPr>
          <p:txBody>
            <a:bodyPr/>
            <a:lstStyle>
              <a:lvl1pPr>
                <a:lnSpc>
                  <a:spcPct val="90000"/>
                </a:lnSpc>
                <a:spcBef>
                  <a:spcPct val="20000"/>
                </a:spcBef>
                <a:buClr>
                  <a:schemeClr val="bg2"/>
                </a:buClr>
                <a:buSzPct val="75000"/>
                <a:buFont typeface="Wingdings" panose="05000000000000000000" pitchFamily="2" charset="2"/>
                <a:defRPr sz="28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1pPr>
              <a:lvl2pPr marL="742950" indent="-285750">
                <a:lnSpc>
                  <a:spcPct val="90000"/>
                </a:lnSpc>
                <a:spcBef>
                  <a:spcPct val="20000"/>
                </a:spcBef>
                <a:buClr>
                  <a:schemeClr val="bg2"/>
                </a:buClr>
                <a:buSzPct val="75000"/>
                <a:buFont typeface="Wingdings" panose="05000000000000000000" pitchFamily="2" charset="2"/>
                <a:defRPr sz="28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2pPr>
              <a:lvl3pPr marL="1143000" indent="-228600">
                <a:lnSpc>
                  <a:spcPct val="90000"/>
                </a:lnSpc>
                <a:spcBef>
                  <a:spcPct val="20000"/>
                </a:spcBef>
                <a:buClr>
                  <a:schemeClr val="bg2"/>
                </a:buClr>
                <a:buSzPct val="75000"/>
                <a:buFont typeface="Wingdings" panose="05000000000000000000" pitchFamily="2" charset="2"/>
                <a:defRPr sz="28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3pPr>
              <a:lvl4pPr marL="1600200" indent="-228600">
                <a:lnSpc>
                  <a:spcPct val="90000"/>
                </a:lnSpc>
                <a:spcBef>
                  <a:spcPct val="20000"/>
                </a:spcBef>
                <a:buClr>
                  <a:schemeClr val="bg2"/>
                </a:buClr>
                <a:buSzPct val="75000"/>
                <a:buFont typeface="Wingdings" panose="05000000000000000000" pitchFamily="2" charset="2"/>
                <a:defRPr sz="28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4pPr>
              <a:lvl5pPr marL="2057400" indent="-228600">
                <a:lnSpc>
                  <a:spcPct val="90000"/>
                </a:lnSpc>
                <a:spcBef>
                  <a:spcPct val="20000"/>
                </a:spcBef>
                <a:buClr>
                  <a:schemeClr val="bg2"/>
                </a:buClr>
                <a:buSzPct val="75000"/>
                <a:buFont typeface="Wingdings" panose="05000000000000000000" pitchFamily="2" charset="2"/>
                <a:defRPr sz="28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5pPr>
              <a:lvl6pPr marL="2514600" indent="-228600" eaLnBrk="0" fontAlgn="base" hangingPunct="0">
                <a:lnSpc>
                  <a:spcPct val="90000"/>
                </a:lnSpc>
                <a:spcBef>
                  <a:spcPct val="20000"/>
                </a:spcBef>
                <a:spcAft>
                  <a:spcPct val="0"/>
                </a:spcAft>
                <a:buClr>
                  <a:schemeClr val="bg2"/>
                </a:buClr>
                <a:buSzPct val="75000"/>
                <a:buFont typeface="Wingdings" panose="05000000000000000000" pitchFamily="2" charset="2"/>
                <a:defRPr sz="28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6pPr>
              <a:lvl7pPr marL="2971800" indent="-228600" eaLnBrk="0" fontAlgn="base" hangingPunct="0">
                <a:lnSpc>
                  <a:spcPct val="90000"/>
                </a:lnSpc>
                <a:spcBef>
                  <a:spcPct val="20000"/>
                </a:spcBef>
                <a:spcAft>
                  <a:spcPct val="0"/>
                </a:spcAft>
                <a:buClr>
                  <a:schemeClr val="bg2"/>
                </a:buClr>
                <a:buSzPct val="75000"/>
                <a:buFont typeface="Wingdings" panose="05000000000000000000" pitchFamily="2" charset="2"/>
                <a:defRPr sz="28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7pPr>
              <a:lvl8pPr marL="3429000" indent="-228600" eaLnBrk="0" fontAlgn="base" hangingPunct="0">
                <a:lnSpc>
                  <a:spcPct val="90000"/>
                </a:lnSpc>
                <a:spcBef>
                  <a:spcPct val="20000"/>
                </a:spcBef>
                <a:spcAft>
                  <a:spcPct val="0"/>
                </a:spcAft>
                <a:buClr>
                  <a:schemeClr val="bg2"/>
                </a:buClr>
                <a:buSzPct val="75000"/>
                <a:buFont typeface="Wingdings" panose="05000000000000000000" pitchFamily="2" charset="2"/>
                <a:defRPr sz="28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8pPr>
              <a:lvl9pPr marL="3886200" indent="-228600" eaLnBrk="0" fontAlgn="base" hangingPunct="0">
                <a:lnSpc>
                  <a:spcPct val="90000"/>
                </a:lnSpc>
                <a:spcBef>
                  <a:spcPct val="20000"/>
                </a:spcBef>
                <a:spcAft>
                  <a:spcPct val="0"/>
                </a:spcAft>
                <a:buClr>
                  <a:schemeClr val="bg2"/>
                </a:buClr>
                <a:buSzPct val="75000"/>
                <a:buFont typeface="Wingdings" panose="05000000000000000000" pitchFamily="2" charset="2"/>
                <a:defRPr sz="28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9pPr>
            </a:lstStyle>
            <a:p>
              <a:pPr eaLnBrk="1" hangingPunct="1">
                <a:lnSpc>
                  <a:spcPct val="100000"/>
                </a:lnSpc>
                <a:spcBef>
                  <a:spcPct val="0"/>
                </a:spcBef>
                <a:buClrTx/>
                <a:buSzTx/>
                <a:buFontTx/>
                <a:buNone/>
                <a:defRPr/>
              </a:pPr>
              <a:endParaRPr lang="en-US" altLang="ru-RU" sz="2400">
                <a:latin typeface="Times New Roman" panose="02020603050405020304" pitchFamily="18" charset="0"/>
              </a:endParaRPr>
            </a:p>
          </p:txBody>
        </p:sp>
        <p:sp>
          <p:nvSpPr>
            <p:cNvPr id="1034" name="Rectangle 7">
              <a:extLst>
                <a:ext uri="{FF2B5EF4-FFF2-40B4-BE49-F238E27FC236}">
                  <a16:creationId xmlns:a16="http://schemas.microsoft.com/office/drawing/2014/main" id="{999DBFB7-EAC5-4A0A-8930-EB215BBEEB66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258" y="85"/>
              <a:ext cx="87" cy="89"/>
            </a:xfrm>
            <a:prstGeom prst="rect">
              <a:avLst/>
            </a:prstGeom>
            <a:solidFill>
              <a:schemeClr val="folHlink"/>
            </a:solidFill>
            <a:ln>
              <a:noFill/>
            </a:ln>
          </p:spPr>
          <p:txBody>
            <a:bodyPr/>
            <a:lstStyle>
              <a:lvl1pPr>
                <a:lnSpc>
                  <a:spcPct val="90000"/>
                </a:lnSpc>
                <a:spcBef>
                  <a:spcPct val="20000"/>
                </a:spcBef>
                <a:buClr>
                  <a:schemeClr val="bg2"/>
                </a:buClr>
                <a:buSzPct val="75000"/>
                <a:buFont typeface="Wingdings" panose="05000000000000000000" pitchFamily="2" charset="2"/>
                <a:defRPr sz="28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1pPr>
              <a:lvl2pPr marL="742950" indent="-285750">
                <a:lnSpc>
                  <a:spcPct val="90000"/>
                </a:lnSpc>
                <a:spcBef>
                  <a:spcPct val="20000"/>
                </a:spcBef>
                <a:buClr>
                  <a:schemeClr val="bg2"/>
                </a:buClr>
                <a:buSzPct val="75000"/>
                <a:buFont typeface="Wingdings" panose="05000000000000000000" pitchFamily="2" charset="2"/>
                <a:defRPr sz="28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2pPr>
              <a:lvl3pPr marL="1143000" indent="-228600">
                <a:lnSpc>
                  <a:spcPct val="90000"/>
                </a:lnSpc>
                <a:spcBef>
                  <a:spcPct val="20000"/>
                </a:spcBef>
                <a:buClr>
                  <a:schemeClr val="bg2"/>
                </a:buClr>
                <a:buSzPct val="75000"/>
                <a:buFont typeface="Wingdings" panose="05000000000000000000" pitchFamily="2" charset="2"/>
                <a:defRPr sz="28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3pPr>
              <a:lvl4pPr marL="1600200" indent="-228600">
                <a:lnSpc>
                  <a:spcPct val="90000"/>
                </a:lnSpc>
                <a:spcBef>
                  <a:spcPct val="20000"/>
                </a:spcBef>
                <a:buClr>
                  <a:schemeClr val="bg2"/>
                </a:buClr>
                <a:buSzPct val="75000"/>
                <a:buFont typeface="Wingdings" panose="05000000000000000000" pitchFamily="2" charset="2"/>
                <a:defRPr sz="28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4pPr>
              <a:lvl5pPr marL="2057400" indent="-228600">
                <a:lnSpc>
                  <a:spcPct val="90000"/>
                </a:lnSpc>
                <a:spcBef>
                  <a:spcPct val="20000"/>
                </a:spcBef>
                <a:buClr>
                  <a:schemeClr val="bg2"/>
                </a:buClr>
                <a:buSzPct val="75000"/>
                <a:buFont typeface="Wingdings" panose="05000000000000000000" pitchFamily="2" charset="2"/>
                <a:defRPr sz="28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5pPr>
              <a:lvl6pPr marL="2514600" indent="-228600" eaLnBrk="0" fontAlgn="base" hangingPunct="0">
                <a:lnSpc>
                  <a:spcPct val="90000"/>
                </a:lnSpc>
                <a:spcBef>
                  <a:spcPct val="20000"/>
                </a:spcBef>
                <a:spcAft>
                  <a:spcPct val="0"/>
                </a:spcAft>
                <a:buClr>
                  <a:schemeClr val="bg2"/>
                </a:buClr>
                <a:buSzPct val="75000"/>
                <a:buFont typeface="Wingdings" panose="05000000000000000000" pitchFamily="2" charset="2"/>
                <a:defRPr sz="28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6pPr>
              <a:lvl7pPr marL="2971800" indent="-228600" eaLnBrk="0" fontAlgn="base" hangingPunct="0">
                <a:lnSpc>
                  <a:spcPct val="90000"/>
                </a:lnSpc>
                <a:spcBef>
                  <a:spcPct val="20000"/>
                </a:spcBef>
                <a:spcAft>
                  <a:spcPct val="0"/>
                </a:spcAft>
                <a:buClr>
                  <a:schemeClr val="bg2"/>
                </a:buClr>
                <a:buSzPct val="75000"/>
                <a:buFont typeface="Wingdings" panose="05000000000000000000" pitchFamily="2" charset="2"/>
                <a:defRPr sz="28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7pPr>
              <a:lvl8pPr marL="3429000" indent="-228600" eaLnBrk="0" fontAlgn="base" hangingPunct="0">
                <a:lnSpc>
                  <a:spcPct val="90000"/>
                </a:lnSpc>
                <a:spcBef>
                  <a:spcPct val="20000"/>
                </a:spcBef>
                <a:spcAft>
                  <a:spcPct val="0"/>
                </a:spcAft>
                <a:buClr>
                  <a:schemeClr val="bg2"/>
                </a:buClr>
                <a:buSzPct val="75000"/>
                <a:buFont typeface="Wingdings" panose="05000000000000000000" pitchFamily="2" charset="2"/>
                <a:defRPr sz="28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8pPr>
              <a:lvl9pPr marL="3886200" indent="-228600" eaLnBrk="0" fontAlgn="base" hangingPunct="0">
                <a:lnSpc>
                  <a:spcPct val="90000"/>
                </a:lnSpc>
                <a:spcBef>
                  <a:spcPct val="20000"/>
                </a:spcBef>
                <a:spcAft>
                  <a:spcPct val="0"/>
                </a:spcAft>
                <a:buClr>
                  <a:schemeClr val="bg2"/>
                </a:buClr>
                <a:buSzPct val="75000"/>
                <a:buFont typeface="Wingdings" panose="05000000000000000000" pitchFamily="2" charset="2"/>
                <a:defRPr sz="28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9pPr>
            </a:lstStyle>
            <a:p>
              <a:pPr eaLnBrk="1" hangingPunct="1">
                <a:lnSpc>
                  <a:spcPct val="100000"/>
                </a:lnSpc>
                <a:spcBef>
                  <a:spcPct val="0"/>
                </a:spcBef>
                <a:buClrTx/>
                <a:buSzTx/>
                <a:buFontTx/>
                <a:buNone/>
                <a:defRPr/>
              </a:pPr>
              <a:endParaRPr lang="en-US" altLang="ru-RU" sz="1800">
                <a:solidFill>
                  <a:schemeClr val="hlink"/>
                </a:solidFill>
              </a:endParaRPr>
            </a:p>
          </p:txBody>
        </p:sp>
        <p:sp>
          <p:nvSpPr>
            <p:cNvPr id="1035" name="Rectangle 8">
              <a:extLst>
                <a:ext uri="{FF2B5EF4-FFF2-40B4-BE49-F238E27FC236}">
                  <a16:creationId xmlns:a16="http://schemas.microsoft.com/office/drawing/2014/main" id="{E45A2D5B-0B34-43BD-9546-C51E20AD5812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345" y="0"/>
              <a:ext cx="88" cy="87"/>
            </a:xfrm>
            <a:prstGeom prst="rect">
              <a:avLst/>
            </a:prstGeom>
            <a:solidFill>
              <a:schemeClr val="folHlink"/>
            </a:solidFill>
            <a:ln>
              <a:noFill/>
            </a:ln>
          </p:spPr>
          <p:txBody>
            <a:bodyPr/>
            <a:lstStyle>
              <a:lvl1pPr>
                <a:lnSpc>
                  <a:spcPct val="90000"/>
                </a:lnSpc>
                <a:spcBef>
                  <a:spcPct val="20000"/>
                </a:spcBef>
                <a:buClr>
                  <a:schemeClr val="bg2"/>
                </a:buClr>
                <a:buSzPct val="75000"/>
                <a:buFont typeface="Wingdings" panose="05000000000000000000" pitchFamily="2" charset="2"/>
                <a:defRPr sz="28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1pPr>
              <a:lvl2pPr marL="742950" indent="-285750">
                <a:lnSpc>
                  <a:spcPct val="90000"/>
                </a:lnSpc>
                <a:spcBef>
                  <a:spcPct val="20000"/>
                </a:spcBef>
                <a:buClr>
                  <a:schemeClr val="bg2"/>
                </a:buClr>
                <a:buSzPct val="75000"/>
                <a:buFont typeface="Wingdings" panose="05000000000000000000" pitchFamily="2" charset="2"/>
                <a:defRPr sz="28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2pPr>
              <a:lvl3pPr marL="1143000" indent="-228600">
                <a:lnSpc>
                  <a:spcPct val="90000"/>
                </a:lnSpc>
                <a:spcBef>
                  <a:spcPct val="20000"/>
                </a:spcBef>
                <a:buClr>
                  <a:schemeClr val="bg2"/>
                </a:buClr>
                <a:buSzPct val="75000"/>
                <a:buFont typeface="Wingdings" panose="05000000000000000000" pitchFamily="2" charset="2"/>
                <a:defRPr sz="28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3pPr>
              <a:lvl4pPr marL="1600200" indent="-228600">
                <a:lnSpc>
                  <a:spcPct val="90000"/>
                </a:lnSpc>
                <a:spcBef>
                  <a:spcPct val="20000"/>
                </a:spcBef>
                <a:buClr>
                  <a:schemeClr val="bg2"/>
                </a:buClr>
                <a:buSzPct val="75000"/>
                <a:buFont typeface="Wingdings" panose="05000000000000000000" pitchFamily="2" charset="2"/>
                <a:defRPr sz="28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4pPr>
              <a:lvl5pPr marL="2057400" indent="-228600">
                <a:lnSpc>
                  <a:spcPct val="90000"/>
                </a:lnSpc>
                <a:spcBef>
                  <a:spcPct val="20000"/>
                </a:spcBef>
                <a:buClr>
                  <a:schemeClr val="bg2"/>
                </a:buClr>
                <a:buSzPct val="75000"/>
                <a:buFont typeface="Wingdings" panose="05000000000000000000" pitchFamily="2" charset="2"/>
                <a:defRPr sz="28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5pPr>
              <a:lvl6pPr marL="2514600" indent="-228600" eaLnBrk="0" fontAlgn="base" hangingPunct="0">
                <a:lnSpc>
                  <a:spcPct val="90000"/>
                </a:lnSpc>
                <a:spcBef>
                  <a:spcPct val="20000"/>
                </a:spcBef>
                <a:spcAft>
                  <a:spcPct val="0"/>
                </a:spcAft>
                <a:buClr>
                  <a:schemeClr val="bg2"/>
                </a:buClr>
                <a:buSzPct val="75000"/>
                <a:buFont typeface="Wingdings" panose="05000000000000000000" pitchFamily="2" charset="2"/>
                <a:defRPr sz="28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6pPr>
              <a:lvl7pPr marL="2971800" indent="-228600" eaLnBrk="0" fontAlgn="base" hangingPunct="0">
                <a:lnSpc>
                  <a:spcPct val="90000"/>
                </a:lnSpc>
                <a:spcBef>
                  <a:spcPct val="20000"/>
                </a:spcBef>
                <a:spcAft>
                  <a:spcPct val="0"/>
                </a:spcAft>
                <a:buClr>
                  <a:schemeClr val="bg2"/>
                </a:buClr>
                <a:buSzPct val="75000"/>
                <a:buFont typeface="Wingdings" panose="05000000000000000000" pitchFamily="2" charset="2"/>
                <a:defRPr sz="28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7pPr>
              <a:lvl8pPr marL="3429000" indent="-228600" eaLnBrk="0" fontAlgn="base" hangingPunct="0">
                <a:lnSpc>
                  <a:spcPct val="90000"/>
                </a:lnSpc>
                <a:spcBef>
                  <a:spcPct val="20000"/>
                </a:spcBef>
                <a:spcAft>
                  <a:spcPct val="0"/>
                </a:spcAft>
                <a:buClr>
                  <a:schemeClr val="bg2"/>
                </a:buClr>
                <a:buSzPct val="75000"/>
                <a:buFont typeface="Wingdings" panose="05000000000000000000" pitchFamily="2" charset="2"/>
                <a:defRPr sz="28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8pPr>
              <a:lvl9pPr marL="3886200" indent="-228600" eaLnBrk="0" fontAlgn="base" hangingPunct="0">
                <a:lnSpc>
                  <a:spcPct val="90000"/>
                </a:lnSpc>
                <a:spcBef>
                  <a:spcPct val="20000"/>
                </a:spcBef>
                <a:spcAft>
                  <a:spcPct val="0"/>
                </a:spcAft>
                <a:buClr>
                  <a:schemeClr val="bg2"/>
                </a:buClr>
                <a:buSzPct val="75000"/>
                <a:buFont typeface="Wingdings" panose="05000000000000000000" pitchFamily="2" charset="2"/>
                <a:defRPr sz="28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9pPr>
            </a:lstStyle>
            <a:p>
              <a:pPr eaLnBrk="1" hangingPunct="1">
                <a:lnSpc>
                  <a:spcPct val="100000"/>
                </a:lnSpc>
                <a:spcBef>
                  <a:spcPct val="0"/>
                </a:spcBef>
                <a:buClrTx/>
                <a:buSzTx/>
                <a:buFontTx/>
                <a:buNone/>
                <a:defRPr/>
              </a:pPr>
              <a:endParaRPr lang="en-US" altLang="ru-RU" sz="1800">
                <a:solidFill>
                  <a:schemeClr val="hlink"/>
                </a:solidFill>
              </a:endParaRPr>
            </a:p>
          </p:txBody>
        </p:sp>
        <p:sp>
          <p:nvSpPr>
            <p:cNvPr id="1036" name="Rectangle 9">
              <a:extLst>
                <a:ext uri="{FF2B5EF4-FFF2-40B4-BE49-F238E27FC236}">
                  <a16:creationId xmlns:a16="http://schemas.microsoft.com/office/drawing/2014/main" id="{9D44CE0A-2ACC-405C-85FA-0AEBAA67C24E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345" y="85"/>
              <a:ext cx="88" cy="89"/>
            </a:xfrm>
            <a:prstGeom prst="rect">
              <a:avLst/>
            </a:prstGeom>
            <a:solidFill>
              <a:schemeClr val="accent2"/>
            </a:solidFill>
            <a:ln>
              <a:noFill/>
            </a:ln>
          </p:spPr>
          <p:txBody>
            <a:bodyPr/>
            <a:lstStyle>
              <a:lvl1pPr>
                <a:lnSpc>
                  <a:spcPct val="90000"/>
                </a:lnSpc>
                <a:spcBef>
                  <a:spcPct val="20000"/>
                </a:spcBef>
                <a:buClr>
                  <a:schemeClr val="bg2"/>
                </a:buClr>
                <a:buSzPct val="75000"/>
                <a:buFont typeface="Wingdings" panose="05000000000000000000" pitchFamily="2" charset="2"/>
                <a:defRPr sz="28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1pPr>
              <a:lvl2pPr marL="742950" indent="-285750">
                <a:lnSpc>
                  <a:spcPct val="90000"/>
                </a:lnSpc>
                <a:spcBef>
                  <a:spcPct val="20000"/>
                </a:spcBef>
                <a:buClr>
                  <a:schemeClr val="bg2"/>
                </a:buClr>
                <a:buSzPct val="75000"/>
                <a:buFont typeface="Wingdings" panose="05000000000000000000" pitchFamily="2" charset="2"/>
                <a:defRPr sz="28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2pPr>
              <a:lvl3pPr marL="1143000" indent="-228600">
                <a:lnSpc>
                  <a:spcPct val="90000"/>
                </a:lnSpc>
                <a:spcBef>
                  <a:spcPct val="20000"/>
                </a:spcBef>
                <a:buClr>
                  <a:schemeClr val="bg2"/>
                </a:buClr>
                <a:buSzPct val="75000"/>
                <a:buFont typeface="Wingdings" panose="05000000000000000000" pitchFamily="2" charset="2"/>
                <a:defRPr sz="28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3pPr>
              <a:lvl4pPr marL="1600200" indent="-228600">
                <a:lnSpc>
                  <a:spcPct val="90000"/>
                </a:lnSpc>
                <a:spcBef>
                  <a:spcPct val="20000"/>
                </a:spcBef>
                <a:buClr>
                  <a:schemeClr val="bg2"/>
                </a:buClr>
                <a:buSzPct val="75000"/>
                <a:buFont typeface="Wingdings" panose="05000000000000000000" pitchFamily="2" charset="2"/>
                <a:defRPr sz="28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4pPr>
              <a:lvl5pPr marL="2057400" indent="-228600">
                <a:lnSpc>
                  <a:spcPct val="90000"/>
                </a:lnSpc>
                <a:spcBef>
                  <a:spcPct val="20000"/>
                </a:spcBef>
                <a:buClr>
                  <a:schemeClr val="bg2"/>
                </a:buClr>
                <a:buSzPct val="75000"/>
                <a:buFont typeface="Wingdings" panose="05000000000000000000" pitchFamily="2" charset="2"/>
                <a:defRPr sz="28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5pPr>
              <a:lvl6pPr marL="2514600" indent="-228600" eaLnBrk="0" fontAlgn="base" hangingPunct="0">
                <a:lnSpc>
                  <a:spcPct val="90000"/>
                </a:lnSpc>
                <a:spcBef>
                  <a:spcPct val="20000"/>
                </a:spcBef>
                <a:spcAft>
                  <a:spcPct val="0"/>
                </a:spcAft>
                <a:buClr>
                  <a:schemeClr val="bg2"/>
                </a:buClr>
                <a:buSzPct val="75000"/>
                <a:buFont typeface="Wingdings" panose="05000000000000000000" pitchFamily="2" charset="2"/>
                <a:defRPr sz="28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6pPr>
              <a:lvl7pPr marL="2971800" indent="-228600" eaLnBrk="0" fontAlgn="base" hangingPunct="0">
                <a:lnSpc>
                  <a:spcPct val="90000"/>
                </a:lnSpc>
                <a:spcBef>
                  <a:spcPct val="20000"/>
                </a:spcBef>
                <a:spcAft>
                  <a:spcPct val="0"/>
                </a:spcAft>
                <a:buClr>
                  <a:schemeClr val="bg2"/>
                </a:buClr>
                <a:buSzPct val="75000"/>
                <a:buFont typeface="Wingdings" panose="05000000000000000000" pitchFamily="2" charset="2"/>
                <a:defRPr sz="28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7pPr>
              <a:lvl8pPr marL="3429000" indent="-228600" eaLnBrk="0" fontAlgn="base" hangingPunct="0">
                <a:lnSpc>
                  <a:spcPct val="90000"/>
                </a:lnSpc>
                <a:spcBef>
                  <a:spcPct val="20000"/>
                </a:spcBef>
                <a:spcAft>
                  <a:spcPct val="0"/>
                </a:spcAft>
                <a:buClr>
                  <a:schemeClr val="bg2"/>
                </a:buClr>
                <a:buSzPct val="75000"/>
                <a:buFont typeface="Wingdings" panose="05000000000000000000" pitchFamily="2" charset="2"/>
                <a:defRPr sz="28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8pPr>
              <a:lvl9pPr marL="3886200" indent="-228600" eaLnBrk="0" fontAlgn="base" hangingPunct="0">
                <a:lnSpc>
                  <a:spcPct val="90000"/>
                </a:lnSpc>
                <a:spcBef>
                  <a:spcPct val="20000"/>
                </a:spcBef>
                <a:spcAft>
                  <a:spcPct val="0"/>
                </a:spcAft>
                <a:buClr>
                  <a:schemeClr val="bg2"/>
                </a:buClr>
                <a:buSzPct val="75000"/>
                <a:buFont typeface="Wingdings" panose="05000000000000000000" pitchFamily="2" charset="2"/>
                <a:defRPr sz="28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9pPr>
            </a:lstStyle>
            <a:p>
              <a:pPr eaLnBrk="1" hangingPunct="1">
                <a:lnSpc>
                  <a:spcPct val="100000"/>
                </a:lnSpc>
                <a:spcBef>
                  <a:spcPct val="0"/>
                </a:spcBef>
                <a:buClrTx/>
                <a:buSzTx/>
                <a:buFontTx/>
                <a:buNone/>
                <a:defRPr/>
              </a:pPr>
              <a:endParaRPr lang="en-US" altLang="ru-RU" sz="1800">
                <a:solidFill>
                  <a:schemeClr val="accent2"/>
                </a:solidFill>
              </a:endParaRPr>
            </a:p>
          </p:txBody>
        </p:sp>
        <p:sp>
          <p:nvSpPr>
            <p:cNvPr id="1037" name="Rectangle 10">
              <a:extLst>
                <a:ext uri="{FF2B5EF4-FFF2-40B4-BE49-F238E27FC236}">
                  <a16:creationId xmlns:a16="http://schemas.microsoft.com/office/drawing/2014/main" id="{864DEABD-6C61-4F14-9B35-46DE4A89A53C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73" y="173"/>
              <a:ext cx="86" cy="87"/>
            </a:xfrm>
            <a:prstGeom prst="rect">
              <a:avLst/>
            </a:prstGeom>
            <a:solidFill>
              <a:schemeClr val="folHlink"/>
            </a:solidFill>
            <a:ln>
              <a:noFill/>
            </a:ln>
          </p:spPr>
          <p:txBody>
            <a:bodyPr/>
            <a:lstStyle>
              <a:lvl1pPr>
                <a:lnSpc>
                  <a:spcPct val="90000"/>
                </a:lnSpc>
                <a:spcBef>
                  <a:spcPct val="20000"/>
                </a:spcBef>
                <a:buClr>
                  <a:schemeClr val="bg2"/>
                </a:buClr>
                <a:buSzPct val="75000"/>
                <a:buFont typeface="Wingdings" panose="05000000000000000000" pitchFamily="2" charset="2"/>
                <a:defRPr sz="28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1pPr>
              <a:lvl2pPr marL="742950" indent="-285750">
                <a:lnSpc>
                  <a:spcPct val="90000"/>
                </a:lnSpc>
                <a:spcBef>
                  <a:spcPct val="20000"/>
                </a:spcBef>
                <a:buClr>
                  <a:schemeClr val="bg2"/>
                </a:buClr>
                <a:buSzPct val="75000"/>
                <a:buFont typeface="Wingdings" panose="05000000000000000000" pitchFamily="2" charset="2"/>
                <a:defRPr sz="28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2pPr>
              <a:lvl3pPr marL="1143000" indent="-228600">
                <a:lnSpc>
                  <a:spcPct val="90000"/>
                </a:lnSpc>
                <a:spcBef>
                  <a:spcPct val="20000"/>
                </a:spcBef>
                <a:buClr>
                  <a:schemeClr val="bg2"/>
                </a:buClr>
                <a:buSzPct val="75000"/>
                <a:buFont typeface="Wingdings" panose="05000000000000000000" pitchFamily="2" charset="2"/>
                <a:defRPr sz="28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3pPr>
              <a:lvl4pPr marL="1600200" indent="-228600">
                <a:lnSpc>
                  <a:spcPct val="90000"/>
                </a:lnSpc>
                <a:spcBef>
                  <a:spcPct val="20000"/>
                </a:spcBef>
                <a:buClr>
                  <a:schemeClr val="bg2"/>
                </a:buClr>
                <a:buSzPct val="75000"/>
                <a:buFont typeface="Wingdings" panose="05000000000000000000" pitchFamily="2" charset="2"/>
                <a:defRPr sz="28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4pPr>
              <a:lvl5pPr marL="2057400" indent="-228600">
                <a:lnSpc>
                  <a:spcPct val="90000"/>
                </a:lnSpc>
                <a:spcBef>
                  <a:spcPct val="20000"/>
                </a:spcBef>
                <a:buClr>
                  <a:schemeClr val="bg2"/>
                </a:buClr>
                <a:buSzPct val="75000"/>
                <a:buFont typeface="Wingdings" panose="05000000000000000000" pitchFamily="2" charset="2"/>
                <a:defRPr sz="28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5pPr>
              <a:lvl6pPr marL="2514600" indent="-228600" eaLnBrk="0" fontAlgn="base" hangingPunct="0">
                <a:lnSpc>
                  <a:spcPct val="90000"/>
                </a:lnSpc>
                <a:spcBef>
                  <a:spcPct val="20000"/>
                </a:spcBef>
                <a:spcAft>
                  <a:spcPct val="0"/>
                </a:spcAft>
                <a:buClr>
                  <a:schemeClr val="bg2"/>
                </a:buClr>
                <a:buSzPct val="75000"/>
                <a:buFont typeface="Wingdings" panose="05000000000000000000" pitchFamily="2" charset="2"/>
                <a:defRPr sz="28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6pPr>
              <a:lvl7pPr marL="2971800" indent="-228600" eaLnBrk="0" fontAlgn="base" hangingPunct="0">
                <a:lnSpc>
                  <a:spcPct val="90000"/>
                </a:lnSpc>
                <a:spcBef>
                  <a:spcPct val="20000"/>
                </a:spcBef>
                <a:spcAft>
                  <a:spcPct val="0"/>
                </a:spcAft>
                <a:buClr>
                  <a:schemeClr val="bg2"/>
                </a:buClr>
                <a:buSzPct val="75000"/>
                <a:buFont typeface="Wingdings" panose="05000000000000000000" pitchFamily="2" charset="2"/>
                <a:defRPr sz="28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7pPr>
              <a:lvl8pPr marL="3429000" indent="-228600" eaLnBrk="0" fontAlgn="base" hangingPunct="0">
                <a:lnSpc>
                  <a:spcPct val="90000"/>
                </a:lnSpc>
                <a:spcBef>
                  <a:spcPct val="20000"/>
                </a:spcBef>
                <a:spcAft>
                  <a:spcPct val="0"/>
                </a:spcAft>
                <a:buClr>
                  <a:schemeClr val="bg2"/>
                </a:buClr>
                <a:buSzPct val="75000"/>
                <a:buFont typeface="Wingdings" panose="05000000000000000000" pitchFamily="2" charset="2"/>
                <a:defRPr sz="28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8pPr>
              <a:lvl9pPr marL="3886200" indent="-228600" eaLnBrk="0" fontAlgn="base" hangingPunct="0">
                <a:lnSpc>
                  <a:spcPct val="90000"/>
                </a:lnSpc>
                <a:spcBef>
                  <a:spcPct val="20000"/>
                </a:spcBef>
                <a:spcAft>
                  <a:spcPct val="0"/>
                </a:spcAft>
                <a:buClr>
                  <a:schemeClr val="bg2"/>
                </a:buClr>
                <a:buSzPct val="75000"/>
                <a:buFont typeface="Wingdings" panose="05000000000000000000" pitchFamily="2" charset="2"/>
                <a:defRPr sz="28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9pPr>
            </a:lstStyle>
            <a:p>
              <a:pPr eaLnBrk="1" hangingPunct="1">
                <a:lnSpc>
                  <a:spcPct val="100000"/>
                </a:lnSpc>
                <a:spcBef>
                  <a:spcPct val="0"/>
                </a:spcBef>
                <a:buClrTx/>
                <a:buSzTx/>
                <a:buFontTx/>
                <a:buNone/>
                <a:defRPr/>
              </a:pPr>
              <a:endParaRPr lang="en-US" altLang="ru-RU" sz="1800">
                <a:solidFill>
                  <a:schemeClr val="hlink"/>
                </a:solidFill>
              </a:endParaRPr>
            </a:p>
          </p:txBody>
        </p:sp>
        <p:sp>
          <p:nvSpPr>
            <p:cNvPr id="1038" name="Rectangle 11">
              <a:extLst>
                <a:ext uri="{FF2B5EF4-FFF2-40B4-BE49-F238E27FC236}">
                  <a16:creationId xmlns:a16="http://schemas.microsoft.com/office/drawing/2014/main" id="{34167FF1-C917-4192-84A3-884295B5A3C5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83" y="86"/>
              <a:ext cx="89" cy="87"/>
            </a:xfrm>
            <a:prstGeom prst="rect">
              <a:avLst/>
            </a:prstGeom>
            <a:solidFill>
              <a:schemeClr val="bg2"/>
            </a:solidFill>
            <a:ln>
              <a:noFill/>
            </a:ln>
          </p:spPr>
          <p:txBody>
            <a:bodyPr/>
            <a:lstStyle>
              <a:lvl1pPr>
                <a:lnSpc>
                  <a:spcPct val="90000"/>
                </a:lnSpc>
                <a:spcBef>
                  <a:spcPct val="20000"/>
                </a:spcBef>
                <a:buClr>
                  <a:schemeClr val="bg2"/>
                </a:buClr>
                <a:buSzPct val="75000"/>
                <a:buFont typeface="Wingdings" panose="05000000000000000000" pitchFamily="2" charset="2"/>
                <a:defRPr sz="28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1pPr>
              <a:lvl2pPr marL="742950" indent="-285750">
                <a:lnSpc>
                  <a:spcPct val="90000"/>
                </a:lnSpc>
                <a:spcBef>
                  <a:spcPct val="20000"/>
                </a:spcBef>
                <a:buClr>
                  <a:schemeClr val="bg2"/>
                </a:buClr>
                <a:buSzPct val="75000"/>
                <a:buFont typeface="Wingdings" panose="05000000000000000000" pitchFamily="2" charset="2"/>
                <a:defRPr sz="28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2pPr>
              <a:lvl3pPr marL="1143000" indent="-228600">
                <a:lnSpc>
                  <a:spcPct val="90000"/>
                </a:lnSpc>
                <a:spcBef>
                  <a:spcPct val="20000"/>
                </a:spcBef>
                <a:buClr>
                  <a:schemeClr val="bg2"/>
                </a:buClr>
                <a:buSzPct val="75000"/>
                <a:buFont typeface="Wingdings" panose="05000000000000000000" pitchFamily="2" charset="2"/>
                <a:defRPr sz="28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3pPr>
              <a:lvl4pPr marL="1600200" indent="-228600">
                <a:lnSpc>
                  <a:spcPct val="90000"/>
                </a:lnSpc>
                <a:spcBef>
                  <a:spcPct val="20000"/>
                </a:spcBef>
                <a:buClr>
                  <a:schemeClr val="bg2"/>
                </a:buClr>
                <a:buSzPct val="75000"/>
                <a:buFont typeface="Wingdings" panose="05000000000000000000" pitchFamily="2" charset="2"/>
                <a:defRPr sz="28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4pPr>
              <a:lvl5pPr marL="2057400" indent="-228600">
                <a:lnSpc>
                  <a:spcPct val="90000"/>
                </a:lnSpc>
                <a:spcBef>
                  <a:spcPct val="20000"/>
                </a:spcBef>
                <a:buClr>
                  <a:schemeClr val="bg2"/>
                </a:buClr>
                <a:buSzPct val="75000"/>
                <a:buFont typeface="Wingdings" panose="05000000000000000000" pitchFamily="2" charset="2"/>
                <a:defRPr sz="28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5pPr>
              <a:lvl6pPr marL="2514600" indent="-228600" eaLnBrk="0" fontAlgn="base" hangingPunct="0">
                <a:lnSpc>
                  <a:spcPct val="90000"/>
                </a:lnSpc>
                <a:spcBef>
                  <a:spcPct val="20000"/>
                </a:spcBef>
                <a:spcAft>
                  <a:spcPct val="0"/>
                </a:spcAft>
                <a:buClr>
                  <a:schemeClr val="bg2"/>
                </a:buClr>
                <a:buSzPct val="75000"/>
                <a:buFont typeface="Wingdings" panose="05000000000000000000" pitchFamily="2" charset="2"/>
                <a:defRPr sz="28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6pPr>
              <a:lvl7pPr marL="2971800" indent="-228600" eaLnBrk="0" fontAlgn="base" hangingPunct="0">
                <a:lnSpc>
                  <a:spcPct val="90000"/>
                </a:lnSpc>
                <a:spcBef>
                  <a:spcPct val="20000"/>
                </a:spcBef>
                <a:spcAft>
                  <a:spcPct val="0"/>
                </a:spcAft>
                <a:buClr>
                  <a:schemeClr val="bg2"/>
                </a:buClr>
                <a:buSzPct val="75000"/>
                <a:buFont typeface="Wingdings" panose="05000000000000000000" pitchFamily="2" charset="2"/>
                <a:defRPr sz="28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7pPr>
              <a:lvl8pPr marL="3429000" indent="-228600" eaLnBrk="0" fontAlgn="base" hangingPunct="0">
                <a:lnSpc>
                  <a:spcPct val="90000"/>
                </a:lnSpc>
                <a:spcBef>
                  <a:spcPct val="20000"/>
                </a:spcBef>
                <a:spcAft>
                  <a:spcPct val="0"/>
                </a:spcAft>
                <a:buClr>
                  <a:schemeClr val="bg2"/>
                </a:buClr>
                <a:buSzPct val="75000"/>
                <a:buFont typeface="Wingdings" panose="05000000000000000000" pitchFamily="2" charset="2"/>
                <a:defRPr sz="28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8pPr>
              <a:lvl9pPr marL="3886200" indent="-228600" eaLnBrk="0" fontAlgn="base" hangingPunct="0">
                <a:lnSpc>
                  <a:spcPct val="90000"/>
                </a:lnSpc>
                <a:spcBef>
                  <a:spcPct val="20000"/>
                </a:spcBef>
                <a:spcAft>
                  <a:spcPct val="0"/>
                </a:spcAft>
                <a:buClr>
                  <a:schemeClr val="bg2"/>
                </a:buClr>
                <a:buSzPct val="75000"/>
                <a:buFont typeface="Wingdings" panose="05000000000000000000" pitchFamily="2" charset="2"/>
                <a:defRPr sz="28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9pPr>
            </a:lstStyle>
            <a:p>
              <a:pPr eaLnBrk="1" hangingPunct="1">
                <a:lnSpc>
                  <a:spcPct val="100000"/>
                </a:lnSpc>
                <a:spcBef>
                  <a:spcPct val="0"/>
                </a:spcBef>
                <a:buClrTx/>
                <a:buSzTx/>
                <a:buFontTx/>
                <a:buNone/>
                <a:defRPr/>
              </a:pPr>
              <a:endParaRPr lang="en-US" altLang="ru-RU" sz="2400">
                <a:latin typeface="Times New Roman" panose="02020603050405020304" pitchFamily="18" charset="0"/>
              </a:endParaRPr>
            </a:p>
          </p:txBody>
        </p:sp>
        <p:sp>
          <p:nvSpPr>
            <p:cNvPr id="1039" name="Rectangle 12">
              <a:extLst>
                <a:ext uri="{FF2B5EF4-FFF2-40B4-BE49-F238E27FC236}">
                  <a16:creationId xmlns:a16="http://schemas.microsoft.com/office/drawing/2014/main" id="{A31B960E-1323-4E57-B3B0-6558B3C0BEB5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258" y="171"/>
              <a:ext cx="87" cy="87"/>
            </a:xfrm>
            <a:prstGeom prst="rect">
              <a:avLst/>
            </a:prstGeom>
            <a:solidFill>
              <a:schemeClr val="accent2"/>
            </a:solidFill>
            <a:ln>
              <a:noFill/>
            </a:ln>
          </p:spPr>
          <p:txBody>
            <a:bodyPr/>
            <a:lstStyle>
              <a:lvl1pPr>
                <a:lnSpc>
                  <a:spcPct val="90000"/>
                </a:lnSpc>
                <a:spcBef>
                  <a:spcPct val="20000"/>
                </a:spcBef>
                <a:buClr>
                  <a:schemeClr val="bg2"/>
                </a:buClr>
                <a:buSzPct val="75000"/>
                <a:buFont typeface="Wingdings" panose="05000000000000000000" pitchFamily="2" charset="2"/>
                <a:defRPr sz="28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1pPr>
              <a:lvl2pPr marL="742950" indent="-285750">
                <a:lnSpc>
                  <a:spcPct val="90000"/>
                </a:lnSpc>
                <a:spcBef>
                  <a:spcPct val="20000"/>
                </a:spcBef>
                <a:buClr>
                  <a:schemeClr val="bg2"/>
                </a:buClr>
                <a:buSzPct val="75000"/>
                <a:buFont typeface="Wingdings" panose="05000000000000000000" pitchFamily="2" charset="2"/>
                <a:defRPr sz="28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2pPr>
              <a:lvl3pPr marL="1143000" indent="-228600">
                <a:lnSpc>
                  <a:spcPct val="90000"/>
                </a:lnSpc>
                <a:spcBef>
                  <a:spcPct val="20000"/>
                </a:spcBef>
                <a:buClr>
                  <a:schemeClr val="bg2"/>
                </a:buClr>
                <a:buSzPct val="75000"/>
                <a:buFont typeface="Wingdings" panose="05000000000000000000" pitchFamily="2" charset="2"/>
                <a:defRPr sz="28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3pPr>
              <a:lvl4pPr marL="1600200" indent="-228600">
                <a:lnSpc>
                  <a:spcPct val="90000"/>
                </a:lnSpc>
                <a:spcBef>
                  <a:spcPct val="20000"/>
                </a:spcBef>
                <a:buClr>
                  <a:schemeClr val="bg2"/>
                </a:buClr>
                <a:buSzPct val="75000"/>
                <a:buFont typeface="Wingdings" panose="05000000000000000000" pitchFamily="2" charset="2"/>
                <a:defRPr sz="28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4pPr>
              <a:lvl5pPr marL="2057400" indent="-228600">
                <a:lnSpc>
                  <a:spcPct val="90000"/>
                </a:lnSpc>
                <a:spcBef>
                  <a:spcPct val="20000"/>
                </a:spcBef>
                <a:buClr>
                  <a:schemeClr val="bg2"/>
                </a:buClr>
                <a:buSzPct val="75000"/>
                <a:buFont typeface="Wingdings" panose="05000000000000000000" pitchFamily="2" charset="2"/>
                <a:defRPr sz="28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5pPr>
              <a:lvl6pPr marL="2514600" indent="-228600" eaLnBrk="0" fontAlgn="base" hangingPunct="0">
                <a:lnSpc>
                  <a:spcPct val="90000"/>
                </a:lnSpc>
                <a:spcBef>
                  <a:spcPct val="20000"/>
                </a:spcBef>
                <a:spcAft>
                  <a:spcPct val="0"/>
                </a:spcAft>
                <a:buClr>
                  <a:schemeClr val="bg2"/>
                </a:buClr>
                <a:buSzPct val="75000"/>
                <a:buFont typeface="Wingdings" panose="05000000000000000000" pitchFamily="2" charset="2"/>
                <a:defRPr sz="28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6pPr>
              <a:lvl7pPr marL="2971800" indent="-228600" eaLnBrk="0" fontAlgn="base" hangingPunct="0">
                <a:lnSpc>
                  <a:spcPct val="90000"/>
                </a:lnSpc>
                <a:spcBef>
                  <a:spcPct val="20000"/>
                </a:spcBef>
                <a:spcAft>
                  <a:spcPct val="0"/>
                </a:spcAft>
                <a:buClr>
                  <a:schemeClr val="bg2"/>
                </a:buClr>
                <a:buSzPct val="75000"/>
                <a:buFont typeface="Wingdings" panose="05000000000000000000" pitchFamily="2" charset="2"/>
                <a:defRPr sz="28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7pPr>
              <a:lvl8pPr marL="3429000" indent="-228600" eaLnBrk="0" fontAlgn="base" hangingPunct="0">
                <a:lnSpc>
                  <a:spcPct val="90000"/>
                </a:lnSpc>
                <a:spcBef>
                  <a:spcPct val="20000"/>
                </a:spcBef>
                <a:spcAft>
                  <a:spcPct val="0"/>
                </a:spcAft>
                <a:buClr>
                  <a:schemeClr val="bg2"/>
                </a:buClr>
                <a:buSzPct val="75000"/>
                <a:buFont typeface="Wingdings" panose="05000000000000000000" pitchFamily="2" charset="2"/>
                <a:defRPr sz="28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8pPr>
              <a:lvl9pPr marL="3886200" indent="-228600" eaLnBrk="0" fontAlgn="base" hangingPunct="0">
                <a:lnSpc>
                  <a:spcPct val="90000"/>
                </a:lnSpc>
                <a:spcBef>
                  <a:spcPct val="20000"/>
                </a:spcBef>
                <a:spcAft>
                  <a:spcPct val="0"/>
                </a:spcAft>
                <a:buClr>
                  <a:schemeClr val="bg2"/>
                </a:buClr>
                <a:buSzPct val="75000"/>
                <a:buFont typeface="Wingdings" panose="05000000000000000000" pitchFamily="2" charset="2"/>
                <a:defRPr sz="28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9pPr>
            </a:lstStyle>
            <a:p>
              <a:pPr eaLnBrk="1" hangingPunct="1">
                <a:lnSpc>
                  <a:spcPct val="100000"/>
                </a:lnSpc>
                <a:spcBef>
                  <a:spcPct val="0"/>
                </a:spcBef>
                <a:buClrTx/>
                <a:buSzTx/>
                <a:buFontTx/>
                <a:buNone/>
                <a:defRPr/>
              </a:pPr>
              <a:endParaRPr lang="en-US" altLang="ru-RU" sz="1800">
                <a:solidFill>
                  <a:schemeClr val="accent2"/>
                </a:solidFill>
              </a:endParaRPr>
            </a:p>
          </p:txBody>
        </p:sp>
        <p:sp>
          <p:nvSpPr>
            <p:cNvPr id="1040" name="Rectangle 13">
              <a:extLst>
                <a:ext uri="{FF2B5EF4-FFF2-40B4-BE49-F238E27FC236}">
                  <a16:creationId xmlns:a16="http://schemas.microsoft.com/office/drawing/2014/main" id="{F951E28D-7C9F-4693-A91C-1552E893C30B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73" y="258"/>
              <a:ext cx="86" cy="86"/>
            </a:xfrm>
            <a:prstGeom prst="rect">
              <a:avLst/>
            </a:prstGeom>
            <a:solidFill>
              <a:schemeClr val="accent2"/>
            </a:solidFill>
            <a:ln>
              <a:noFill/>
            </a:ln>
          </p:spPr>
          <p:txBody>
            <a:bodyPr/>
            <a:lstStyle>
              <a:lvl1pPr>
                <a:lnSpc>
                  <a:spcPct val="90000"/>
                </a:lnSpc>
                <a:spcBef>
                  <a:spcPct val="20000"/>
                </a:spcBef>
                <a:buClr>
                  <a:schemeClr val="bg2"/>
                </a:buClr>
                <a:buSzPct val="75000"/>
                <a:buFont typeface="Wingdings" panose="05000000000000000000" pitchFamily="2" charset="2"/>
                <a:defRPr sz="28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1pPr>
              <a:lvl2pPr marL="742950" indent="-285750">
                <a:lnSpc>
                  <a:spcPct val="90000"/>
                </a:lnSpc>
                <a:spcBef>
                  <a:spcPct val="20000"/>
                </a:spcBef>
                <a:buClr>
                  <a:schemeClr val="bg2"/>
                </a:buClr>
                <a:buSzPct val="75000"/>
                <a:buFont typeface="Wingdings" panose="05000000000000000000" pitchFamily="2" charset="2"/>
                <a:defRPr sz="28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2pPr>
              <a:lvl3pPr marL="1143000" indent="-228600">
                <a:lnSpc>
                  <a:spcPct val="90000"/>
                </a:lnSpc>
                <a:spcBef>
                  <a:spcPct val="20000"/>
                </a:spcBef>
                <a:buClr>
                  <a:schemeClr val="bg2"/>
                </a:buClr>
                <a:buSzPct val="75000"/>
                <a:buFont typeface="Wingdings" panose="05000000000000000000" pitchFamily="2" charset="2"/>
                <a:defRPr sz="28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3pPr>
              <a:lvl4pPr marL="1600200" indent="-228600">
                <a:lnSpc>
                  <a:spcPct val="90000"/>
                </a:lnSpc>
                <a:spcBef>
                  <a:spcPct val="20000"/>
                </a:spcBef>
                <a:buClr>
                  <a:schemeClr val="bg2"/>
                </a:buClr>
                <a:buSzPct val="75000"/>
                <a:buFont typeface="Wingdings" panose="05000000000000000000" pitchFamily="2" charset="2"/>
                <a:defRPr sz="28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4pPr>
              <a:lvl5pPr marL="2057400" indent="-228600">
                <a:lnSpc>
                  <a:spcPct val="90000"/>
                </a:lnSpc>
                <a:spcBef>
                  <a:spcPct val="20000"/>
                </a:spcBef>
                <a:buClr>
                  <a:schemeClr val="bg2"/>
                </a:buClr>
                <a:buSzPct val="75000"/>
                <a:buFont typeface="Wingdings" panose="05000000000000000000" pitchFamily="2" charset="2"/>
                <a:defRPr sz="28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5pPr>
              <a:lvl6pPr marL="2514600" indent="-228600" eaLnBrk="0" fontAlgn="base" hangingPunct="0">
                <a:lnSpc>
                  <a:spcPct val="90000"/>
                </a:lnSpc>
                <a:spcBef>
                  <a:spcPct val="20000"/>
                </a:spcBef>
                <a:spcAft>
                  <a:spcPct val="0"/>
                </a:spcAft>
                <a:buClr>
                  <a:schemeClr val="bg2"/>
                </a:buClr>
                <a:buSzPct val="75000"/>
                <a:buFont typeface="Wingdings" panose="05000000000000000000" pitchFamily="2" charset="2"/>
                <a:defRPr sz="28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6pPr>
              <a:lvl7pPr marL="2971800" indent="-228600" eaLnBrk="0" fontAlgn="base" hangingPunct="0">
                <a:lnSpc>
                  <a:spcPct val="90000"/>
                </a:lnSpc>
                <a:spcBef>
                  <a:spcPct val="20000"/>
                </a:spcBef>
                <a:spcAft>
                  <a:spcPct val="0"/>
                </a:spcAft>
                <a:buClr>
                  <a:schemeClr val="bg2"/>
                </a:buClr>
                <a:buSzPct val="75000"/>
                <a:buFont typeface="Wingdings" panose="05000000000000000000" pitchFamily="2" charset="2"/>
                <a:defRPr sz="28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7pPr>
              <a:lvl8pPr marL="3429000" indent="-228600" eaLnBrk="0" fontAlgn="base" hangingPunct="0">
                <a:lnSpc>
                  <a:spcPct val="90000"/>
                </a:lnSpc>
                <a:spcBef>
                  <a:spcPct val="20000"/>
                </a:spcBef>
                <a:spcAft>
                  <a:spcPct val="0"/>
                </a:spcAft>
                <a:buClr>
                  <a:schemeClr val="bg2"/>
                </a:buClr>
                <a:buSzPct val="75000"/>
                <a:buFont typeface="Wingdings" panose="05000000000000000000" pitchFamily="2" charset="2"/>
                <a:defRPr sz="28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8pPr>
              <a:lvl9pPr marL="3886200" indent="-228600" eaLnBrk="0" fontAlgn="base" hangingPunct="0">
                <a:lnSpc>
                  <a:spcPct val="90000"/>
                </a:lnSpc>
                <a:spcBef>
                  <a:spcPct val="20000"/>
                </a:spcBef>
                <a:spcAft>
                  <a:spcPct val="0"/>
                </a:spcAft>
                <a:buClr>
                  <a:schemeClr val="bg2"/>
                </a:buClr>
                <a:buSzPct val="75000"/>
                <a:buFont typeface="Wingdings" panose="05000000000000000000" pitchFamily="2" charset="2"/>
                <a:defRPr sz="28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9pPr>
            </a:lstStyle>
            <a:p>
              <a:pPr eaLnBrk="1" hangingPunct="1">
                <a:lnSpc>
                  <a:spcPct val="100000"/>
                </a:lnSpc>
                <a:spcBef>
                  <a:spcPct val="0"/>
                </a:spcBef>
                <a:buClrTx/>
                <a:buSzTx/>
                <a:buFontTx/>
                <a:buNone/>
                <a:defRPr/>
              </a:pPr>
              <a:endParaRPr lang="en-US" altLang="ru-RU" sz="1800">
                <a:solidFill>
                  <a:schemeClr val="accent2"/>
                </a:solidFill>
              </a:endParaRPr>
            </a:p>
          </p:txBody>
        </p:sp>
      </p:grpSp>
      <p:sp>
        <p:nvSpPr>
          <p:cNvPr id="1029" name="Rectangle 14">
            <a:extLst>
              <a:ext uri="{FF2B5EF4-FFF2-40B4-BE49-F238E27FC236}">
                <a16:creationId xmlns:a16="http://schemas.microsoft.com/office/drawing/2014/main" id="{A0DA7323-4D2B-4186-9722-19E1E58FA61A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 bwMode="auto">
          <a:xfrm>
            <a:off x="457200" y="457200"/>
            <a:ext cx="8229600" cy="13716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/>
          <a:p>
            <a:pPr lvl="0"/>
            <a:r>
              <a:rPr lang="ru-RU" altLang="ru-RU"/>
              <a:t>Образец заголовка</a:t>
            </a:r>
          </a:p>
        </p:txBody>
      </p:sp>
      <p:sp>
        <p:nvSpPr>
          <p:cNvPr id="1030" name="Rectangle 15">
            <a:extLst>
              <a:ext uri="{FF2B5EF4-FFF2-40B4-BE49-F238E27FC236}">
                <a16:creationId xmlns:a16="http://schemas.microsoft.com/office/drawing/2014/main" id="{1812DABD-03C9-4481-869F-72BF8CA75C43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 bwMode="auto">
          <a:xfrm>
            <a:off x="457200" y="1981200"/>
            <a:ext cx="8229600" cy="3886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ru-RU" altLang="ru-RU"/>
              <a:t>Образец текста</a:t>
            </a:r>
          </a:p>
          <a:p>
            <a:pPr lvl="1"/>
            <a:r>
              <a:rPr lang="ru-RU" altLang="ru-RU"/>
              <a:t>Второй уровень</a:t>
            </a:r>
          </a:p>
          <a:p>
            <a:pPr lvl="2"/>
            <a:r>
              <a:rPr lang="ru-RU" altLang="ru-RU"/>
              <a:t>Третий уровень</a:t>
            </a:r>
          </a:p>
          <a:p>
            <a:pPr lvl="3"/>
            <a:r>
              <a:rPr lang="ru-RU" altLang="ru-RU"/>
              <a:t>Четвертый уровень</a:t>
            </a:r>
          </a:p>
          <a:p>
            <a:pPr lvl="4"/>
            <a:r>
              <a:rPr lang="ru-RU" altLang="ru-RU"/>
              <a:t>Пятый уровень</a:t>
            </a:r>
          </a:p>
        </p:txBody>
      </p:sp>
      <p:sp>
        <p:nvSpPr>
          <p:cNvPr id="4112" name="Rectangle 16">
            <a:extLst>
              <a:ext uri="{FF2B5EF4-FFF2-40B4-BE49-F238E27FC236}">
                <a16:creationId xmlns:a16="http://schemas.microsoft.com/office/drawing/2014/main" id="{3F05D3D8-81CC-4E4B-B4F2-B2F01CE1D3A1}"/>
              </a:ext>
            </a:extLst>
          </p:cNvPr>
          <p:cNvSpPr>
            <a:spLocks noGrp="1" noChangeArrowheads="1"/>
          </p:cNvSpPr>
          <p:nvPr>
            <p:ph type="dt" sz="half" idx="2"/>
          </p:nvPr>
        </p:nvSpPr>
        <p:spPr bwMode="auto">
          <a:xfrm>
            <a:off x="457200" y="6245225"/>
            <a:ext cx="2133600" cy="476250"/>
          </a:xfrm>
          <a:prstGeom prst="rect">
            <a:avLst/>
          </a:prstGeom>
          <a:noFill/>
          <a:ln>
            <a:noFill/>
          </a:ln>
          <a:effectLst/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</a:bodyPr>
          <a:lstStyle>
            <a:lvl1pPr eaLnBrk="1" hangingPunct="1">
              <a:lnSpc>
                <a:spcPct val="100000"/>
              </a:lnSpc>
              <a:spcBef>
                <a:spcPct val="0"/>
              </a:spcBef>
              <a:buClrTx/>
              <a:buSzTx/>
              <a:buFontTx/>
              <a:buNone/>
              <a:defRPr sz="1200">
                <a:latin typeface="Arial" charset="0"/>
                <a:cs typeface="Arial" charset="0"/>
              </a:defRPr>
            </a:lvl1pPr>
          </a:lstStyle>
          <a:p>
            <a:pPr>
              <a:defRPr/>
            </a:pPr>
            <a:endParaRPr lang="ru-RU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934" r:id="rId1"/>
    <p:sldLayoutId id="2147483923" r:id="rId2"/>
    <p:sldLayoutId id="2147483924" r:id="rId3"/>
    <p:sldLayoutId id="2147483925" r:id="rId4"/>
    <p:sldLayoutId id="2147483926" r:id="rId5"/>
    <p:sldLayoutId id="2147483927" r:id="rId6"/>
    <p:sldLayoutId id="2147483928" r:id="rId7"/>
    <p:sldLayoutId id="2147483929" r:id="rId8"/>
    <p:sldLayoutId id="2147483930" r:id="rId9"/>
    <p:sldLayoutId id="2147483931" r:id="rId10"/>
    <p:sldLayoutId id="2147483932" r:id="rId11"/>
    <p:sldLayoutId id="2147483933" r:id="rId12"/>
  </p:sldLayoutIdLst>
  <p:hf hdr="0" ftr="0" dt="0"/>
  <p:txStyles>
    <p:titleStyle>
      <a:lvl1pPr algn="l" rtl="0" eaLnBrk="0" fontAlgn="base" hangingPunct="0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+mj-lt"/>
          <a:ea typeface="+mj-ea"/>
          <a:cs typeface="+mj-cs"/>
        </a:defRPr>
      </a:lvl1pPr>
      <a:lvl2pPr algn="l" rtl="0" eaLnBrk="0" fontAlgn="base" hangingPunct="0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Arial" charset="0"/>
          <a:cs typeface="Arial" charset="0"/>
        </a:defRPr>
      </a:lvl2pPr>
      <a:lvl3pPr algn="l" rtl="0" eaLnBrk="0" fontAlgn="base" hangingPunct="0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Arial" charset="0"/>
          <a:cs typeface="Arial" charset="0"/>
        </a:defRPr>
      </a:lvl3pPr>
      <a:lvl4pPr algn="l" rtl="0" eaLnBrk="0" fontAlgn="base" hangingPunct="0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Arial" charset="0"/>
          <a:cs typeface="Arial" charset="0"/>
        </a:defRPr>
      </a:lvl4pPr>
      <a:lvl5pPr algn="l" rtl="0" eaLnBrk="0" fontAlgn="base" hangingPunct="0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Arial" charset="0"/>
          <a:cs typeface="Arial" charset="0"/>
        </a:defRPr>
      </a:lvl5pPr>
      <a:lvl6pPr marL="457200" algn="l" rtl="0" fontAlgn="base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Arial" charset="0"/>
          <a:cs typeface="Arial" charset="0"/>
        </a:defRPr>
      </a:lvl6pPr>
      <a:lvl7pPr marL="914400" algn="l" rtl="0" fontAlgn="base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Arial" charset="0"/>
          <a:cs typeface="Arial" charset="0"/>
        </a:defRPr>
      </a:lvl7pPr>
      <a:lvl8pPr marL="1371600" algn="l" rtl="0" fontAlgn="base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Arial" charset="0"/>
          <a:cs typeface="Arial" charset="0"/>
        </a:defRPr>
      </a:lvl8pPr>
      <a:lvl9pPr marL="1828800" algn="l" rtl="0" fontAlgn="base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Arial" charset="0"/>
          <a:cs typeface="Arial" charset="0"/>
        </a:defRPr>
      </a:lvl9pPr>
    </p:titleStyle>
    <p:bodyStyle>
      <a:lvl1pPr marL="342900" indent="-342900" algn="l" rtl="0" eaLnBrk="0" fontAlgn="base" hangingPunct="0">
        <a:spcBef>
          <a:spcPct val="20000"/>
        </a:spcBef>
        <a:spcAft>
          <a:spcPct val="0"/>
        </a:spcAft>
        <a:buClr>
          <a:schemeClr val="bg2"/>
        </a:buClr>
        <a:buSzPct val="75000"/>
        <a:buFont typeface="Wingdings" panose="05000000000000000000" pitchFamily="2" charset="2"/>
        <a:buChar char="n"/>
        <a:defRPr sz="3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rtl="0" eaLnBrk="0" fontAlgn="base" hangingPunct="0">
        <a:spcBef>
          <a:spcPct val="20000"/>
        </a:spcBef>
        <a:spcAft>
          <a:spcPct val="0"/>
        </a:spcAft>
        <a:buClr>
          <a:schemeClr val="accent2"/>
        </a:buClr>
        <a:buSzPct val="80000"/>
        <a:buFont typeface="Wingdings" panose="05000000000000000000" pitchFamily="2" charset="2"/>
        <a:buChar char="¨"/>
        <a:defRPr sz="2800">
          <a:solidFill>
            <a:schemeClr val="tx1"/>
          </a:solidFill>
          <a:latin typeface="+mn-lt"/>
          <a:cs typeface="+mn-cs"/>
        </a:defRPr>
      </a:lvl2pPr>
      <a:lvl3pPr marL="1143000" indent="-228600" algn="l" rtl="0" eaLnBrk="0" fontAlgn="base" hangingPunct="0">
        <a:spcBef>
          <a:spcPct val="20000"/>
        </a:spcBef>
        <a:spcAft>
          <a:spcPct val="0"/>
        </a:spcAft>
        <a:buClr>
          <a:schemeClr val="bg2"/>
        </a:buClr>
        <a:buSzPct val="65000"/>
        <a:buFont typeface="Wingdings" panose="05000000000000000000" pitchFamily="2" charset="2"/>
        <a:buChar char="n"/>
        <a:defRPr sz="2400">
          <a:solidFill>
            <a:schemeClr val="tx1"/>
          </a:solidFill>
          <a:latin typeface="+mn-lt"/>
          <a:cs typeface="+mn-cs"/>
        </a:defRPr>
      </a:lvl3pPr>
      <a:lvl4pPr marL="1600200" indent="-228600" algn="l" rtl="0" eaLnBrk="0" fontAlgn="base" hangingPunct="0">
        <a:spcBef>
          <a:spcPct val="20000"/>
        </a:spcBef>
        <a:spcAft>
          <a:spcPct val="0"/>
        </a:spcAft>
        <a:buClr>
          <a:schemeClr val="accent2"/>
        </a:buClr>
        <a:buSzPct val="70000"/>
        <a:buFont typeface="Wingdings" panose="05000000000000000000" pitchFamily="2" charset="2"/>
        <a:buChar char="¨"/>
        <a:defRPr sz="2000">
          <a:solidFill>
            <a:schemeClr val="tx1"/>
          </a:solidFill>
          <a:latin typeface="+mn-lt"/>
          <a:cs typeface="+mn-cs"/>
        </a:defRPr>
      </a:lvl4pPr>
      <a:lvl5pPr marL="2057400" indent="-228600" algn="l" rtl="0" eaLnBrk="0" fontAlgn="base" hangingPunct="0">
        <a:spcBef>
          <a:spcPct val="20000"/>
        </a:spcBef>
        <a:spcAft>
          <a:spcPct val="0"/>
        </a:spcAft>
        <a:buClr>
          <a:schemeClr val="bg2"/>
        </a:buClr>
        <a:buFont typeface="Wingdings" panose="05000000000000000000" pitchFamily="2" charset="2"/>
        <a:buChar char="§"/>
        <a:defRPr sz="2000">
          <a:solidFill>
            <a:schemeClr val="tx1"/>
          </a:solidFill>
          <a:latin typeface="+mn-lt"/>
          <a:cs typeface="+mn-cs"/>
        </a:defRPr>
      </a:lvl5pPr>
      <a:lvl6pPr marL="2514600" indent="-228600" algn="l" rtl="0" fontAlgn="base">
        <a:spcBef>
          <a:spcPct val="20000"/>
        </a:spcBef>
        <a:spcAft>
          <a:spcPct val="0"/>
        </a:spcAft>
        <a:buClr>
          <a:schemeClr val="bg2"/>
        </a:buClr>
        <a:buFont typeface="Wingdings" pitchFamily="2" charset="2"/>
        <a:buChar char="§"/>
        <a:defRPr sz="2000">
          <a:solidFill>
            <a:schemeClr val="tx1"/>
          </a:solidFill>
          <a:latin typeface="+mn-lt"/>
          <a:cs typeface="+mn-cs"/>
        </a:defRPr>
      </a:lvl6pPr>
      <a:lvl7pPr marL="2971800" indent="-228600" algn="l" rtl="0" fontAlgn="base">
        <a:spcBef>
          <a:spcPct val="20000"/>
        </a:spcBef>
        <a:spcAft>
          <a:spcPct val="0"/>
        </a:spcAft>
        <a:buClr>
          <a:schemeClr val="bg2"/>
        </a:buClr>
        <a:buFont typeface="Wingdings" pitchFamily="2" charset="2"/>
        <a:buChar char="§"/>
        <a:defRPr sz="2000">
          <a:solidFill>
            <a:schemeClr val="tx1"/>
          </a:solidFill>
          <a:latin typeface="+mn-lt"/>
          <a:cs typeface="+mn-cs"/>
        </a:defRPr>
      </a:lvl7pPr>
      <a:lvl8pPr marL="3429000" indent="-228600" algn="l" rtl="0" fontAlgn="base">
        <a:spcBef>
          <a:spcPct val="20000"/>
        </a:spcBef>
        <a:spcAft>
          <a:spcPct val="0"/>
        </a:spcAft>
        <a:buClr>
          <a:schemeClr val="bg2"/>
        </a:buClr>
        <a:buFont typeface="Wingdings" pitchFamily="2" charset="2"/>
        <a:buChar char="§"/>
        <a:defRPr sz="2000">
          <a:solidFill>
            <a:schemeClr val="tx1"/>
          </a:solidFill>
          <a:latin typeface="+mn-lt"/>
          <a:cs typeface="+mn-cs"/>
        </a:defRPr>
      </a:lvl8pPr>
      <a:lvl9pPr marL="3886200" indent="-228600" algn="l" rtl="0" fontAlgn="base">
        <a:spcBef>
          <a:spcPct val="20000"/>
        </a:spcBef>
        <a:spcAft>
          <a:spcPct val="0"/>
        </a:spcAft>
        <a:buClr>
          <a:schemeClr val="bg2"/>
        </a:buClr>
        <a:buFont typeface="Wingdings" pitchFamily="2" charset="2"/>
        <a:buChar char="§"/>
        <a:defRPr sz="2000">
          <a:solidFill>
            <a:schemeClr val="tx1"/>
          </a:solidFill>
          <a:latin typeface="+mn-lt"/>
          <a:cs typeface="+mn-cs"/>
        </a:defRPr>
      </a:lvl9pPr>
    </p:bodyStyle>
    <p:otherStyle>
      <a:defPPr>
        <a:defRPr lang="ru-RU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hyperlink" Target="https://zametkinapolyah.ru/zametki-o-mysql/chast-3-2-vidy-svyazej-mezhdu-tablicami-v-baze-dannyx-svyazi-v-relyacionnyx-bazax-dannyx-otnosheniya-kortezhi-atributy.html" TargetMode="External"/><Relationship Id="rId2" Type="http://schemas.openxmlformats.org/officeDocument/2006/relationships/hyperlink" Target="https://zametkinapolyah.ru/zametki-o-mysql/chast-5-sql-zaprosy-klyuchevye-slova-komandy-predlozheniya-i-sintaksis-yazyka-sql.html" TargetMode="External"/><Relationship Id="rId1" Type="http://schemas.openxmlformats.org/officeDocument/2006/relationships/slideLayout" Target="../slideLayouts/slideLayout2.xml"/><Relationship Id="rId6" Type="http://schemas.openxmlformats.org/officeDocument/2006/relationships/hyperlink" Target="https://zametkinapolyah.ru/zametki-o-mysql/chast-11-5-kaskadnaya-modifikacii-dannyx-v-bazax-dannyx-sqlite3.html" TargetMode="External"/><Relationship Id="rId5" Type="http://schemas.openxmlformats.org/officeDocument/2006/relationships/hyperlink" Target="https://zametkinapolyah.ru/zametki-o-mysql/chast-11-4-vneshnie-klyuchi-v-bazax-dannyx-sqlite-foreign-key-v-sqlite3.html" TargetMode="External"/><Relationship Id="rId4" Type="http://schemas.openxmlformats.org/officeDocument/2006/relationships/hyperlink" Target="https://zametkinapolyah.ru/zametki-o-mysql/chast-11-6-kaskadnoe-udaleniya-dannyx-v-bazax-dannyx-sqlite.html" TargetMode="Externa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1.xml.rels><?xml version="1.0" encoding="UTF-8" standalone="yes"?>
<Relationships xmlns="http://schemas.openxmlformats.org/package/2006/relationships"><Relationship Id="rId2" Type="http://schemas.openxmlformats.org/officeDocument/2006/relationships/hyperlink" Target="http://www.iselfschooling.com/Free_Oracle_Training/04_Advanced/03_Articles_3/03_Articles_2/lesson08.html" TargetMode="External"/><Relationship Id="rId1" Type="http://schemas.openxmlformats.org/officeDocument/2006/relationships/slideLayout" Target="../slideLayouts/slideLayout2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98" name="Rectangle 2">
            <a:extLst>
              <a:ext uri="{FF2B5EF4-FFF2-40B4-BE49-F238E27FC236}">
                <a16:creationId xmlns:a16="http://schemas.microsoft.com/office/drawing/2014/main" id="{2C55611E-EAD7-45BF-B802-12B3C79430D0}"/>
              </a:ext>
            </a:extLst>
          </p:cNvPr>
          <p:cNvSpPr>
            <a:spLocks noGrp="1" noChangeArrowheads="1"/>
          </p:cNvSpPr>
          <p:nvPr>
            <p:ph type="ctrTitle"/>
          </p:nvPr>
        </p:nvSpPr>
        <p:spPr>
          <a:xfrm>
            <a:off x="684213" y="1773238"/>
            <a:ext cx="8162925" cy="2392362"/>
          </a:xfrm>
        </p:spPr>
        <p:txBody>
          <a:bodyPr/>
          <a:lstStyle/>
          <a:p>
            <a:pPr algn="ctr" eaLnBrk="1" hangingPunct="1"/>
            <a:r>
              <a:rPr lang="ru-RU" altLang="ru-RU"/>
              <a:t>Ограничения целостности</a:t>
            </a:r>
            <a:r>
              <a:rPr lang="en-US" altLang="ru-RU"/>
              <a:t/>
            </a:r>
            <a:br>
              <a:rPr lang="en-US" altLang="ru-RU"/>
            </a:br>
            <a:r>
              <a:rPr lang="ru-RU" altLang="ru-RU"/>
              <a:t>Триггеры</a:t>
            </a:r>
            <a:r>
              <a:rPr lang="en-US" altLang="ru-RU"/>
              <a:t/>
            </a:r>
            <a:br>
              <a:rPr lang="en-US" altLang="ru-RU"/>
            </a:br>
            <a:r>
              <a:rPr lang="ru-RU" altLang="ru-RU"/>
              <a:t>Хранимые процедуры</a:t>
            </a:r>
          </a:p>
        </p:txBody>
      </p:sp>
      <p:sp>
        <p:nvSpPr>
          <p:cNvPr id="4099" name="Rectangle 3">
            <a:extLst>
              <a:ext uri="{FF2B5EF4-FFF2-40B4-BE49-F238E27FC236}">
                <a16:creationId xmlns:a16="http://schemas.microsoft.com/office/drawing/2014/main" id="{2DDA763C-F835-4326-B940-0562C0D429C1}"/>
              </a:ext>
            </a:extLst>
          </p:cNvPr>
          <p:cNvSpPr>
            <a:spLocks noGrp="1" noChangeArrowheads="1"/>
          </p:cNvSpPr>
          <p:nvPr>
            <p:ph type="subTitle" idx="1"/>
          </p:nvPr>
        </p:nvSpPr>
        <p:spPr>
          <a:xfrm>
            <a:off x="2124075" y="4267200"/>
            <a:ext cx="6911975" cy="1106488"/>
          </a:xfrm>
        </p:spPr>
        <p:txBody>
          <a:bodyPr/>
          <a:lstStyle/>
          <a:p>
            <a:pPr eaLnBrk="1" hangingPunct="1"/>
            <a:r>
              <a:rPr lang="ru-RU" altLang="ru-RU" sz="2400"/>
              <a:t>Г. Гарсия –Молина, Дж. Ульман, Дж. Уидом, </a:t>
            </a:r>
            <a:r>
              <a:rPr lang="ru-RU" altLang="ru-RU" sz="3600"/>
              <a:t/>
            </a:r>
            <a:br>
              <a:rPr lang="ru-RU" altLang="ru-RU" sz="3600"/>
            </a:br>
            <a:r>
              <a:rPr lang="ru-RU" altLang="ru-RU" sz="3600"/>
              <a:t>Системы баз данных. Глава 7</a:t>
            </a:r>
          </a:p>
          <a:p>
            <a:pPr eaLnBrk="1" hangingPunct="1"/>
            <a:endParaRPr lang="ru-RU" altLang="ru-RU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22" name="Заголовок 1">
            <a:extLst>
              <a:ext uri="{FF2B5EF4-FFF2-40B4-BE49-F238E27FC236}">
                <a16:creationId xmlns:a16="http://schemas.microsoft.com/office/drawing/2014/main" id="{6F103180-FACB-4D70-97D3-D7E7D98C137D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358775" y="142875"/>
            <a:ext cx="8785225" cy="576263"/>
          </a:xfrm>
        </p:spPr>
        <p:txBody>
          <a:bodyPr/>
          <a:lstStyle/>
          <a:p>
            <a:pPr algn="ctr"/>
            <a:r>
              <a:rPr lang="ru-RU" altLang="ru-RU" sz="3600">
                <a:solidFill>
                  <a:schemeClr val="bg2"/>
                </a:solidFill>
              </a:rPr>
              <a:t>Ограничения целостности</a:t>
            </a:r>
          </a:p>
        </p:txBody>
      </p:sp>
      <p:sp>
        <p:nvSpPr>
          <p:cNvPr id="4099" name="Объект 2">
            <a:extLst>
              <a:ext uri="{FF2B5EF4-FFF2-40B4-BE49-F238E27FC236}">
                <a16:creationId xmlns:a16="http://schemas.microsoft.com/office/drawing/2014/main" id="{BBEED541-66C0-4DCD-8B13-C09FB3B7E145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04775" y="857250"/>
            <a:ext cx="8896350" cy="5857875"/>
          </a:xfrm>
        </p:spPr>
        <p:txBody>
          <a:bodyPr>
            <a:normAutofit fontScale="77500" lnSpcReduction="20000"/>
          </a:bodyPr>
          <a:lstStyle/>
          <a:p>
            <a:pPr>
              <a:defRPr/>
            </a:pPr>
            <a:r>
              <a:rPr lang="ru-RU" sz="2800" dirty="0"/>
              <a:t>на уровне колонки в операторе </a:t>
            </a:r>
            <a:r>
              <a:rPr lang="en-US" sz="2800" dirty="0"/>
              <a:t>CREATE TABLE:</a:t>
            </a:r>
          </a:p>
          <a:p>
            <a:pPr lvl="1">
              <a:buClr>
                <a:srgbClr val="FF0000"/>
              </a:buClr>
              <a:buFont typeface="Wingdings" panose="05000000000000000000" pitchFamily="2" charset="2"/>
              <a:buChar char="v"/>
              <a:defRPr/>
            </a:pPr>
            <a:r>
              <a:rPr lang="en-US" sz="2400" dirty="0"/>
              <a:t>PRIMARY KEY, </a:t>
            </a:r>
          </a:p>
          <a:p>
            <a:pPr lvl="1">
              <a:buClr>
                <a:srgbClr val="FF0000"/>
              </a:buClr>
              <a:buFont typeface="Wingdings" panose="05000000000000000000" pitchFamily="2" charset="2"/>
              <a:buChar char="v"/>
              <a:defRPr/>
            </a:pPr>
            <a:r>
              <a:rPr lang="en-US" sz="2400" dirty="0"/>
              <a:t>REFERENCES, </a:t>
            </a:r>
          </a:p>
          <a:p>
            <a:pPr lvl="1">
              <a:buClr>
                <a:srgbClr val="FF0000"/>
              </a:buClr>
              <a:buFont typeface="Wingdings" panose="05000000000000000000" pitchFamily="2" charset="2"/>
              <a:buChar char="v"/>
              <a:defRPr/>
            </a:pPr>
            <a:r>
              <a:rPr lang="en-US" sz="2400" dirty="0"/>
              <a:t>NOT NULL,</a:t>
            </a:r>
          </a:p>
          <a:p>
            <a:pPr lvl="1">
              <a:buClr>
                <a:srgbClr val="FF0000"/>
              </a:buClr>
              <a:buFont typeface="Wingdings" panose="05000000000000000000" pitchFamily="2" charset="2"/>
              <a:buChar char="v"/>
              <a:defRPr/>
            </a:pPr>
            <a:r>
              <a:rPr lang="en-US" sz="2400" dirty="0"/>
              <a:t>UNIQUE,</a:t>
            </a:r>
            <a:endParaRPr lang="ru-RU" sz="2400" dirty="0"/>
          </a:p>
          <a:p>
            <a:pPr lvl="1">
              <a:buClr>
                <a:srgbClr val="FF0000"/>
              </a:buClr>
              <a:buFont typeface="Wingdings" panose="05000000000000000000" pitchFamily="2" charset="2"/>
              <a:buChar char="v"/>
              <a:defRPr/>
            </a:pPr>
            <a:r>
              <a:rPr lang="en-US" sz="2400" dirty="0">
                <a:solidFill>
                  <a:schemeClr val="bg2">
                    <a:lumMod val="60000"/>
                    <a:lumOff val="40000"/>
                  </a:schemeClr>
                </a:solidFill>
              </a:rPr>
              <a:t>CHECK (…)</a:t>
            </a:r>
            <a:r>
              <a:rPr lang="ru-RU" sz="2400" dirty="0"/>
              <a:t>.</a:t>
            </a:r>
          </a:p>
          <a:p>
            <a:pPr>
              <a:defRPr/>
            </a:pPr>
            <a:r>
              <a:rPr lang="ru-RU" sz="2800" dirty="0"/>
              <a:t>на уровне таблицы в операторе </a:t>
            </a:r>
            <a:r>
              <a:rPr lang="en-US" sz="2800" dirty="0"/>
              <a:t>CREATE TABLE</a:t>
            </a:r>
          </a:p>
          <a:p>
            <a:pPr lvl="1">
              <a:buClr>
                <a:srgbClr val="FF0000"/>
              </a:buClr>
              <a:buFont typeface="Wingdings" panose="05000000000000000000" pitchFamily="2" charset="2"/>
              <a:buChar char="v"/>
              <a:defRPr/>
            </a:pPr>
            <a:r>
              <a:rPr lang="en-US" sz="2400" dirty="0"/>
              <a:t>PRIMARY KEY (…), </a:t>
            </a:r>
          </a:p>
          <a:p>
            <a:pPr lvl="1">
              <a:buClr>
                <a:srgbClr val="FF0000"/>
              </a:buClr>
              <a:buFont typeface="Wingdings" panose="05000000000000000000" pitchFamily="2" charset="2"/>
              <a:buChar char="v"/>
              <a:defRPr/>
            </a:pPr>
            <a:r>
              <a:rPr lang="en-US" sz="2400" dirty="0"/>
              <a:t>FOREIGN KEY (…), </a:t>
            </a:r>
          </a:p>
          <a:p>
            <a:pPr lvl="1">
              <a:buClr>
                <a:srgbClr val="FF0000"/>
              </a:buClr>
              <a:buFont typeface="Wingdings" panose="05000000000000000000" pitchFamily="2" charset="2"/>
              <a:buChar char="v"/>
              <a:defRPr/>
            </a:pPr>
            <a:r>
              <a:rPr lang="en-US" sz="2400" dirty="0"/>
              <a:t>UNIQUE (…),</a:t>
            </a:r>
            <a:endParaRPr lang="ru-RU" sz="2400" dirty="0"/>
          </a:p>
          <a:p>
            <a:pPr lvl="1">
              <a:buClr>
                <a:srgbClr val="FF0000"/>
              </a:buClr>
              <a:buFont typeface="Wingdings" panose="05000000000000000000" pitchFamily="2" charset="2"/>
              <a:buChar char="v"/>
              <a:defRPr/>
            </a:pPr>
            <a:r>
              <a:rPr lang="en-US" sz="2400" dirty="0">
                <a:solidFill>
                  <a:schemeClr val="bg2">
                    <a:lumMod val="60000"/>
                    <a:lumOff val="40000"/>
                  </a:schemeClr>
                </a:solidFill>
              </a:rPr>
              <a:t>CHECK (…)</a:t>
            </a:r>
            <a:r>
              <a:rPr lang="ru-RU" dirty="0"/>
              <a:t>.</a:t>
            </a:r>
          </a:p>
          <a:p>
            <a:pPr>
              <a:defRPr/>
            </a:pPr>
            <a:r>
              <a:rPr lang="ru-RU" sz="2800" dirty="0">
                <a:solidFill>
                  <a:schemeClr val="bg2"/>
                </a:solidFill>
              </a:rPr>
              <a:t>НА УРОВНЕ БАЗЫ ДАННЫХ</a:t>
            </a:r>
          </a:p>
          <a:p>
            <a:pPr lvl="1">
              <a:lnSpc>
                <a:spcPct val="150000"/>
              </a:lnSpc>
              <a:buClr>
                <a:srgbClr val="DE4110"/>
              </a:buClr>
              <a:buFont typeface="Wingdings" panose="05000000000000000000" pitchFamily="2" charset="2"/>
              <a:buChar char="Ø"/>
              <a:defRPr/>
            </a:pPr>
            <a:r>
              <a:rPr lang="en-US" sz="2400" b="1" dirty="0">
                <a:solidFill>
                  <a:schemeClr val="bg2"/>
                </a:solidFill>
              </a:rPr>
              <a:t>Assertion</a:t>
            </a:r>
            <a:r>
              <a:rPr lang="ru-RU" sz="2400" b="1" dirty="0">
                <a:solidFill>
                  <a:schemeClr val="bg2"/>
                </a:solidFill>
              </a:rPr>
              <a:t> </a:t>
            </a:r>
            <a:r>
              <a:rPr lang="ru-RU" sz="2400" dirty="0"/>
              <a:t>(ограничение общего вида, утверждения).</a:t>
            </a:r>
          </a:p>
          <a:p>
            <a:pPr lvl="1">
              <a:lnSpc>
                <a:spcPct val="150000"/>
              </a:lnSpc>
              <a:buClr>
                <a:srgbClr val="DE4110"/>
              </a:buClr>
              <a:buFont typeface="Wingdings" panose="05000000000000000000" pitchFamily="2" charset="2"/>
              <a:buChar char="Ø"/>
              <a:defRPr/>
            </a:pPr>
            <a:r>
              <a:rPr lang="en-US" sz="2400" b="1" dirty="0">
                <a:solidFill>
                  <a:schemeClr val="bg2"/>
                </a:solidFill>
              </a:rPr>
              <a:t>Trigger </a:t>
            </a:r>
            <a:r>
              <a:rPr lang="en-US" sz="2400" dirty="0">
                <a:solidFill>
                  <a:schemeClr val="bg2"/>
                </a:solidFill>
              </a:rPr>
              <a:t>–</a:t>
            </a:r>
            <a:r>
              <a:rPr lang="ru-RU" sz="2400" dirty="0"/>
              <a:t> последовательность</a:t>
            </a:r>
            <a:r>
              <a:rPr lang="en-US" sz="2400" dirty="0"/>
              <a:t> </a:t>
            </a:r>
            <a:r>
              <a:rPr lang="ru-RU" sz="2400" dirty="0"/>
              <a:t> команд, поставленная в соответствие </a:t>
            </a:r>
            <a:r>
              <a:rPr lang="ru-RU" sz="2400" i="1" dirty="0">
                <a:solidFill>
                  <a:schemeClr val="bg2"/>
                </a:solidFill>
              </a:rPr>
              <a:t>определенному событию </a:t>
            </a:r>
            <a:r>
              <a:rPr lang="ru-RU" sz="2400" dirty="0"/>
              <a:t>(операции(ям) модификации содержимого таблиц базы данных) и выполняемая в ответ на это событие.</a:t>
            </a:r>
          </a:p>
          <a:p>
            <a:pPr marL="609600" indent="-609600">
              <a:buFont typeface="Wingdings" panose="05000000000000000000" pitchFamily="2" charset="2"/>
              <a:buNone/>
              <a:defRPr/>
            </a:pPr>
            <a:endParaRPr lang="ru-RU" altLang="ru-RU" sz="2800" dirty="0"/>
          </a:p>
        </p:txBody>
      </p:sp>
      <p:sp>
        <p:nvSpPr>
          <p:cNvPr id="5124" name="Номер слайда 3">
            <a:extLst>
              <a:ext uri="{FF2B5EF4-FFF2-40B4-BE49-F238E27FC236}">
                <a16:creationId xmlns:a16="http://schemas.microsoft.com/office/drawing/2014/main" id="{5977B520-4187-4542-BD28-032FF6C5E255}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20000"/>
              </a:spcBef>
              <a:buClr>
                <a:schemeClr val="bg2"/>
              </a:buClr>
              <a:buSzPct val="75000"/>
              <a:buFont typeface="Wingdings" panose="05000000000000000000" pitchFamily="2" charset="2"/>
              <a:buChar char="n"/>
              <a:defRPr sz="32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lr>
                <a:schemeClr val="accent2"/>
              </a:buClr>
              <a:buSzPct val="80000"/>
              <a:buFont typeface="Wingdings" panose="05000000000000000000" pitchFamily="2" charset="2"/>
              <a:buChar char="¨"/>
              <a:defRPr sz="28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lr>
                <a:schemeClr val="bg2"/>
              </a:buClr>
              <a:buSzPct val="65000"/>
              <a:buFont typeface="Wingdings" panose="05000000000000000000" pitchFamily="2" charset="2"/>
              <a:buChar char="n"/>
              <a:defRPr sz="24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70000"/>
              <a:buFont typeface="Wingdings" panose="05000000000000000000" pitchFamily="2" charset="2"/>
              <a:buChar char="¨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lr>
                <a:schemeClr val="bg2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>
              <a:spcBef>
                <a:spcPct val="0"/>
              </a:spcBef>
              <a:buClrTx/>
              <a:buSzTx/>
              <a:buFontTx/>
              <a:buNone/>
            </a:pPr>
            <a:fld id="{4EE15F4C-E9F4-47B9-92AD-F789E3B8C2F1}" type="slidenum">
              <a:rPr lang="ru-RU" altLang="ru-RU" sz="1200" smtClean="0">
                <a:latin typeface="Arial Black" panose="020B0A04020102020204" pitchFamily="34" charset="0"/>
              </a:rPr>
              <a:pPr>
                <a:spcBef>
                  <a:spcPct val="0"/>
                </a:spcBef>
                <a:buClrTx/>
                <a:buSzTx/>
                <a:buFontTx/>
                <a:buNone/>
              </a:pPr>
              <a:t>2</a:t>
            </a:fld>
            <a:endParaRPr lang="ru-RU" altLang="ru-RU" sz="1200">
              <a:latin typeface="Arial Black" panose="020B0A04020102020204" pitchFamily="34" charset="0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99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7" dur="500"/>
                                        <p:tgtEl>
                                          <p:spTgt spid="4099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22" presetClass="entr" presetSubtype="1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99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10" dur="500"/>
                                        <p:tgtEl>
                                          <p:spTgt spid="4099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22" presetClass="entr" presetSubtype="1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99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13" dur="500"/>
                                        <p:tgtEl>
                                          <p:spTgt spid="4099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4" presetID="22" presetClass="entr" presetSubtype="1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99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16" dur="500"/>
                                        <p:tgtEl>
                                          <p:spTgt spid="4099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7" presetID="22" presetClass="entr" presetSubtype="1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99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19" dur="500"/>
                                        <p:tgtEl>
                                          <p:spTgt spid="4099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0" presetID="22" presetClass="entr" presetSubtype="1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99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22" dur="500"/>
                                        <p:tgtEl>
                                          <p:spTgt spid="4099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 nodeType="clickPar">
                      <p:stCondLst>
                        <p:cond delay="indefinite"/>
                      </p:stCondLst>
                      <p:childTnLst>
                        <p:par>
                          <p:cTn id="2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5" presetID="22" presetClass="entr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99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27" dur="500"/>
                                        <p:tgtEl>
                                          <p:spTgt spid="4099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8" presetID="22" presetClass="entr" presetSubtype="1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99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30" dur="500"/>
                                        <p:tgtEl>
                                          <p:spTgt spid="4099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1" presetID="22" presetClass="entr" presetSubtype="1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99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33" dur="500"/>
                                        <p:tgtEl>
                                          <p:spTgt spid="4099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4" presetID="22" presetClass="entr" presetSubtype="1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99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36" dur="500"/>
                                        <p:tgtEl>
                                          <p:spTgt spid="4099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7" presetID="22" presetClass="entr" presetSubtype="1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99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39" dur="500"/>
                                        <p:tgtEl>
                                          <p:spTgt spid="4099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0" fill="hold" nodeType="clickPar">
                      <p:stCondLst>
                        <p:cond delay="indefinite"/>
                      </p:stCondLst>
                      <p:childTnLst>
                        <p:par>
                          <p:cTn id="41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42" presetID="22" presetClass="entr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99">
                                            <p:txEl>
                                              <p:pRg st="11" end="1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44" dur="500"/>
                                        <p:tgtEl>
                                          <p:spTgt spid="4099">
                                            <p:txEl>
                                              <p:pRg st="11" end="1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5" presetID="22" presetClass="entr" presetSubtype="1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99">
                                            <p:txEl>
                                              <p:pRg st="12" end="1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47" dur="500"/>
                                        <p:tgtEl>
                                          <p:spTgt spid="4099">
                                            <p:txEl>
                                              <p:pRg st="12" end="1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8" presetID="22" presetClass="entr" presetSubtype="1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99">
                                            <p:txEl>
                                              <p:pRg st="13" end="1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50" dur="500"/>
                                        <p:tgtEl>
                                          <p:spTgt spid="4099">
                                            <p:txEl>
                                              <p:pRg st="13" end="1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099" grpId="0" build="p"/>
    </p:bld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46" name="Заголовок 1">
            <a:extLst>
              <a:ext uri="{FF2B5EF4-FFF2-40B4-BE49-F238E27FC236}">
                <a16:creationId xmlns:a16="http://schemas.microsoft.com/office/drawing/2014/main" id="{57C24C10-C29E-449F-BEF3-233A4F2CFD00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358775" y="214313"/>
            <a:ext cx="8785225" cy="576262"/>
          </a:xfrm>
        </p:spPr>
        <p:txBody>
          <a:bodyPr/>
          <a:lstStyle/>
          <a:p>
            <a:pPr algn="ctr"/>
            <a:r>
              <a:rPr lang="ru-RU" altLang="ru-RU" sz="3600">
                <a:solidFill>
                  <a:schemeClr val="bg2"/>
                </a:solidFill>
              </a:rPr>
              <a:t>Ограничения уровня схемы и триггеры </a:t>
            </a:r>
          </a:p>
        </p:txBody>
      </p:sp>
      <p:sp>
        <p:nvSpPr>
          <p:cNvPr id="4099" name="Объект 2">
            <a:extLst>
              <a:ext uri="{FF2B5EF4-FFF2-40B4-BE49-F238E27FC236}">
                <a16:creationId xmlns:a16="http://schemas.microsoft.com/office/drawing/2014/main" id="{605EF45F-9753-4E1D-8755-CDB655626EBB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33338" y="1285875"/>
            <a:ext cx="9144000" cy="5286375"/>
          </a:xfrm>
        </p:spPr>
        <p:txBody>
          <a:bodyPr/>
          <a:lstStyle/>
          <a:p>
            <a:pPr>
              <a:defRPr/>
            </a:pPr>
            <a:r>
              <a:rPr lang="ru-RU" sz="2800" dirty="0"/>
              <a:t>В стандарте </a:t>
            </a:r>
            <a:r>
              <a:rPr lang="en-US" sz="2800" dirty="0"/>
              <a:t>SQL</a:t>
            </a:r>
            <a:r>
              <a:rPr lang="ru-RU" sz="2800" dirty="0"/>
              <a:t>-92</a:t>
            </a:r>
            <a:r>
              <a:rPr lang="en-US" sz="2800" dirty="0"/>
              <a:t> </a:t>
            </a:r>
            <a:r>
              <a:rPr lang="ru-RU" sz="2800" dirty="0"/>
              <a:t>предусмотрена возможность задания ограничений </a:t>
            </a:r>
            <a:r>
              <a:rPr lang="ru-RU" sz="2800" i="1" dirty="0"/>
              <a:t>«общего вида», «утверждения» </a:t>
            </a:r>
            <a:r>
              <a:rPr lang="ru-RU" sz="2800" dirty="0"/>
              <a:t>(</a:t>
            </a:r>
            <a:r>
              <a:rPr lang="en-US" sz="2800" b="1" dirty="0">
                <a:solidFill>
                  <a:schemeClr val="bg2"/>
                </a:solidFill>
              </a:rPr>
              <a:t>assertions</a:t>
            </a:r>
            <a:r>
              <a:rPr lang="ru-RU" sz="2800" dirty="0"/>
              <a:t>), позволяющих задать </a:t>
            </a:r>
            <a:r>
              <a:rPr lang="ru-RU" sz="2800" dirty="0">
                <a:solidFill>
                  <a:srgbClr val="FF0000"/>
                </a:solidFill>
              </a:rPr>
              <a:t>любое условие </a:t>
            </a:r>
            <a:r>
              <a:rPr lang="ru-RU" sz="2800" dirty="0"/>
              <a:t>в формате, принятом для описания предложений </a:t>
            </a:r>
            <a:r>
              <a:rPr lang="en-US" sz="2800" cap="small" dirty="0"/>
              <a:t>where</a:t>
            </a:r>
            <a:r>
              <a:rPr lang="ru-RU" sz="2800" dirty="0"/>
              <a:t>.</a:t>
            </a:r>
          </a:p>
          <a:p>
            <a:pPr>
              <a:defRPr/>
            </a:pPr>
            <a:r>
              <a:rPr lang="en-US" sz="2800" b="1" dirty="0">
                <a:solidFill>
                  <a:schemeClr val="bg2"/>
                </a:solidFill>
              </a:rPr>
              <a:t>Assertion</a:t>
            </a:r>
            <a:r>
              <a:rPr lang="ru-RU" sz="2800" dirty="0"/>
              <a:t> — это булево выражение, задающее соотношение между атрибутами произвольных таблиц базы данных, значение которого</a:t>
            </a:r>
            <a:r>
              <a:rPr lang="en-US" sz="2800" dirty="0"/>
              <a:t> </a:t>
            </a:r>
            <a:r>
              <a:rPr lang="ru-RU" sz="2800" dirty="0"/>
              <a:t>при выполнении команд изменения БД, всегда должно быть </a:t>
            </a:r>
            <a:r>
              <a:rPr lang="en-US" sz="2800" cap="small" dirty="0">
                <a:solidFill>
                  <a:schemeClr val="bg2"/>
                </a:solidFill>
              </a:rPr>
              <a:t>true</a:t>
            </a:r>
            <a:r>
              <a:rPr lang="ru-RU" sz="2800" cap="small" dirty="0"/>
              <a:t>.</a:t>
            </a:r>
            <a:endParaRPr lang="ru-RU" sz="2800" dirty="0"/>
          </a:p>
        </p:txBody>
      </p:sp>
      <p:sp>
        <p:nvSpPr>
          <p:cNvPr id="6148" name="Номер слайда 3">
            <a:extLst>
              <a:ext uri="{FF2B5EF4-FFF2-40B4-BE49-F238E27FC236}">
                <a16:creationId xmlns:a16="http://schemas.microsoft.com/office/drawing/2014/main" id="{26FE9CB9-31B7-46D8-80B9-69C8033D62C5}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20000"/>
              </a:spcBef>
              <a:buClr>
                <a:schemeClr val="bg2"/>
              </a:buClr>
              <a:buSzPct val="75000"/>
              <a:buFont typeface="Wingdings" panose="05000000000000000000" pitchFamily="2" charset="2"/>
              <a:buChar char="n"/>
              <a:defRPr sz="32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lr>
                <a:schemeClr val="accent2"/>
              </a:buClr>
              <a:buSzPct val="80000"/>
              <a:buFont typeface="Wingdings" panose="05000000000000000000" pitchFamily="2" charset="2"/>
              <a:buChar char="¨"/>
              <a:defRPr sz="28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lr>
                <a:schemeClr val="bg2"/>
              </a:buClr>
              <a:buSzPct val="65000"/>
              <a:buFont typeface="Wingdings" panose="05000000000000000000" pitchFamily="2" charset="2"/>
              <a:buChar char="n"/>
              <a:defRPr sz="24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70000"/>
              <a:buFont typeface="Wingdings" panose="05000000000000000000" pitchFamily="2" charset="2"/>
              <a:buChar char="¨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lr>
                <a:schemeClr val="bg2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>
              <a:spcBef>
                <a:spcPct val="0"/>
              </a:spcBef>
              <a:buClrTx/>
              <a:buSzTx/>
              <a:buFontTx/>
              <a:buNone/>
            </a:pPr>
            <a:fld id="{4A3853F5-4D36-4868-AC8E-0FA7C999B9CF}" type="slidenum">
              <a:rPr lang="ru-RU" altLang="ru-RU" sz="1200" smtClean="0">
                <a:latin typeface="Arial Black" panose="020B0A04020102020204" pitchFamily="34" charset="0"/>
              </a:rPr>
              <a:pPr>
                <a:spcBef>
                  <a:spcPct val="0"/>
                </a:spcBef>
                <a:buClrTx/>
                <a:buSzTx/>
                <a:buFontTx/>
                <a:buNone/>
              </a:pPr>
              <a:t>3</a:t>
            </a:fld>
            <a:endParaRPr lang="ru-RU" altLang="ru-RU" sz="1200">
              <a:latin typeface="Arial Black" panose="020B0A04020102020204" pitchFamily="34" charset="0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99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7" dur="500"/>
                                        <p:tgtEl>
                                          <p:spTgt spid="4099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 nodeType="clickPar">
                      <p:stCondLst>
                        <p:cond delay="indefinite"/>
                      </p:stCondLst>
                      <p:childTnLst>
                        <p:par>
                          <p:cTn id="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99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12" dur="500"/>
                                        <p:tgtEl>
                                          <p:spTgt spid="4099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099" grpId="0" build="p"/>
    </p:bld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170" name="Rectangle 2">
            <a:extLst>
              <a:ext uri="{FF2B5EF4-FFF2-40B4-BE49-F238E27FC236}">
                <a16:creationId xmlns:a16="http://schemas.microsoft.com/office/drawing/2014/main" id="{89D0710C-2B4C-4480-AA6F-5619B0322615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457200" y="333375"/>
            <a:ext cx="8229600" cy="738188"/>
          </a:xfrm>
        </p:spPr>
        <p:txBody>
          <a:bodyPr/>
          <a:lstStyle/>
          <a:p>
            <a:pPr algn="ctr"/>
            <a:r>
              <a:rPr lang="en-US" altLang="ru-RU" sz="4000">
                <a:solidFill>
                  <a:schemeClr val="bg2"/>
                </a:solidFill>
              </a:rPr>
              <a:t>ASSERTION</a:t>
            </a:r>
            <a:endParaRPr lang="ru-RU" altLang="ru-RU" sz="4000">
              <a:solidFill>
                <a:schemeClr val="bg2"/>
              </a:solidFill>
            </a:endParaRPr>
          </a:p>
        </p:txBody>
      </p:sp>
      <p:sp>
        <p:nvSpPr>
          <p:cNvPr id="7171" name="Номер слайда 1">
            <a:extLst>
              <a:ext uri="{FF2B5EF4-FFF2-40B4-BE49-F238E27FC236}">
                <a16:creationId xmlns:a16="http://schemas.microsoft.com/office/drawing/2014/main" id="{881FB964-090B-47C3-9784-47A1B1032268}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20000"/>
              </a:spcBef>
              <a:buClr>
                <a:schemeClr val="bg2"/>
              </a:buClr>
              <a:buSzPct val="75000"/>
              <a:buFont typeface="Wingdings" panose="05000000000000000000" pitchFamily="2" charset="2"/>
              <a:buChar char="n"/>
              <a:defRPr sz="32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lr>
                <a:schemeClr val="accent2"/>
              </a:buClr>
              <a:buSzPct val="80000"/>
              <a:buFont typeface="Wingdings" panose="05000000000000000000" pitchFamily="2" charset="2"/>
              <a:buChar char="¨"/>
              <a:defRPr sz="28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lr>
                <a:schemeClr val="bg2"/>
              </a:buClr>
              <a:buSzPct val="65000"/>
              <a:buFont typeface="Wingdings" panose="05000000000000000000" pitchFamily="2" charset="2"/>
              <a:buChar char="n"/>
              <a:defRPr sz="24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70000"/>
              <a:buFont typeface="Wingdings" panose="05000000000000000000" pitchFamily="2" charset="2"/>
              <a:buChar char="¨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lr>
                <a:schemeClr val="bg2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>
              <a:spcBef>
                <a:spcPct val="0"/>
              </a:spcBef>
              <a:buClrTx/>
              <a:buSzTx/>
              <a:buFontTx/>
              <a:buNone/>
            </a:pPr>
            <a:fld id="{17F238F0-C5AC-4011-9AFA-B94F22E7B7E8}" type="slidenum">
              <a:rPr lang="ru-RU" altLang="ru-RU" sz="1200" smtClean="0">
                <a:latin typeface="Arial Black" panose="020B0A04020102020204" pitchFamily="34" charset="0"/>
              </a:rPr>
              <a:pPr>
                <a:spcBef>
                  <a:spcPct val="0"/>
                </a:spcBef>
                <a:buClrTx/>
                <a:buSzTx/>
                <a:buFontTx/>
                <a:buNone/>
              </a:pPr>
              <a:t>4</a:t>
            </a:fld>
            <a:endParaRPr lang="ru-RU" altLang="ru-RU" sz="1200">
              <a:latin typeface="Arial Black" panose="020B0A04020102020204" pitchFamily="34" charset="0"/>
            </a:endParaRPr>
          </a:p>
        </p:txBody>
      </p:sp>
      <p:sp>
        <p:nvSpPr>
          <p:cNvPr id="3" name="Объект 2">
            <a:extLst>
              <a:ext uri="{FF2B5EF4-FFF2-40B4-BE49-F238E27FC236}">
                <a16:creationId xmlns:a16="http://schemas.microsoft.com/office/drawing/2014/main" id="{E787B29B-CD0D-44A3-A554-63DE0F66A837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395288" y="1268413"/>
            <a:ext cx="8374062" cy="5040312"/>
          </a:xfrm>
        </p:spPr>
        <p:txBody>
          <a:bodyPr>
            <a:normAutofit/>
          </a:bodyPr>
          <a:lstStyle/>
          <a:p>
            <a:pPr>
              <a:defRPr/>
            </a:pPr>
            <a:r>
              <a:rPr lang="ru-RU" dirty="0"/>
              <a:t>Объявляются с помощью конструкции, содержащей служебное слово </a:t>
            </a:r>
            <a:r>
              <a:rPr lang="en-US" dirty="0"/>
              <a:t>CREATE</a:t>
            </a:r>
            <a:r>
              <a:rPr lang="ru-RU" dirty="0"/>
              <a:t>.</a:t>
            </a:r>
          </a:p>
          <a:p>
            <a:pPr>
              <a:defRPr/>
            </a:pPr>
            <a:r>
              <a:rPr lang="ru-RU" dirty="0"/>
              <a:t>Состоит из следующих частей:</a:t>
            </a:r>
          </a:p>
          <a:p>
            <a:pPr lvl="1">
              <a:buClr>
                <a:srgbClr val="C00000"/>
              </a:buClr>
              <a:buFont typeface="Wingdings" panose="05000000000000000000" pitchFamily="2" charset="2"/>
              <a:buChar char="Ø"/>
              <a:defRPr/>
            </a:pPr>
            <a:r>
              <a:rPr lang="ru-RU" dirty="0"/>
              <a:t>служебных слов </a:t>
            </a:r>
            <a:r>
              <a:rPr lang="en-US" b="1" cap="small" dirty="0">
                <a:solidFill>
                  <a:schemeClr val="bg2"/>
                </a:solidFill>
              </a:rPr>
              <a:t>create assertion</a:t>
            </a:r>
            <a:r>
              <a:rPr lang="en-US" cap="small" dirty="0"/>
              <a:t>;</a:t>
            </a:r>
            <a:endParaRPr lang="ru-RU" dirty="0"/>
          </a:p>
          <a:p>
            <a:pPr lvl="1">
              <a:buClr>
                <a:srgbClr val="C00000"/>
              </a:buClr>
              <a:buFont typeface="Wingdings" panose="05000000000000000000" pitchFamily="2" charset="2"/>
              <a:buChar char="Ø"/>
              <a:defRPr/>
            </a:pPr>
            <a:r>
              <a:rPr lang="ru-RU" dirty="0"/>
              <a:t>названия </a:t>
            </a:r>
            <a:r>
              <a:rPr lang="ru-RU" i="1" dirty="0">
                <a:solidFill>
                  <a:srgbClr val="FF0000"/>
                </a:solidFill>
              </a:rPr>
              <a:t>А</a:t>
            </a:r>
            <a:r>
              <a:rPr lang="ru-RU" i="1" dirty="0"/>
              <a:t> </a:t>
            </a:r>
            <a:r>
              <a:rPr lang="ru-RU" dirty="0"/>
              <a:t>ограничения;</a:t>
            </a:r>
          </a:p>
          <a:p>
            <a:pPr lvl="1">
              <a:buClr>
                <a:srgbClr val="C00000"/>
              </a:buClr>
              <a:buFont typeface="Wingdings" panose="05000000000000000000" pitchFamily="2" charset="2"/>
              <a:buChar char="Ø"/>
              <a:defRPr/>
            </a:pPr>
            <a:r>
              <a:rPr lang="ru-RU" dirty="0"/>
              <a:t>служебного слова </a:t>
            </a:r>
            <a:r>
              <a:rPr lang="en-US" b="1" cap="small" dirty="0">
                <a:solidFill>
                  <a:schemeClr val="bg2"/>
                </a:solidFill>
              </a:rPr>
              <a:t>check</a:t>
            </a:r>
            <a:r>
              <a:rPr lang="en-US" cap="small" dirty="0"/>
              <a:t>;</a:t>
            </a:r>
            <a:endParaRPr lang="ru-RU" dirty="0"/>
          </a:p>
          <a:p>
            <a:pPr lvl="1">
              <a:buClr>
                <a:srgbClr val="C00000"/>
              </a:buClr>
              <a:buFont typeface="Wingdings" panose="05000000000000000000" pitchFamily="2" charset="2"/>
              <a:buChar char="Ø"/>
              <a:defRPr/>
            </a:pPr>
            <a:r>
              <a:rPr lang="ru-RU" dirty="0"/>
              <a:t>условия </a:t>
            </a:r>
            <a:r>
              <a:rPr lang="ru-RU" i="1" dirty="0">
                <a:solidFill>
                  <a:srgbClr val="FF0000"/>
                </a:solidFill>
              </a:rPr>
              <a:t>С</a:t>
            </a:r>
            <a:r>
              <a:rPr lang="ru-RU" i="1" dirty="0"/>
              <a:t>, </a:t>
            </a:r>
            <a:r>
              <a:rPr lang="ru-RU" dirty="0"/>
              <a:t>заключенного в круглые скобки.</a:t>
            </a:r>
          </a:p>
          <a:p>
            <a:pPr lvl="1">
              <a:defRPr/>
            </a:pPr>
            <a:endParaRPr lang="ru-RU" dirty="0"/>
          </a:p>
          <a:p>
            <a:pPr marL="342900" lvl="1" indent="-342900">
              <a:buClr>
                <a:schemeClr val="bg2"/>
              </a:buClr>
              <a:buSzPct val="75000"/>
              <a:buFont typeface="Wingdings" panose="05000000000000000000" pitchFamily="2" charset="2"/>
              <a:buChar char="n"/>
              <a:defRPr/>
            </a:pPr>
            <a:r>
              <a:rPr lang="en-US" sz="3200" dirty="0">
                <a:ea typeface="+mn-ea"/>
              </a:rPr>
              <a:t>CREATE </a:t>
            </a:r>
            <a:r>
              <a:rPr lang="ru-RU" sz="3200" dirty="0">
                <a:ea typeface="+mn-ea"/>
              </a:rPr>
              <a:t> </a:t>
            </a:r>
            <a:r>
              <a:rPr lang="en-US" sz="3200" dirty="0">
                <a:ea typeface="+mn-ea"/>
              </a:rPr>
              <a:t>ASSERTION </a:t>
            </a:r>
            <a:r>
              <a:rPr lang="ru-RU" sz="3200" dirty="0">
                <a:ea typeface="+mn-ea"/>
              </a:rPr>
              <a:t> </a:t>
            </a:r>
            <a:r>
              <a:rPr lang="en-US" sz="3200" dirty="0">
                <a:solidFill>
                  <a:srgbClr val="FF0000"/>
                </a:solidFill>
                <a:ea typeface="+mn-ea"/>
              </a:rPr>
              <a:t>A </a:t>
            </a:r>
            <a:r>
              <a:rPr lang="ru-RU" sz="3200" dirty="0">
                <a:solidFill>
                  <a:srgbClr val="FF0000"/>
                </a:solidFill>
                <a:ea typeface="+mn-ea"/>
              </a:rPr>
              <a:t> </a:t>
            </a:r>
            <a:r>
              <a:rPr lang="en-US" sz="3200" dirty="0">
                <a:ea typeface="+mn-ea"/>
              </a:rPr>
              <a:t>CHECK </a:t>
            </a:r>
            <a:r>
              <a:rPr lang="en-US" sz="3200" dirty="0">
                <a:solidFill>
                  <a:srgbClr val="FF0000"/>
                </a:solidFill>
                <a:ea typeface="+mn-ea"/>
              </a:rPr>
              <a:t>(</a:t>
            </a:r>
            <a:r>
              <a:rPr lang="ru-RU" sz="3200" dirty="0">
                <a:solidFill>
                  <a:srgbClr val="FF0000"/>
                </a:solidFill>
                <a:ea typeface="+mn-ea"/>
              </a:rPr>
              <a:t>С</a:t>
            </a:r>
            <a:r>
              <a:rPr lang="en-US" sz="3200" dirty="0">
                <a:solidFill>
                  <a:srgbClr val="FF0000"/>
                </a:solidFill>
                <a:ea typeface="+mn-ea"/>
              </a:rPr>
              <a:t>)</a:t>
            </a:r>
            <a:r>
              <a:rPr lang="en-US" sz="3200" dirty="0">
                <a:ea typeface="+mn-ea"/>
              </a:rPr>
              <a:t> ;</a:t>
            </a:r>
            <a:endParaRPr lang="ru-RU" sz="3200" dirty="0">
              <a:ea typeface="+mn-ea"/>
            </a:endParaRPr>
          </a:p>
          <a:p>
            <a:pPr lvl="1">
              <a:defRPr/>
            </a:pPr>
            <a:endParaRPr lang="ru-RU" dirty="0"/>
          </a:p>
          <a:p>
            <a:pPr>
              <a:defRPr/>
            </a:pPr>
            <a:endParaRPr lang="ru-RU" dirty="0"/>
          </a:p>
        </p:txBody>
      </p:sp>
    </p:spTree>
  </p:cSld>
  <p:clrMapOvr>
    <a:masterClrMapping/>
  </p:clrMapOvr>
  <p:transition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7" dur="500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12" dur="500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3" presetID="22" presetClass="entr" presetSubtype="1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15" dur="500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6" presetID="22" presetClass="entr" presetSubtype="1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18" dur="500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9" presetID="22" presetClass="entr" presetSubtype="1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21" dur="500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2" presetID="22" presetClass="entr" presetSubtype="1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24" dur="500"/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5" presetID="22" presetClass="entr" presetSubtype="1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27" dur="500"/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build="p"/>
    </p:bld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94" name="Номер слайда 1">
            <a:extLst>
              <a:ext uri="{FF2B5EF4-FFF2-40B4-BE49-F238E27FC236}">
                <a16:creationId xmlns:a16="http://schemas.microsoft.com/office/drawing/2014/main" id="{79E1E622-0E37-4148-87D2-6580DBBC4E47}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20000"/>
              </a:spcBef>
              <a:buClr>
                <a:schemeClr val="bg2"/>
              </a:buClr>
              <a:buSzPct val="75000"/>
              <a:buFont typeface="Wingdings" panose="05000000000000000000" pitchFamily="2" charset="2"/>
              <a:buChar char="n"/>
              <a:defRPr sz="32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lr>
                <a:schemeClr val="accent2"/>
              </a:buClr>
              <a:buSzPct val="80000"/>
              <a:buFont typeface="Wingdings" panose="05000000000000000000" pitchFamily="2" charset="2"/>
              <a:buChar char="¨"/>
              <a:defRPr sz="28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lr>
                <a:schemeClr val="bg2"/>
              </a:buClr>
              <a:buSzPct val="65000"/>
              <a:buFont typeface="Wingdings" panose="05000000000000000000" pitchFamily="2" charset="2"/>
              <a:buChar char="n"/>
              <a:defRPr sz="24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70000"/>
              <a:buFont typeface="Wingdings" panose="05000000000000000000" pitchFamily="2" charset="2"/>
              <a:buChar char="¨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lr>
                <a:schemeClr val="bg2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>
              <a:spcBef>
                <a:spcPct val="0"/>
              </a:spcBef>
              <a:buClrTx/>
              <a:buSzTx/>
              <a:buFontTx/>
              <a:buNone/>
            </a:pPr>
            <a:fld id="{F3F99334-19AC-44B2-98EF-97C07D9C961A}" type="slidenum">
              <a:rPr lang="ru-RU" altLang="ru-RU" sz="1200" smtClean="0">
                <a:latin typeface="Arial Black" panose="020B0A04020102020204" pitchFamily="34" charset="0"/>
              </a:rPr>
              <a:pPr>
                <a:spcBef>
                  <a:spcPct val="0"/>
                </a:spcBef>
                <a:buClrTx/>
                <a:buSzTx/>
                <a:buFontTx/>
                <a:buNone/>
              </a:pPr>
              <a:t>5</a:t>
            </a:fld>
            <a:endParaRPr lang="ru-RU" altLang="ru-RU" sz="1200">
              <a:latin typeface="Arial Black" panose="020B0A04020102020204" pitchFamily="34" charset="0"/>
            </a:endParaRPr>
          </a:p>
        </p:txBody>
      </p:sp>
      <p:sp>
        <p:nvSpPr>
          <p:cNvPr id="3" name="Объект 2">
            <a:extLst>
              <a:ext uri="{FF2B5EF4-FFF2-40B4-BE49-F238E27FC236}">
                <a16:creationId xmlns:a16="http://schemas.microsoft.com/office/drawing/2014/main" id="{F2F5396F-3E18-43D9-A156-FCA6116E78A2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42875" y="908050"/>
            <a:ext cx="8929688" cy="5761038"/>
          </a:xfrm>
        </p:spPr>
        <p:txBody>
          <a:bodyPr>
            <a:normAutofit fontScale="92500" lnSpcReduction="10000"/>
          </a:bodyPr>
          <a:lstStyle/>
          <a:p>
            <a:pPr>
              <a:lnSpc>
                <a:spcPct val="120000"/>
              </a:lnSpc>
              <a:defRPr/>
            </a:pPr>
            <a:r>
              <a:rPr lang="ru-RU" sz="2400" dirty="0"/>
              <a:t>Условие </a:t>
            </a:r>
            <a:r>
              <a:rPr lang="ru-RU" sz="2400" i="1" dirty="0"/>
              <a:t>С </a:t>
            </a:r>
            <a:r>
              <a:rPr lang="ru-RU" sz="2400" dirty="0"/>
              <a:t>должно равняться значению </a:t>
            </a:r>
            <a:r>
              <a:rPr lang="en-US" sz="2400" b="1" cap="small" dirty="0">
                <a:solidFill>
                  <a:schemeClr val="bg2"/>
                </a:solidFill>
              </a:rPr>
              <a:t>true</a:t>
            </a:r>
            <a:r>
              <a:rPr lang="en-US" sz="2400" cap="small" dirty="0"/>
              <a:t> </a:t>
            </a:r>
            <a:r>
              <a:rPr lang="ru-RU" sz="2400" cap="small" dirty="0"/>
              <a:t>в </a:t>
            </a:r>
            <a:r>
              <a:rPr lang="ru-RU" sz="2400" dirty="0">
                <a:solidFill>
                  <a:srgbClr val="C00000"/>
                </a:solidFill>
              </a:rPr>
              <a:t>момент выполнения команды над отношениями, упомянутыми в условии, </a:t>
            </a:r>
            <a:r>
              <a:rPr lang="ru-RU" sz="2400" dirty="0"/>
              <a:t>и обязано оставаться истинным в дальнейшем; </a:t>
            </a:r>
          </a:p>
          <a:p>
            <a:pPr>
              <a:lnSpc>
                <a:spcPct val="120000"/>
              </a:lnSpc>
              <a:defRPr/>
            </a:pPr>
            <a:r>
              <a:rPr lang="ru-RU" sz="2400" dirty="0"/>
              <a:t>Любая операция модификации базы данных, </a:t>
            </a:r>
            <a:r>
              <a:rPr lang="ru-RU" sz="2400" i="1" dirty="0">
                <a:solidFill>
                  <a:schemeClr val="bg2"/>
                </a:solidFill>
              </a:rPr>
              <a:t>нарушающая условия</a:t>
            </a:r>
            <a:r>
              <a:rPr lang="ru-RU" sz="2400" dirty="0"/>
              <a:t>, подлежит </a:t>
            </a:r>
            <a:r>
              <a:rPr lang="ru-RU" sz="2400" dirty="0">
                <a:solidFill>
                  <a:srgbClr val="C00000"/>
                </a:solidFill>
              </a:rPr>
              <a:t>отмене</a:t>
            </a:r>
            <a:r>
              <a:rPr lang="ru-RU" sz="2400" dirty="0"/>
              <a:t>. </a:t>
            </a:r>
          </a:p>
          <a:p>
            <a:pPr>
              <a:lnSpc>
                <a:spcPct val="120000"/>
              </a:lnSpc>
              <a:defRPr/>
            </a:pPr>
            <a:r>
              <a:rPr lang="ru-RU" sz="2400" dirty="0"/>
              <a:t>Способы проверки ограничений </a:t>
            </a:r>
            <a:r>
              <a:rPr lang="en-US" sz="2400" b="1" cap="small" dirty="0"/>
              <a:t>check </a:t>
            </a:r>
            <a:r>
              <a:rPr lang="ru-RU" sz="2400" dirty="0">
                <a:solidFill>
                  <a:schemeClr val="bg2"/>
                </a:solidFill>
              </a:rPr>
              <a:t>уровня таблицы (колонки) в </a:t>
            </a:r>
            <a:r>
              <a:rPr lang="ru-RU" sz="2400" dirty="0"/>
              <a:t>операторе </a:t>
            </a:r>
            <a:r>
              <a:rPr lang="en-US" sz="2400" dirty="0"/>
              <a:t>CREATE TABLE</a:t>
            </a:r>
            <a:r>
              <a:rPr lang="en-US" sz="2400" dirty="0">
                <a:solidFill>
                  <a:schemeClr val="bg2"/>
                </a:solidFill>
              </a:rPr>
              <a:t> </a:t>
            </a:r>
            <a:r>
              <a:rPr lang="ru-RU" sz="2400" dirty="0">
                <a:solidFill>
                  <a:schemeClr val="bg2"/>
                </a:solidFill>
              </a:rPr>
              <a:t>и ограничений "общего вида"</a:t>
            </a:r>
            <a:r>
              <a:rPr lang="ru-RU" sz="2400" dirty="0"/>
              <a:t> </a:t>
            </a:r>
            <a:r>
              <a:rPr lang="ru-RU" sz="2400" dirty="0">
                <a:solidFill>
                  <a:srgbClr val="FF0000"/>
                </a:solidFill>
              </a:rPr>
              <a:t>различаются</a:t>
            </a:r>
            <a:r>
              <a:rPr lang="ru-RU" sz="2400" dirty="0"/>
              <a:t>. </a:t>
            </a:r>
          </a:p>
          <a:p>
            <a:pPr>
              <a:lnSpc>
                <a:spcPct val="120000"/>
              </a:lnSpc>
              <a:defRPr/>
            </a:pPr>
            <a:r>
              <a:rPr lang="ru-RU" sz="2400" i="1" dirty="0">
                <a:solidFill>
                  <a:schemeClr val="bg2"/>
                </a:solidFill>
              </a:rPr>
              <a:t>Ограничение уровня таблицы (колонки) </a:t>
            </a:r>
            <a:r>
              <a:rPr lang="ru-RU" sz="2400" dirty="0"/>
              <a:t>определяет условие на</a:t>
            </a:r>
            <a:r>
              <a:rPr lang="ru-RU" sz="2400" dirty="0">
                <a:solidFill>
                  <a:srgbClr val="FF0000"/>
                </a:solidFill>
              </a:rPr>
              <a:t> атрибуты только того отношения</a:t>
            </a:r>
            <a:r>
              <a:rPr lang="ru-RU" sz="2400" dirty="0"/>
              <a:t>, к схеме которого относится само ограничение. Посредством </a:t>
            </a:r>
            <a:r>
              <a:rPr lang="ru-RU" sz="2400" dirty="0">
                <a:solidFill>
                  <a:srgbClr val="FF0000"/>
                </a:solidFill>
              </a:rPr>
              <a:t>подзапросов</a:t>
            </a:r>
            <a:r>
              <a:rPr lang="ru-RU" sz="2400" dirty="0"/>
              <a:t> в этих ограничениях могут адресоваться и </a:t>
            </a:r>
            <a:r>
              <a:rPr lang="ru-RU" sz="2400" dirty="0">
                <a:solidFill>
                  <a:srgbClr val="FF0000"/>
                </a:solidFill>
              </a:rPr>
              <a:t>другие отношения или кортежи других отношений</a:t>
            </a:r>
            <a:r>
              <a:rPr lang="ru-RU" sz="2400" dirty="0"/>
              <a:t>, но изменения </a:t>
            </a:r>
            <a:r>
              <a:rPr lang="ru-RU" sz="2400" dirty="0">
                <a:solidFill>
                  <a:srgbClr val="FF0000"/>
                </a:solidFill>
              </a:rPr>
              <a:t>в них </a:t>
            </a:r>
            <a:r>
              <a:rPr lang="ru-RU" sz="2400" dirty="0"/>
              <a:t>не вызовут проверки определяемого ограничения. </a:t>
            </a:r>
          </a:p>
        </p:txBody>
      </p:sp>
      <p:sp>
        <p:nvSpPr>
          <p:cNvPr id="8196" name="Rectangle 2">
            <a:extLst>
              <a:ext uri="{FF2B5EF4-FFF2-40B4-BE49-F238E27FC236}">
                <a16:creationId xmlns:a16="http://schemas.microsoft.com/office/drawing/2014/main" id="{02D64EBA-C2DF-4096-B558-3B298B61F903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457200" y="0"/>
            <a:ext cx="8229600" cy="738188"/>
          </a:xfrm>
        </p:spPr>
        <p:txBody>
          <a:bodyPr/>
          <a:lstStyle/>
          <a:p>
            <a:pPr algn="ctr"/>
            <a:r>
              <a:rPr lang="en-US" altLang="ru-RU" sz="4000">
                <a:solidFill>
                  <a:schemeClr val="bg2"/>
                </a:solidFill>
              </a:rPr>
              <a:t>ASSERTION</a:t>
            </a:r>
            <a:endParaRPr lang="ru-RU" altLang="ru-RU" sz="4000">
              <a:solidFill>
                <a:schemeClr val="bg2"/>
              </a:solidFill>
            </a:endParaRPr>
          </a:p>
        </p:txBody>
      </p:sp>
    </p:spTree>
  </p:cSld>
  <p:clrMapOvr>
    <a:masterClrMapping/>
  </p:clrMapOvr>
  <p:transition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7" dur="500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12" dur="500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22" presetClass="entr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17" dur="500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22" presetClass="entr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22" dur="500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build="p"/>
    </p:bld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Объект 2">
            <a:extLst>
              <a:ext uri="{FF2B5EF4-FFF2-40B4-BE49-F238E27FC236}">
                <a16:creationId xmlns:a16="http://schemas.microsoft.com/office/drawing/2014/main" id="{A4DEFBB8-FD96-417F-B5B1-C28955B88935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285750" y="1000125"/>
            <a:ext cx="8750300" cy="5524500"/>
          </a:xfrm>
        </p:spPr>
        <p:txBody>
          <a:bodyPr>
            <a:normAutofit fontScale="77500" lnSpcReduction="20000"/>
          </a:bodyPr>
          <a:lstStyle/>
          <a:p>
            <a:pPr>
              <a:lnSpc>
                <a:spcPct val="120000"/>
              </a:lnSpc>
              <a:defRPr/>
            </a:pPr>
            <a:r>
              <a:rPr lang="ru-RU" dirty="0"/>
              <a:t>При создании ограничения «общего вида» подобных ограничений нет. В определении </a:t>
            </a:r>
            <a:r>
              <a:rPr lang="en-US" dirty="0">
                <a:solidFill>
                  <a:schemeClr val="bg2"/>
                </a:solidFill>
              </a:rPr>
              <a:t>Assertion</a:t>
            </a:r>
            <a:r>
              <a:rPr lang="ru-RU" dirty="0"/>
              <a:t> могут использоваться атрибуты любых отношений БД в выражении вида "</a:t>
            </a:r>
            <a:r>
              <a:rPr lang="en-US" dirty="0"/>
              <a:t>select</a:t>
            </a:r>
            <a:r>
              <a:rPr lang="ru-RU" dirty="0"/>
              <a:t>—</a:t>
            </a:r>
            <a:r>
              <a:rPr lang="en-US" dirty="0"/>
              <a:t>from</a:t>
            </a:r>
            <a:r>
              <a:rPr lang="ru-RU" dirty="0"/>
              <a:t>— </a:t>
            </a:r>
            <a:r>
              <a:rPr lang="en-US" cap="small" dirty="0"/>
              <a:t>w</a:t>
            </a:r>
            <a:r>
              <a:rPr lang="en-US" dirty="0"/>
              <a:t>here</a:t>
            </a:r>
            <a:r>
              <a:rPr lang="ru-RU" dirty="0"/>
              <a:t>". </a:t>
            </a:r>
          </a:p>
          <a:p>
            <a:pPr>
              <a:lnSpc>
                <a:spcPct val="120000"/>
              </a:lnSpc>
              <a:defRPr/>
            </a:pPr>
            <a:r>
              <a:rPr lang="ru-RU" dirty="0"/>
              <a:t>Поскольку выражение в целом </a:t>
            </a:r>
            <a:r>
              <a:rPr lang="ru-RU" dirty="0">
                <a:solidFill>
                  <a:schemeClr val="bg2"/>
                </a:solidFill>
              </a:rPr>
              <a:t>должно относиться к булеву типу</a:t>
            </a:r>
            <a:r>
              <a:rPr lang="ru-RU" dirty="0"/>
              <a:t>, результат вычисления выражения некоторым образом агрегируется и приводится к единственной величине, способной принимать значения </a:t>
            </a:r>
            <a:r>
              <a:rPr lang="en-US" dirty="0"/>
              <a:t>TRUE </a:t>
            </a:r>
            <a:r>
              <a:rPr lang="ru-RU" dirty="0"/>
              <a:t>или </a:t>
            </a:r>
            <a:r>
              <a:rPr lang="en-US" cap="small" dirty="0"/>
              <a:t>FALSE</a:t>
            </a:r>
            <a:r>
              <a:rPr lang="ru-RU" cap="small" dirty="0"/>
              <a:t>. </a:t>
            </a:r>
          </a:p>
          <a:p>
            <a:pPr>
              <a:lnSpc>
                <a:spcPct val="120000"/>
              </a:lnSpc>
              <a:defRPr/>
            </a:pPr>
            <a:r>
              <a:rPr lang="en-US" dirty="0">
                <a:solidFill>
                  <a:schemeClr val="bg2"/>
                </a:solidFill>
              </a:rPr>
              <a:t>Assertion</a:t>
            </a:r>
            <a:r>
              <a:rPr lang="ru-RU" dirty="0">
                <a:solidFill>
                  <a:schemeClr val="bg2"/>
                </a:solidFill>
              </a:rPr>
              <a:t> </a:t>
            </a:r>
            <a:r>
              <a:rPr lang="ru-RU" b="1" dirty="0"/>
              <a:t>проверяется всякий раз, </a:t>
            </a:r>
            <a:r>
              <a:rPr lang="ru-RU" dirty="0"/>
              <a:t>когда выполняется </a:t>
            </a:r>
            <a:r>
              <a:rPr lang="ru-RU" b="1" dirty="0"/>
              <a:t>команда модификации </a:t>
            </a:r>
            <a:r>
              <a:rPr lang="ru-RU" dirty="0"/>
              <a:t>какого-либо отношения, указанного в определении.</a:t>
            </a:r>
            <a:endParaRPr lang="ru-RU" altLang="ru-RU" dirty="0"/>
          </a:p>
        </p:txBody>
      </p:sp>
      <p:sp>
        <p:nvSpPr>
          <p:cNvPr id="9219" name="Номер слайда 3">
            <a:extLst>
              <a:ext uri="{FF2B5EF4-FFF2-40B4-BE49-F238E27FC236}">
                <a16:creationId xmlns:a16="http://schemas.microsoft.com/office/drawing/2014/main" id="{6D5B45BA-381F-4AA9-A883-6E4BF3D36E85}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20000"/>
              </a:spcBef>
              <a:buClr>
                <a:schemeClr val="bg2"/>
              </a:buClr>
              <a:buSzPct val="75000"/>
              <a:buFont typeface="Wingdings" panose="05000000000000000000" pitchFamily="2" charset="2"/>
              <a:buChar char="n"/>
              <a:defRPr sz="32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lr>
                <a:schemeClr val="accent2"/>
              </a:buClr>
              <a:buSzPct val="80000"/>
              <a:buFont typeface="Wingdings" panose="05000000000000000000" pitchFamily="2" charset="2"/>
              <a:buChar char="¨"/>
              <a:defRPr sz="28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lr>
                <a:schemeClr val="bg2"/>
              </a:buClr>
              <a:buSzPct val="65000"/>
              <a:buFont typeface="Wingdings" panose="05000000000000000000" pitchFamily="2" charset="2"/>
              <a:buChar char="n"/>
              <a:defRPr sz="24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70000"/>
              <a:buFont typeface="Wingdings" panose="05000000000000000000" pitchFamily="2" charset="2"/>
              <a:buChar char="¨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lr>
                <a:schemeClr val="bg2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>
              <a:spcBef>
                <a:spcPct val="0"/>
              </a:spcBef>
              <a:buClrTx/>
              <a:buSzTx/>
              <a:buFontTx/>
              <a:buNone/>
            </a:pPr>
            <a:fld id="{6E1CA326-EE07-4E95-BF8E-42AA12BE7043}" type="slidenum">
              <a:rPr lang="ru-RU" altLang="ru-RU" sz="1200" smtClean="0">
                <a:latin typeface="Arial Black" panose="020B0A04020102020204" pitchFamily="34" charset="0"/>
              </a:rPr>
              <a:pPr>
                <a:spcBef>
                  <a:spcPct val="0"/>
                </a:spcBef>
                <a:buClrTx/>
                <a:buSzTx/>
                <a:buFontTx/>
                <a:buNone/>
              </a:pPr>
              <a:t>6</a:t>
            </a:fld>
            <a:endParaRPr lang="ru-RU" altLang="ru-RU" sz="1200">
              <a:latin typeface="Arial Black" panose="020B0A04020102020204" pitchFamily="34" charset="0"/>
            </a:endParaRPr>
          </a:p>
        </p:txBody>
      </p:sp>
      <p:sp>
        <p:nvSpPr>
          <p:cNvPr id="9220" name="Rectangle 2">
            <a:extLst>
              <a:ext uri="{FF2B5EF4-FFF2-40B4-BE49-F238E27FC236}">
                <a16:creationId xmlns:a16="http://schemas.microsoft.com/office/drawing/2014/main" id="{DCC50AC3-3FAA-4A0E-B6A2-AEF31968BC33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457200" y="188913"/>
            <a:ext cx="8229600" cy="738187"/>
          </a:xfrm>
        </p:spPr>
        <p:txBody>
          <a:bodyPr/>
          <a:lstStyle/>
          <a:p>
            <a:pPr algn="ctr"/>
            <a:r>
              <a:rPr lang="en-US" altLang="ru-RU" sz="3600">
                <a:solidFill>
                  <a:schemeClr val="bg2"/>
                </a:solidFill>
              </a:rPr>
              <a:t>ASSERTION</a:t>
            </a:r>
            <a:endParaRPr lang="ru-RU" altLang="ru-RU" sz="3600">
              <a:solidFill>
                <a:schemeClr val="bg2"/>
              </a:solidFill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7" dur="500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 nodeType="clickPar">
                      <p:stCondLst>
                        <p:cond delay="indefinite"/>
                      </p:stCondLst>
                      <p:childTnLst>
                        <p:par>
                          <p:cTn id="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2" dur="500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 nodeType="clickPar">
                      <p:stCondLst>
                        <p:cond delay="indefinite"/>
                      </p:stCondLst>
                      <p:childTnLst>
                        <p:par>
                          <p:cTn id="1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5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7" dur="500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build="p"/>
    </p:bld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42" name="Заголовок 1">
            <a:extLst>
              <a:ext uri="{FF2B5EF4-FFF2-40B4-BE49-F238E27FC236}">
                <a16:creationId xmlns:a16="http://schemas.microsoft.com/office/drawing/2014/main" id="{D391CEC3-026A-4135-A602-DB6036BB2C42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457200" y="44450"/>
            <a:ext cx="8229600" cy="595313"/>
          </a:xfrm>
        </p:spPr>
        <p:txBody>
          <a:bodyPr/>
          <a:lstStyle/>
          <a:p>
            <a:pPr algn="ctr"/>
            <a:r>
              <a:rPr lang="ru-RU" altLang="ru-RU" sz="4000">
                <a:solidFill>
                  <a:schemeClr val="bg2"/>
                </a:solidFill>
              </a:rPr>
              <a:t>Пример</a:t>
            </a:r>
          </a:p>
        </p:txBody>
      </p:sp>
      <p:sp>
        <p:nvSpPr>
          <p:cNvPr id="3" name="Объект 2">
            <a:extLst>
              <a:ext uri="{FF2B5EF4-FFF2-40B4-BE49-F238E27FC236}">
                <a16:creationId xmlns:a16="http://schemas.microsoft.com/office/drawing/2014/main" id="{148BD165-8D1D-48C3-A8BC-55E788434C89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250825" y="692150"/>
            <a:ext cx="8678863" cy="6165850"/>
          </a:xfrm>
        </p:spPr>
        <p:txBody>
          <a:bodyPr>
            <a:noAutofit/>
          </a:bodyPr>
          <a:lstStyle/>
          <a:p>
            <a:pPr marL="0" indent="457200" algn="just">
              <a:lnSpc>
                <a:spcPct val="110000"/>
              </a:lnSpc>
              <a:buFont typeface="Wingdings" panose="05000000000000000000" pitchFamily="2" charset="2"/>
              <a:buNone/>
              <a:defRPr/>
            </a:pPr>
            <a:r>
              <a:rPr lang="ru-RU" sz="1800" dirty="0">
                <a:latin typeface="Arial" panose="020B0604020202020204" pitchFamily="34" charset="0"/>
                <a:cs typeface="Arial" panose="020B0604020202020204" pitchFamily="34" charset="0"/>
              </a:rPr>
              <a:t>Пусть требуется реализовать ограничение "общего вида", согласно которому лицо </a:t>
            </a:r>
            <a:r>
              <a:rPr lang="ru-RU" sz="1800" dirty="0">
                <a:solidFill>
                  <a:srgbClr val="DE411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не может стать президентом </a:t>
            </a:r>
            <a:r>
              <a:rPr lang="ru-RU" sz="1800" dirty="0">
                <a:latin typeface="Arial" panose="020B0604020202020204" pitchFamily="34" charset="0"/>
                <a:cs typeface="Arial" panose="020B0604020202020204" pitchFamily="34" charset="0"/>
              </a:rPr>
              <a:t>киностудии, если оно не обладает совокупным годовым доходом в размере </a:t>
            </a:r>
            <a:r>
              <a:rPr lang="ru-RU" sz="1800" dirty="0">
                <a:solidFill>
                  <a:srgbClr val="DE411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не менее 10 миллионов долларов</a:t>
            </a:r>
          </a:p>
          <a:p>
            <a:pPr marL="0" indent="0">
              <a:lnSpc>
                <a:spcPct val="110000"/>
              </a:lnSpc>
              <a:spcBef>
                <a:spcPts val="0"/>
              </a:spcBef>
              <a:buFont typeface="Wingdings" panose="05000000000000000000" pitchFamily="2" charset="2"/>
              <a:buNone/>
              <a:defRPr/>
            </a:pPr>
            <a:r>
              <a:rPr lang="ru-RU" sz="1800" dirty="0">
                <a:latin typeface="Arial" panose="020B0604020202020204" pitchFamily="34" charset="0"/>
                <a:cs typeface="Arial" panose="020B0604020202020204" pitchFamily="34" charset="0"/>
              </a:rPr>
              <a:t>В ограничение вовлечены два отношения:</a:t>
            </a:r>
          </a:p>
          <a:p>
            <a:pPr>
              <a:lnSpc>
                <a:spcPct val="110000"/>
              </a:lnSpc>
              <a:spcBef>
                <a:spcPts val="0"/>
              </a:spcBef>
              <a:defRPr/>
            </a:pPr>
            <a:r>
              <a:rPr lang="en-US" sz="1800" dirty="0" err="1">
                <a:latin typeface="Arial" panose="020B0604020202020204" pitchFamily="34" charset="0"/>
                <a:cs typeface="Arial" panose="020B0604020202020204" pitchFamily="34" charset="0"/>
              </a:rPr>
              <a:t>MovieExec</a:t>
            </a:r>
            <a:r>
              <a:rPr lang="ru-RU" sz="1800" dirty="0">
                <a:latin typeface="Arial" panose="020B0604020202020204" pitchFamily="34" charset="0"/>
                <a:cs typeface="Arial" panose="020B0604020202020204" pitchFamily="34" charset="0"/>
              </a:rPr>
              <a:t>(</a:t>
            </a:r>
            <a:r>
              <a:rPr lang="en-US" sz="1800" dirty="0">
                <a:latin typeface="Arial" panose="020B0604020202020204" pitchFamily="34" charset="0"/>
                <a:cs typeface="Arial" panose="020B0604020202020204" pitchFamily="34" charset="0"/>
              </a:rPr>
              <a:t>name</a:t>
            </a:r>
            <a:r>
              <a:rPr lang="ru-RU" sz="1800" dirty="0">
                <a:latin typeface="Arial" panose="020B0604020202020204" pitchFamily="34" charset="0"/>
                <a:cs typeface="Arial" panose="020B0604020202020204" pitchFamily="34" charset="0"/>
              </a:rPr>
              <a:t>, </a:t>
            </a:r>
            <a:r>
              <a:rPr lang="en-US" sz="1800" dirty="0">
                <a:latin typeface="Arial" panose="020B0604020202020204" pitchFamily="34" charset="0"/>
                <a:cs typeface="Arial" panose="020B0604020202020204" pitchFamily="34" charset="0"/>
              </a:rPr>
              <a:t>address</a:t>
            </a:r>
            <a:r>
              <a:rPr lang="ru-RU" sz="1800" dirty="0">
                <a:latin typeface="Arial" panose="020B0604020202020204" pitchFamily="34" charset="0"/>
                <a:cs typeface="Arial" panose="020B0604020202020204" pitchFamily="34" charset="0"/>
              </a:rPr>
              <a:t>, </a:t>
            </a:r>
            <a:r>
              <a:rPr lang="en-US" sz="1800" dirty="0">
                <a:latin typeface="Arial" panose="020B0604020202020204" pitchFamily="34" charset="0"/>
                <a:cs typeface="Arial" panose="020B0604020202020204" pitchFamily="34" charset="0"/>
              </a:rPr>
              <a:t>cert</a:t>
            </a:r>
            <a:r>
              <a:rPr lang="ru-RU" sz="1800" dirty="0">
                <a:latin typeface="Arial" panose="020B0604020202020204" pitchFamily="34" charset="0"/>
                <a:cs typeface="Arial" panose="020B0604020202020204" pitchFamily="34" charset="0"/>
              </a:rPr>
              <a:t>#, </a:t>
            </a:r>
            <a:r>
              <a:rPr lang="en-US" sz="1800" dirty="0" err="1">
                <a:latin typeface="Arial" panose="020B0604020202020204" pitchFamily="34" charset="0"/>
                <a:cs typeface="Arial" panose="020B0604020202020204" pitchFamily="34" charset="0"/>
              </a:rPr>
              <a:t>netWorth</a:t>
            </a:r>
            <a:r>
              <a:rPr lang="ru-RU" sz="1800" dirty="0">
                <a:latin typeface="Arial" panose="020B0604020202020204" pitchFamily="34" charset="0"/>
                <a:cs typeface="Arial" panose="020B0604020202020204" pitchFamily="34" charset="0"/>
              </a:rPr>
              <a:t>)</a:t>
            </a:r>
            <a:r>
              <a:rPr lang="en-US" sz="1800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ru-RU" sz="1800" dirty="0">
                <a:latin typeface="Arial" panose="020B0604020202020204" pitchFamily="34" charset="0"/>
                <a:cs typeface="Arial" panose="020B0604020202020204" pitchFamily="34" charset="0"/>
              </a:rPr>
              <a:t> - кинопродюсеры</a:t>
            </a:r>
            <a:r>
              <a:rPr lang="en-US" sz="1800" dirty="0">
                <a:latin typeface="Arial" panose="020B0604020202020204" pitchFamily="34" charset="0"/>
                <a:cs typeface="Arial" panose="020B0604020202020204" pitchFamily="34" charset="0"/>
              </a:rPr>
              <a:t>, </a:t>
            </a:r>
            <a:r>
              <a:rPr lang="ru-RU" sz="1800" dirty="0">
                <a:latin typeface="Arial" panose="020B0604020202020204" pitchFamily="34" charset="0"/>
                <a:cs typeface="Arial" panose="020B0604020202020204" pitchFamily="34" charset="0"/>
              </a:rPr>
              <a:t>где</a:t>
            </a:r>
            <a:endParaRPr lang="en-US" sz="1800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0" indent="0">
              <a:lnSpc>
                <a:spcPct val="110000"/>
              </a:lnSpc>
              <a:spcBef>
                <a:spcPts val="0"/>
              </a:spcBef>
              <a:buFont typeface="Wingdings" panose="05000000000000000000" pitchFamily="2" charset="2"/>
              <a:buNone/>
              <a:defRPr/>
            </a:pPr>
            <a:r>
              <a:rPr lang="en-US" sz="1800" dirty="0">
                <a:latin typeface="Arial" panose="020B0604020202020204" pitchFamily="34" charset="0"/>
                <a:cs typeface="Arial" panose="020B0604020202020204" pitchFamily="34" charset="0"/>
              </a:rPr>
              <a:t>cert#</a:t>
            </a:r>
            <a:r>
              <a:rPr lang="ru-RU" sz="1800" dirty="0">
                <a:latin typeface="Arial" panose="020B0604020202020204" pitchFamily="34" charset="0"/>
                <a:cs typeface="Arial" panose="020B0604020202020204" pitchFamily="34" charset="0"/>
              </a:rPr>
              <a:t> – сертификационный номер</a:t>
            </a:r>
            <a:r>
              <a:rPr lang="en-US" sz="1800" dirty="0">
                <a:latin typeface="Arial" panose="020B0604020202020204" pitchFamily="34" charset="0"/>
                <a:cs typeface="Arial" panose="020B0604020202020204" pitchFamily="34" charset="0"/>
              </a:rPr>
              <a:t>, </a:t>
            </a:r>
            <a:r>
              <a:rPr lang="en-US" sz="1800" dirty="0" err="1">
                <a:latin typeface="Arial" panose="020B0604020202020204" pitchFamily="34" charset="0"/>
                <a:cs typeface="Arial" panose="020B0604020202020204" pitchFamily="34" charset="0"/>
              </a:rPr>
              <a:t>netWorth</a:t>
            </a:r>
            <a:r>
              <a:rPr lang="ru-RU" sz="1800" dirty="0">
                <a:latin typeface="Arial" panose="020B0604020202020204" pitchFamily="34" charset="0"/>
                <a:cs typeface="Arial" panose="020B0604020202020204" pitchFamily="34" charset="0"/>
              </a:rPr>
              <a:t> – чистый капитал (доходы-долги) </a:t>
            </a:r>
          </a:p>
          <a:p>
            <a:pPr>
              <a:lnSpc>
                <a:spcPct val="110000"/>
              </a:lnSpc>
              <a:spcBef>
                <a:spcPts val="0"/>
              </a:spcBef>
              <a:defRPr/>
            </a:pPr>
            <a:r>
              <a:rPr lang="en-US" sz="1800" dirty="0">
                <a:latin typeface="Arial" panose="020B0604020202020204" pitchFamily="34" charset="0"/>
                <a:cs typeface="Arial" panose="020B0604020202020204" pitchFamily="34" charset="0"/>
              </a:rPr>
              <a:t>Studio</a:t>
            </a:r>
            <a:r>
              <a:rPr lang="ru-RU" sz="1800" dirty="0">
                <a:latin typeface="Arial" panose="020B0604020202020204" pitchFamily="34" charset="0"/>
                <a:cs typeface="Arial" panose="020B0604020202020204" pitchFamily="34" charset="0"/>
              </a:rPr>
              <a:t>(</a:t>
            </a:r>
            <a:r>
              <a:rPr lang="en-US" sz="1800" dirty="0">
                <a:latin typeface="Arial" panose="020B0604020202020204" pitchFamily="34" charset="0"/>
                <a:cs typeface="Arial" panose="020B0604020202020204" pitchFamily="34" charset="0"/>
              </a:rPr>
              <a:t>name</a:t>
            </a:r>
            <a:r>
              <a:rPr lang="ru-RU" sz="1800" dirty="0">
                <a:latin typeface="Arial" panose="020B0604020202020204" pitchFamily="34" charset="0"/>
                <a:cs typeface="Arial" panose="020B0604020202020204" pitchFamily="34" charset="0"/>
              </a:rPr>
              <a:t>, </a:t>
            </a:r>
            <a:r>
              <a:rPr lang="en-US" sz="1800" dirty="0">
                <a:latin typeface="Arial" panose="020B0604020202020204" pitchFamily="34" charset="0"/>
                <a:cs typeface="Arial" panose="020B0604020202020204" pitchFamily="34" charset="0"/>
              </a:rPr>
              <a:t>address</a:t>
            </a:r>
            <a:r>
              <a:rPr lang="ru-RU" sz="1800" dirty="0">
                <a:latin typeface="Arial" panose="020B0604020202020204" pitchFamily="34" charset="0"/>
                <a:cs typeface="Arial" panose="020B0604020202020204" pitchFamily="34" charset="0"/>
              </a:rPr>
              <a:t>, </a:t>
            </a:r>
            <a:r>
              <a:rPr lang="en-US" sz="1800" dirty="0" err="1">
                <a:latin typeface="Arial" panose="020B0604020202020204" pitchFamily="34" charset="0"/>
                <a:cs typeface="Arial" panose="020B0604020202020204" pitchFamily="34" charset="0"/>
              </a:rPr>
              <a:t>presC</a:t>
            </a:r>
            <a:r>
              <a:rPr lang="ru-RU" sz="1800" dirty="0">
                <a:latin typeface="Arial" panose="020B0604020202020204" pitchFamily="34" charset="0"/>
                <a:cs typeface="Arial" panose="020B0604020202020204" pitchFamily="34" charset="0"/>
              </a:rPr>
              <a:t>#)		- киностудии</a:t>
            </a:r>
            <a:r>
              <a:rPr lang="en-US" sz="1800" dirty="0">
                <a:latin typeface="Arial" panose="020B0604020202020204" pitchFamily="34" charset="0"/>
                <a:cs typeface="Arial" panose="020B0604020202020204" pitchFamily="34" charset="0"/>
              </a:rPr>
              <a:t>,</a:t>
            </a:r>
            <a:r>
              <a:rPr lang="ru-RU" sz="1800" dirty="0">
                <a:latin typeface="Arial" panose="020B0604020202020204" pitchFamily="34" charset="0"/>
                <a:cs typeface="Arial" panose="020B0604020202020204" pitchFamily="34" charset="0"/>
              </a:rPr>
              <a:t> где</a:t>
            </a:r>
          </a:p>
          <a:p>
            <a:pPr marL="0" indent="0">
              <a:lnSpc>
                <a:spcPct val="110000"/>
              </a:lnSpc>
              <a:spcBef>
                <a:spcPts val="0"/>
              </a:spcBef>
              <a:buFont typeface="Wingdings" panose="05000000000000000000" pitchFamily="2" charset="2"/>
              <a:buNone/>
              <a:defRPr/>
            </a:pPr>
            <a:r>
              <a:rPr lang="en-US" sz="1800" dirty="0" err="1">
                <a:latin typeface="Arial" panose="020B0604020202020204" pitchFamily="34" charset="0"/>
                <a:cs typeface="Arial" panose="020B0604020202020204" pitchFamily="34" charset="0"/>
              </a:rPr>
              <a:t>presC</a:t>
            </a:r>
            <a:r>
              <a:rPr lang="ru-RU" sz="1800" dirty="0">
                <a:latin typeface="Arial" panose="020B0604020202020204" pitchFamily="34" charset="0"/>
                <a:cs typeface="Arial" panose="020B0604020202020204" pitchFamily="34" charset="0"/>
              </a:rPr>
              <a:t># – сертификационный  номер президента киностудии</a:t>
            </a:r>
          </a:p>
          <a:p>
            <a:pPr marL="0" indent="0">
              <a:lnSpc>
                <a:spcPct val="110000"/>
              </a:lnSpc>
              <a:spcBef>
                <a:spcPts val="0"/>
              </a:spcBef>
              <a:buFont typeface="Wingdings" panose="05000000000000000000" pitchFamily="2" charset="2"/>
              <a:buNone/>
              <a:defRPr/>
            </a:pPr>
            <a:endParaRPr lang="ru-RU" sz="1800" u="sng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0" indent="0">
              <a:lnSpc>
                <a:spcPct val="110000"/>
              </a:lnSpc>
              <a:buFont typeface="Wingdings" panose="05000000000000000000" pitchFamily="2" charset="2"/>
              <a:buNone/>
              <a:defRPr/>
            </a:pPr>
            <a:r>
              <a:rPr lang="ru-RU" sz="1800" u="sng" dirty="0">
                <a:latin typeface="Arial" panose="020B0604020202020204" pitchFamily="34" charset="0"/>
                <a:cs typeface="Arial" panose="020B0604020202020204" pitchFamily="34" charset="0"/>
              </a:rPr>
              <a:t>Текст ограничения </a:t>
            </a:r>
            <a:r>
              <a:rPr lang="ru-RU" sz="1800" dirty="0">
                <a:latin typeface="Arial" panose="020B0604020202020204" pitchFamily="34" charset="0"/>
                <a:cs typeface="Arial" panose="020B0604020202020204" pitchFamily="34" charset="0"/>
              </a:rPr>
              <a:t> </a:t>
            </a:r>
          </a:p>
          <a:p>
            <a:pPr marL="0" indent="0">
              <a:lnSpc>
                <a:spcPct val="110000"/>
              </a:lnSpc>
              <a:buFont typeface="Wingdings" panose="05000000000000000000" pitchFamily="2" charset="2"/>
              <a:buNone/>
              <a:defRPr/>
            </a:pPr>
            <a:r>
              <a:rPr lang="en-US" sz="1800" dirty="0">
                <a:latin typeface="Arial" panose="020B0604020202020204" pitchFamily="34" charset="0"/>
                <a:cs typeface="Arial" panose="020B0604020202020204" pitchFamily="34" charset="0"/>
              </a:rPr>
              <a:t>CREATE ASSERTION </a:t>
            </a:r>
            <a:r>
              <a:rPr lang="en-US" sz="1800" dirty="0" err="1">
                <a:latin typeface="Arial" panose="020B0604020202020204" pitchFamily="34" charset="0"/>
                <a:cs typeface="Arial" panose="020B0604020202020204" pitchFamily="34" charset="0"/>
              </a:rPr>
              <a:t>RichPres</a:t>
            </a:r>
            <a:r>
              <a:rPr lang="en-US" sz="1800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endParaRPr lang="ru-RU" sz="1800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0" indent="0">
              <a:lnSpc>
                <a:spcPct val="110000"/>
              </a:lnSpc>
              <a:buFont typeface="Wingdings" panose="05000000000000000000" pitchFamily="2" charset="2"/>
              <a:buNone/>
              <a:defRPr/>
            </a:pPr>
            <a:r>
              <a:rPr lang="ru-RU" sz="1800" dirty="0">
                <a:latin typeface="Arial" panose="020B0604020202020204" pitchFamily="34" charset="0"/>
                <a:cs typeface="Arial" panose="020B0604020202020204" pitchFamily="34" charset="0"/>
              </a:rPr>
              <a:t>	</a:t>
            </a:r>
            <a:r>
              <a:rPr lang="en-US" sz="1800" dirty="0">
                <a:latin typeface="Arial" panose="020B0604020202020204" pitchFamily="34" charset="0"/>
                <a:cs typeface="Arial" panose="020B0604020202020204" pitchFamily="34" charset="0"/>
              </a:rPr>
              <a:t>CHECK (NOT EXISTS</a:t>
            </a:r>
            <a:endParaRPr lang="ru-RU" sz="1800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0" indent="0">
              <a:lnSpc>
                <a:spcPct val="110000"/>
              </a:lnSpc>
              <a:buFont typeface="Wingdings" panose="05000000000000000000" pitchFamily="2" charset="2"/>
              <a:buNone/>
              <a:defRPr/>
            </a:pPr>
            <a:r>
              <a:rPr lang="ru-RU" sz="1800" dirty="0">
                <a:latin typeface="Arial" panose="020B0604020202020204" pitchFamily="34" charset="0"/>
                <a:cs typeface="Arial" panose="020B0604020202020204" pitchFamily="34" charset="0"/>
              </a:rPr>
              <a:t>			</a:t>
            </a:r>
            <a:r>
              <a:rPr lang="en-US" sz="1800" dirty="0">
                <a:latin typeface="Arial" panose="020B0604020202020204" pitchFamily="34" charset="0"/>
                <a:cs typeface="Arial" panose="020B0604020202020204" pitchFamily="34" charset="0"/>
              </a:rPr>
              <a:t>(SELECT * </a:t>
            </a:r>
            <a:endParaRPr lang="ru-RU" sz="1800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0" indent="0">
              <a:lnSpc>
                <a:spcPct val="110000"/>
              </a:lnSpc>
              <a:buFont typeface="Wingdings" panose="05000000000000000000" pitchFamily="2" charset="2"/>
              <a:buNone/>
              <a:defRPr/>
            </a:pPr>
            <a:r>
              <a:rPr lang="ru-RU" sz="1800" dirty="0">
                <a:latin typeface="Arial" panose="020B0604020202020204" pitchFamily="34" charset="0"/>
                <a:cs typeface="Arial" panose="020B0604020202020204" pitchFamily="34" charset="0"/>
              </a:rPr>
              <a:t>			  </a:t>
            </a:r>
            <a:r>
              <a:rPr lang="en-US" sz="1800" dirty="0">
                <a:latin typeface="Arial" panose="020B0604020202020204" pitchFamily="34" charset="0"/>
                <a:cs typeface="Arial" panose="020B0604020202020204" pitchFamily="34" charset="0"/>
              </a:rPr>
              <a:t>FROM Studio, </a:t>
            </a:r>
            <a:r>
              <a:rPr lang="en-US" sz="1800" dirty="0" err="1">
                <a:latin typeface="Arial" panose="020B0604020202020204" pitchFamily="34" charset="0"/>
                <a:cs typeface="Arial" panose="020B0604020202020204" pitchFamily="34" charset="0"/>
              </a:rPr>
              <a:t>MovieExec</a:t>
            </a:r>
            <a:endParaRPr lang="ru-RU" sz="1800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0" indent="0">
              <a:lnSpc>
                <a:spcPct val="110000"/>
              </a:lnSpc>
              <a:buFont typeface="Wingdings" panose="05000000000000000000" pitchFamily="2" charset="2"/>
              <a:buNone/>
              <a:defRPr/>
            </a:pPr>
            <a:r>
              <a:rPr lang="ru-RU" sz="1800" dirty="0">
                <a:latin typeface="Arial" panose="020B0604020202020204" pitchFamily="34" charset="0"/>
                <a:cs typeface="Arial" panose="020B0604020202020204" pitchFamily="34" charset="0"/>
              </a:rPr>
              <a:t>			  </a:t>
            </a:r>
            <a:r>
              <a:rPr lang="en-US" sz="1800" dirty="0">
                <a:latin typeface="Arial" panose="020B0604020202020204" pitchFamily="34" charset="0"/>
                <a:cs typeface="Arial" panose="020B0604020202020204" pitchFamily="34" charset="0"/>
              </a:rPr>
              <a:t>WHERE </a:t>
            </a:r>
            <a:r>
              <a:rPr lang="en-US" sz="1800" dirty="0" err="1">
                <a:latin typeface="Arial" panose="020B0604020202020204" pitchFamily="34" charset="0"/>
                <a:cs typeface="Arial" panose="020B0604020202020204" pitchFamily="34" charset="0"/>
              </a:rPr>
              <a:t>presC</a:t>
            </a:r>
            <a:r>
              <a:rPr lang="en-US" sz="1800" dirty="0">
                <a:latin typeface="Arial" panose="020B0604020202020204" pitchFamily="34" charset="0"/>
                <a:cs typeface="Arial" panose="020B0604020202020204" pitchFamily="34" charset="0"/>
              </a:rPr>
              <a:t># = cert# </a:t>
            </a:r>
            <a:endParaRPr lang="ru-RU" sz="1800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0" indent="0">
              <a:lnSpc>
                <a:spcPct val="110000"/>
              </a:lnSpc>
              <a:buFont typeface="Wingdings" panose="05000000000000000000" pitchFamily="2" charset="2"/>
              <a:buNone/>
              <a:defRPr/>
            </a:pPr>
            <a:r>
              <a:rPr lang="ru-RU" sz="1800" dirty="0">
                <a:latin typeface="Arial" panose="020B0604020202020204" pitchFamily="34" charset="0"/>
                <a:cs typeface="Arial" panose="020B0604020202020204" pitchFamily="34" charset="0"/>
              </a:rPr>
              <a:t>				</a:t>
            </a:r>
            <a:r>
              <a:rPr lang="en-US" sz="1800" dirty="0">
                <a:latin typeface="Arial" panose="020B0604020202020204" pitchFamily="34" charset="0"/>
                <a:cs typeface="Arial" panose="020B0604020202020204" pitchFamily="34" charset="0"/>
              </a:rPr>
              <a:t>AND </a:t>
            </a:r>
            <a:r>
              <a:rPr lang="en-US" sz="1800" dirty="0" err="1">
                <a:latin typeface="Arial" panose="020B0604020202020204" pitchFamily="34" charset="0"/>
                <a:cs typeface="Arial" panose="020B0604020202020204" pitchFamily="34" charset="0"/>
              </a:rPr>
              <a:t>netWorth</a:t>
            </a:r>
            <a:r>
              <a:rPr lang="en-US" sz="1800" dirty="0">
                <a:latin typeface="Arial" panose="020B0604020202020204" pitchFamily="34" charset="0"/>
                <a:cs typeface="Arial" panose="020B0604020202020204" pitchFamily="34" charset="0"/>
              </a:rPr>
              <a:t> &lt; 10</a:t>
            </a:r>
            <a:r>
              <a:rPr lang="ru-RU" sz="1800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sz="1800" dirty="0">
                <a:latin typeface="Arial" panose="020B0604020202020204" pitchFamily="34" charset="0"/>
                <a:cs typeface="Arial" panose="020B0604020202020204" pitchFamily="34" charset="0"/>
              </a:rPr>
              <a:t>000</a:t>
            </a:r>
            <a:r>
              <a:rPr lang="ru-RU" sz="1800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sz="1800" dirty="0">
                <a:latin typeface="Arial" panose="020B0604020202020204" pitchFamily="34" charset="0"/>
                <a:cs typeface="Arial" panose="020B0604020202020204" pitchFamily="34" charset="0"/>
              </a:rPr>
              <a:t>000 </a:t>
            </a:r>
            <a:endParaRPr lang="ru-RU" sz="1800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0" indent="0">
              <a:lnSpc>
                <a:spcPct val="110000"/>
              </a:lnSpc>
              <a:buFont typeface="Wingdings" panose="05000000000000000000" pitchFamily="2" charset="2"/>
              <a:buNone/>
              <a:defRPr/>
            </a:pPr>
            <a:r>
              <a:rPr lang="ru-RU" sz="1800" dirty="0">
                <a:latin typeface="Arial" panose="020B0604020202020204" pitchFamily="34" charset="0"/>
                <a:cs typeface="Arial" panose="020B0604020202020204" pitchFamily="34" charset="0"/>
              </a:rPr>
              <a:t>			) </a:t>
            </a:r>
          </a:p>
          <a:p>
            <a:pPr marL="0" indent="0">
              <a:lnSpc>
                <a:spcPct val="110000"/>
              </a:lnSpc>
              <a:buFont typeface="Wingdings" panose="05000000000000000000" pitchFamily="2" charset="2"/>
              <a:buNone/>
              <a:defRPr/>
            </a:pPr>
            <a:r>
              <a:rPr lang="ru-RU" sz="1800" dirty="0">
                <a:latin typeface="Arial" panose="020B0604020202020204" pitchFamily="34" charset="0"/>
                <a:cs typeface="Arial" panose="020B0604020202020204" pitchFamily="34" charset="0"/>
              </a:rPr>
              <a:t>		   ) ;</a:t>
            </a:r>
            <a:endParaRPr lang="ru-RU" altLang="ru-RU" sz="18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10244" name="Номер слайда 3">
            <a:extLst>
              <a:ext uri="{FF2B5EF4-FFF2-40B4-BE49-F238E27FC236}">
                <a16:creationId xmlns:a16="http://schemas.microsoft.com/office/drawing/2014/main" id="{5603175A-6D96-4539-9056-A59ACFB13D9D}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20000"/>
              </a:spcBef>
              <a:buClr>
                <a:schemeClr val="bg2"/>
              </a:buClr>
              <a:buSzPct val="75000"/>
              <a:buFont typeface="Wingdings" panose="05000000000000000000" pitchFamily="2" charset="2"/>
              <a:buChar char="n"/>
              <a:defRPr sz="32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lr>
                <a:schemeClr val="accent2"/>
              </a:buClr>
              <a:buSzPct val="80000"/>
              <a:buFont typeface="Wingdings" panose="05000000000000000000" pitchFamily="2" charset="2"/>
              <a:buChar char="¨"/>
              <a:defRPr sz="28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lr>
                <a:schemeClr val="bg2"/>
              </a:buClr>
              <a:buSzPct val="65000"/>
              <a:buFont typeface="Wingdings" panose="05000000000000000000" pitchFamily="2" charset="2"/>
              <a:buChar char="n"/>
              <a:defRPr sz="24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70000"/>
              <a:buFont typeface="Wingdings" panose="05000000000000000000" pitchFamily="2" charset="2"/>
              <a:buChar char="¨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lr>
                <a:schemeClr val="bg2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>
              <a:spcBef>
                <a:spcPct val="0"/>
              </a:spcBef>
              <a:buClrTx/>
              <a:buSzTx/>
              <a:buFontTx/>
              <a:buNone/>
            </a:pPr>
            <a:fld id="{E0C2613E-DEFD-4F63-81A5-2B9556D76FF6}" type="slidenum">
              <a:rPr lang="ru-RU" altLang="ru-RU" sz="1200" smtClean="0">
                <a:latin typeface="Arial Black" panose="020B0A04020102020204" pitchFamily="34" charset="0"/>
              </a:rPr>
              <a:pPr>
                <a:spcBef>
                  <a:spcPct val="0"/>
                </a:spcBef>
                <a:buClrTx/>
                <a:buSzTx/>
                <a:buFontTx/>
                <a:buNone/>
              </a:pPr>
              <a:t>7</a:t>
            </a:fld>
            <a:endParaRPr lang="ru-RU" altLang="ru-RU" sz="1200">
              <a:latin typeface="Arial Black" panose="020B0A04020102020204" pitchFamily="34" charset="0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7" dur="500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12" dur="500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22" presetClass="entr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17" dur="500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8" presetID="22" presetClass="entr" presetSubtype="1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20" dur="500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22" presetClass="entr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25" dur="500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6" presetID="22" presetClass="entr" presetSubtype="1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28" dur="500"/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9" fill="hold">
                      <p:stCondLst>
                        <p:cond delay="indefinite"/>
                      </p:stCondLst>
                      <p:childTnLst>
                        <p:par>
                          <p:cTn id="30" fill="hold">
                            <p:stCondLst>
                              <p:cond delay="0"/>
                            </p:stCondLst>
                            <p:childTnLst>
                              <p:par>
                                <p:cTn id="31" presetID="22" presetClass="entr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33" dur="500"/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4" presetID="22" presetClass="entr" presetSubtype="1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36" dur="500"/>
                                        <p:tgtEl>
                                          <p:spTgt spid="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7" presetID="22" presetClass="entr" presetSubtype="1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39" dur="500"/>
                                        <p:tgtEl>
                                          <p:spTgt spid="3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0" presetID="22" presetClass="entr" presetSubtype="1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42" dur="500"/>
                                        <p:tgtEl>
                                          <p:spTgt spid="3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3" presetID="22" presetClass="entr" presetSubtype="1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1" end="1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45" dur="500"/>
                                        <p:tgtEl>
                                          <p:spTgt spid="3">
                                            <p:txEl>
                                              <p:pRg st="11" end="1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6" presetID="22" presetClass="entr" presetSubtype="1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2" end="1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48" dur="500"/>
                                        <p:tgtEl>
                                          <p:spTgt spid="3">
                                            <p:txEl>
                                              <p:pRg st="12" end="1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9" presetID="22" presetClass="entr" presetSubtype="1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3" end="1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51" dur="500"/>
                                        <p:tgtEl>
                                          <p:spTgt spid="3">
                                            <p:txEl>
                                              <p:pRg st="13" end="1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2" presetID="22" presetClass="entr" presetSubtype="1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4" end="1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54" dur="500"/>
                                        <p:tgtEl>
                                          <p:spTgt spid="3">
                                            <p:txEl>
                                              <p:pRg st="14" end="1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5" presetID="22" presetClass="entr" presetSubtype="1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5" end="1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57" dur="500"/>
                                        <p:tgtEl>
                                          <p:spTgt spid="3">
                                            <p:txEl>
                                              <p:pRg st="15" end="1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uiExpand="1" build="p"/>
    </p:bld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99" name="Rectangle 3">
            <a:extLst>
              <a:ext uri="{FF2B5EF4-FFF2-40B4-BE49-F238E27FC236}">
                <a16:creationId xmlns:a16="http://schemas.microsoft.com/office/drawing/2014/main" id="{C0975862-6797-48A9-8F07-7F6F52600053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xfrm>
            <a:off x="179388" y="836613"/>
            <a:ext cx="8980487" cy="5735637"/>
          </a:xfrm>
        </p:spPr>
        <p:txBody>
          <a:bodyPr/>
          <a:lstStyle/>
          <a:p>
            <a:pPr marL="609600" indent="-609600">
              <a:defRPr/>
            </a:pPr>
            <a:r>
              <a:rPr lang="ru-RU" sz="2800" dirty="0"/>
              <a:t>Ограничение общего вида можно заменить ограничениями CHECK уровня таблицы, объявленных в составе тех же отношений</a:t>
            </a:r>
          </a:p>
          <a:p>
            <a:pPr marL="0" indent="0">
              <a:buFont typeface="Wingdings" panose="05000000000000000000" pitchFamily="2" charset="2"/>
              <a:buNone/>
              <a:defRPr/>
            </a:pPr>
            <a:r>
              <a:rPr lang="en-US" sz="2400" dirty="0"/>
              <a:t>CREATE TABLE Studio</a:t>
            </a:r>
            <a:endParaRPr lang="ru-RU" sz="2400" dirty="0"/>
          </a:p>
          <a:p>
            <a:pPr marL="0" indent="0">
              <a:buFont typeface="Wingdings" panose="05000000000000000000" pitchFamily="2" charset="2"/>
              <a:buNone/>
              <a:defRPr/>
            </a:pPr>
            <a:r>
              <a:rPr lang="en-US" sz="2400" dirty="0"/>
              <a:t> </a:t>
            </a:r>
            <a:r>
              <a:rPr lang="ru-RU" sz="2400" dirty="0"/>
              <a:t>      </a:t>
            </a:r>
            <a:r>
              <a:rPr lang="en-US" sz="2400" dirty="0"/>
              <a:t>(</a:t>
            </a:r>
            <a:r>
              <a:rPr lang="ru-RU" sz="2400" dirty="0"/>
              <a:t>	</a:t>
            </a:r>
            <a:r>
              <a:rPr lang="en-US" sz="2400" dirty="0"/>
              <a:t>name </a:t>
            </a:r>
            <a:r>
              <a:rPr lang="ru-RU" sz="2400" dirty="0"/>
              <a:t>		</a:t>
            </a:r>
            <a:r>
              <a:rPr lang="en-US" sz="2400" dirty="0"/>
              <a:t>CHAR(30) PRIMARY KEY,</a:t>
            </a:r>
            <a:endParaRPr lang="ru-RU" sz="2400" dirty="0"/>
          </a:p>
          <a:p>
            <a:pPr marL="0" indent="0">
              <a:buFont typeface="Wingdings" panose="05000000000000000000" pitchFamily="2" charset="2"/>
              <a:buNone/>
              <a:defRPr/>
            </a:pPr>
            <a:r>
              <a:rPr lang="ru-RU" sz="2400" dirty="0"/>
              <a:t>	</a:t>
            </a:r>
            <a:r>
              <a:rPr lang="en-US" sz="2400" dirty="0"/>
              <a:t>address </a:t>
            </a:r>
            <a:r>
              <a:rPr lang="ru-RU" sz="2400" dirty="0"/>
              <a:t>	</a:t>
            </a:r>
            <a:r>
              <a:rPr lang="en-US" sz="2400" dirty="0"/>
              <a:t>VARCHAR(255),</a:t>
            </a:r>
            <a:endParaRPr lang="ru-RU" sz="2400" dirty="0"/>
          </a:p>
          <a:p>
            <a:pPr marL="0" indent="0">
              <a:buFont typeface="Wingdings" panose="05000000000000000000" pitchFamily="2" charset="2"/>
              <a:buNone/>
              <a:defRPr/>
            </a:pPr>
            <a:r>
              <a:rPr lang="ru-RU" sz="2400" dirty="0"/>
              <a:t>	</a:t>
            </a:r>
            <a:r>
              <a:rPr lang="en-US" sz="2400" dirty="0" err="1"/>
              <a:t>presC</a:t>
            </a:r>
            <a:r>
              <a:rPr lang="en-US" sz="2400" dirty="0"/>
              <a:t># </a:t>
            </a:r>
            <a:r>
              <a:rPr lang="ru-RU" sz="2400" dirty="0"/>
              <a:t>	</a:t>
            </a:r>
            <a:r>
              <a:rPr lang="en-US" sz="2400" dirty="0"/>
              <a:t>INT REFERENCES </a:t>
            </a:r>
            <a:r>
              <a:rPr lang="en-US" sz="2400" dirty="0" err="1"/>
              <a:t>MovieExec</a:t>
            </a:r>
            <a:r>
              <a:rPr lang="en-US" sz="2400" dirty="0"/>
              <a:t>(cert#) ,</a:t>
            </a:r>
            <a:endParaRPr lang="ru-RU" sz="2400" dirty="0"/>
          </a:p>
          <a:p>
            <a:pPr marL="0" indent="0">
              <a:buFont typeface="Wingdings" panose="05000000000000000000" pitchFamily="2" charset="2"/>
              <a:buNone/>
              <a:defRPr/>
            </a:pPr>
            <a:r>
              <a:rPr lang="ru-RU" sz="2400" dirty="0"/>
              <a:t>		</a:t>
            </a:r>
            <a:r>
              <a:rPr lang="en-US" sz="2400" dirty="0"/>
              <a:t>CHECK </a:t>
            </a:r>
            <a:r>
              <a:rPr lang="en-US" sz="2400" b="1" dirty="0">
                <a:solidFill>
                  <a:srgbClr val="00B050"/>
                </a:solidFill>
              </a:rPr>
              <a:t>( </a:t>
            </a:r>
            <a:r>
              <a:rPr lang="en-US" sz="2400" dirty="0" err="1"/>
              <a:t>presC</a:t>
            </a:r>
            <a:r>
              <a:rPr lang="en-US" sz="2400" dirty="0"/>
              <a:t># NOT IN</a:t>
            </a:r>
            <a:endParaRPr lang="ru-RU" sz="2400" dirty="0"/>
          </a:p>
          <a:p>
            <a:pPr marL="0" indent="0">
              <a:buFont typeface="Wingdings" panose="05000000000000000000" pitchFamily="2" charset="2"/>
              <a:buNone/>
              <a:defRPr/>
            </a:pPr>
            <a:r>
              <a:rPr lang="ru-RU" sz="2400" dirty="0"/>
              <a:t>				</a:t>
            </a:r>
            <a:r>
              <a:rPr lang="en-US" sz="2400" dirty="0">
                <a:solidFill>
                  <a:schemeClr val="bg2">
                    <a:lumMod val="60000"/>
                    <a:lumOff val="40000"/>
                  </a:schemeClr>
                </a:solidFill>
              </a:rPr>
              <a:t>(</a:t>
            </a:r>
            <a:r>
              <a:rPr lang="en-US" sz="2400" dirty="0"/>
              <a:t>SELECT cert# </a:t>
            </a:r>
            <a:endParaRPr lang="ru-RU" sz="2400" dirty="0"/>
          </a:p>
          <a:p>
            <a:pPr marL="0" indent="0">
              <a:buFont typeface="Wingdings" panose="05000000000000000000" pitchFamily="2" charset="2"/>
              <a:buNone/>
              <a:defRPr/>
            </a:pPr>
            <a:r>
              <a:rPr lang="ru-RU" sz="2400" dirty="0"/>
              <a:t>			 	 </a:t>
            </a:r>
            <a:r>
              <a:rPr lang="en-US" sz="2400" dirty="0"/>
              <a:t>FROM </a:t>
            </a:r>
            <a:r>
              <a:rPr lang="en-US" sz="2400" dirty="0" err="1"/>
              <a:t>MovieExec</a:t>
            </a:r>
            <a:r>
              <a:rPr lang="en-US" sz="2400" dirty="0"/>
              <a:t> </a:t>
            </a:r>
            <a:endParaRPr lang="ru-RU" sz="2400" dirty="0"/>
          </a:p>
          <a:p>
            <a:pPr marL="0" indent="0">
              <a:buFont typeface="Wingdings" panose="05000000000000000000" pitchFamily="2" charset="2"/>
              <a:buNone/>
              <a:defRPr/>
            </a:pPr>
            <a:r>
              <a:rPr lang="ru-RU" sz="2400" dirty="0"/>
              <a:t>				 </a:t>
            </a:r>
            <a:r>
              <a:rPr lang="en-US" sz="2400" dirty="0"/>
              <a:t>WHERE </a:t>
            </a:r>
            <a:r>
              <a:rPr lang="en-US" sz="2400" dirty="0" err="1"/>
              <a:t>netWorth</a:t>
            </a:r>
            <a:r>
              <a:rPr lang="en-US" sz="2400" dirty="0"/>
              <a:t> &lt; 10 000 000</a:t>
            </a:r>
            <a:r>
              <a:rPr lang="en-US" sz="2400" dirty="0">
                <a:solidFill>
                  <a:schemeClr val="bg2">
                    <a:lumMod val="60000"/>
                    <a:lumOff val="40000"/>
                  </a:schemeClr>
                </a:solidFill>
              </a:rPr>
              <a:t>)</a:t>
            </a:r>
            <a:r>
              <a:rPr lang="en-US" sz="2400" dirty="0"/>
              <a:t> </a:t>
            </a:r>
            <a:endParaRPr lang="ru-RU" sz="2400" dirty="0"/>
          </a:p>
          <a:p>
            <a:pPr marL="0" indent="0">
              <a:buFont typeface="Wingdings" panose="05000000000000000000" pitchFamily="2" charset="2"/>
              <a:buNone/>
              <a:defRPr/>
            </a:pPr>
            <a:r>
              <a:rPr lang="ru-RU" sz="2400" dirty="0"/>
              <a:t>			</a:t>
            </a:r>
            <a:r>
              <a:rPr lang="en-US" sz="2400" dirty="0"/>
              <a:t>    </a:t>
            </a:r>
            <a:r>
              <a:rPr lang="en-US" sz="2400" b="1" dirty="0"/>
              <a:t> </a:t>
            </a:r>
            <a:r>
              <a:rPr lang="en-US" sz="2400" b="1" dirty="0">
                <a:solidFill>
                  <a:srgbClr val="00B050"/>
                </a:solidFill>
              </a:rPr>
              <a:t>) </a:t>
            </a:r>
            <a:endParaRPr lang="ru-RU" sz="2400" b="1" dirty="0">
              <a:solidFill>
                <a:srgbClr val="00B050"/>
              </a:solidFill>
            </a:endParaRPr>
          </a:p>
          <a:p>
            <a:pPr marL="0" indent="0">
              <a:buFont typeface="Wingdings" panose="05000000000000000000" pitchFamily="2" charset="2"/>
              <a:buNone/>
              <a:defRPr/>
            </a:pPr>
            <a:r>
              <a:rPr lang="ru-RU" sz="2400" dirty="0"/>
              <a:t>      </a:t>
            </a:r>
            <a:r>
              <a:rPr lang="en-US" sz="2400" dirty="0"/>
              <a:t>);</a:t>
            </a:r>
            <a:endParaRPr lang="ru-RU" sz="2400" dirty="0"/>
          </a:p>
          <a:p>
            <a:pPr marL="609600" indent="-609600">
              <a:defRPr/>
            </a:pPr>
            <a:endParaRPr lang="ru-RU" sz="2000" dirty="0"/>
          </a:p>
        </p:txBody>
      </p:sp>
      <p:sp>
        <p:nvSpPr>
          <p:cNvPr id="11267" name="Номер слайда 3">
            <a:extLst>
              <a:ext uri="{FF2B5EF4-FFF2-40B4-BE49-F238E27FC236}">
                <a16:creationId xmlns:a16="http://schemas.microsoft.com/office/drawing/2014/main" id="{F1C28D9A-3902-4DF6-B835-4CAA4B2A4307}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20000"/>
              </a:spcBef>
              <a:buClr>
                <a:schemeClr val="bg2"/>
              </a:buClr>
              <a:buSzPct val="75000"/>
              <a:buFont typeface="Wingdings" panose="05000000000000000000" pitchFamily="2" charset="2"/>
              <a:buChar char="n"/>
              <a:defRPr sz="32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lr>
                <a:schemeClr val="accent2"/>
              </a:buClr>
              <a:buSzPct val="80000"/>
              <a:buFont typeface="Wingdings" panose="05000000000000000000" pitchFamily="2" charset="2"/>
              <a:buChar char="¨"/>
              <a:defRPr sz="28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lr>
                <a:schemeClr val="bg2"/>
              </a:buClr>
              <a:buSzPct val="65000"/>
              <a:buFont typeface="Wingdings" panose="05000000000000000000" pitchFamily="2" charset="2"/>
              <a:buChar char="n"/>
              <a:defRPr sz="24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70000"/>
              <a:buFont typeface="Wingdings" panose="05000000000000000000" pitchFamily="2" charset="2"/>
              <a:buChar char="¨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lr>
                <a:schemeClr val="bg2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>
              <a:spcBef>
                <a:spcPct val="0"/>
              </a:spcBef>
              <a:buClrTx/>
              <a:buSzTx/>
              <a:buFontTx/>
              <a:buNone/>
            </a:pPr>
            <a:fld id="{64BC3F8B-7D3C-41EB-9B3D-059FA18C54D0}" type="slidenum">
              <a:rPr lang="ru-RU" altLang="ru-RU" sz="1200" smtClean="0">
                <a:latin typeface="Arial Black" panose="020B0A04020102020204" pitchFamily="34" charset="0"/>
              </a:rPr>
              <a:pPr>
                <a:spcBef>
                  <a:spcPct val="0"/>
                </a:spcBef>
                <a:buClrTx/>
                <a:buSzTx/>
                <a:buFontTx/>
                <a:buNone/>
              </a:pPr>
              <a:t>8</a:t>
            </a:fld>
            <a:endParaRPr lang="ru-RU" altLang="ru-RU" sz="1200">
              <a:latin typeface="Arial Black" panose="020B0A04020102020204" pitchFamily="34" charset="0"/>
            </a:endParaRPr>
          </a:p>
        </p:txBody>
      </p:sp>
      <p:sp>
        <p:nvSpPr>
          <p:cNvPr id="5" name="Заголовок 1">
            <a:extLst>
              <a:ext uri="{FF2B5EF4-FFF2-40B4-BE49-F238E27FC236}">
                <a16:creationId xmlns:a16="http://schemas.microsoft.com/office/drawing/2014/main" id="{8838FAC8-52BB-4C49-8585-9C8F344DEB59}"/>
              </a:ext>
            </a:extLst>
          </p:cNvPr>
          <p:cNvSpPr txBox="1">
            <a:spLocks/>
          </p:cNvSpPr>
          <p:nvPr/>
        </p:nvSpPr>
        <p:spPr bwMode="auto">
          <a:xfrm>
            <a:off x="457200" y="119063"/>
            <a:ext cx="8229600" cy="595312"/>
          </a:xfrm>
          <a:prstGeom prst="rect">
            <a:avLst/>
          </a:prstGeom>
          <a:noFill/>
          <a:ln>
            <a:noFill/>
          </a:ln>
        </p:spPr>
        <p:txBody>
          <a:bodyPr anchor="ctr"/>
          <a:lstStyle>
            <a:lvl1pPr algn="l" rtl="0" eaLnBrk="0" fontAlgn="base" hangingPunct="0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  <a:lvl2pPr algn="l" rtl="0" eaLnBrk="0" fontAlgn="base" hangingPunct="0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1"/>
                </a:solidFill>
                <a:latin typeface="Arial" charset="0"/>
                <a:cs typeface="Arial" charset="0"/>
              </a:defRPr>
            </a:lvl2pPr>
            <a:lvl3pPr algn="l" rtl="0" eaLnBrk="0" fontAlgn="base" hangingPunct="0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1"/>
                </a:solidFill>
                <a:latin typeface="Arial" charset="0"/>
                <a:cs typeface="Arial" charset="0"/>
              </a:defRPr>
            </a:lvl3pPr>
            <a:lvl4pPr algn="l" rtl="0" eaLnBrk="0" fontAlgn="base" hangingPunct="0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1"/>
                </a:solidFill>
                <a:latin typeface="Arial" charset="0"/>
                <a:cs typeface="Arial" charset="0"/>
              </a:defRPr>
            </a:lvl4pPr>
            <a:lvl5pPr algn="l" rtl="0" eaLnBrk="0" fontAlgn="base" hangingPunct="0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1"/>
                </a:solidFill>
                <a:latin typeface="Arial" charset="0"/>
                <a:cs typeface="Arial" charset="0"/>
              </a:defRPr>
            </a:lvl5pPr>
            <a:lvl6pPr marL="457200" algn="l" rtl="0" fontAlgn="base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1"/>
                </a:solidFill>
                <a:latin typeface="Arial" charset="0"/>
                <a:cs typeface="Arial" charset="0"/>
              </a:defRPr>
            </a:lvl6pPr>
            <a:lvl7pPr marL="914400" algn="l" rtl="0" fontAlgn="base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1"/>
                </a:solidFill>
                <a:latin typeface="Arial" charset="0"/>
                <a:cs typeface="Arial" charset="0"/>
              </a:defRPr>
            </a:lvl7pPr>
            <a:lvl8pPr marL="1371600" algn="l" rtl="0" fontAlgn="base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1"/>
                </a:solidFill>
                <a:latin typeface="Arial" charset="0"/>
                <a:cs typeface="Arial" charset="0"/>
              </a:defRPr>
            </a:lvl8pPr>
            <a:lvl9pPr marL="1828800" algn="l" rtl="0" fontAlgn="base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1"/>
                </a:solidFill>
                <a:latin typeface="Arial" charset="0"/>
                <a:cs typeface="Arial" charset="0"/>
              </a:defRPr>
            </a:lvl9pPr>
          </a:lstStyle>
          <a:p>
            <a:pPr algn="ctr">
              <a:defRPr/>
            </a:pPr>
            <a:r>
              <a:rPr lang="ru-RU" altLang="ru-RU" sz="3600" kern="0" dirty="0">
                <a:solidFill>
                  <a:schemeClr val="bg2"/>
                </a:solidFill>
              </a:rPr>
              <a:t>Альтернативы </a:t>
            </a:r>
            <a:r>
              <a:rPr lang="en-US" altLang="ru-RU" sz="3600" kern="0" dirty="0">
                <a:solidFill>
                  <a:schemeClr val="bg2"/>
                </a:solidFill>
              </a:rPr>
              <a:t>ASSERTION</a:t>
            </a:r>
            <a:endParaRPr lang="ru-RU" altLang="ru-RU" sz="3600" kern="0" dirty="0">
              <a:solidFill>
                <a:schemeClr val="bg2"/>
              </a:solidFill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267" name="Rectangle 3">
            <a:extLst>
              <a:ext uri="{FF2B5EF4-FFF2-40B4-BE49-F238E27FC236}">
                <a16:creationId xmlns:a16="http://schemas.microsoft.com/office/drawing/2014/main" id="{2EC52C6A-64C7-41CC-9EFA-D0C67C366165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xfrm>
            <a:off x="125413" y="736600"/>
            <a:ext cx="8893175" cy="6121400"/>
          </a:xfrm>
        </p:spPr>
        <p:txBody>
          <a:bodyPr>
            <a:normAutofit fontScale="62500" lnSpcReduction="20000"/>
          </a:bodyPr>
          <a:lstStyle/>
          <a:p>
            <a:pPr>
              <a:lnSpc>
                <a:spcPct val="120000"/>
              </a:lnSpc>
              <a:defRPr/>
            </a:pPr>
            <a:r>
              <a:rPr lang="ru-RU" sz="2400" dirty="0"/>
              <a:t>Необходимо заметить, что ограничение, показанное выше, будет проверяться </a:t>
            </a:r>
            <a:r>
              <a:rPr lang="ru-RU" sz="2400" dirty="0">
                <a:solidFill>
                  <a:schemeClr val="bg2">
                    <a:lumMod val="60000"/>
                    <a:lumOff val="40000"/>
                  </a:schemeClr>
                </a:solidFill>
              </a:rPr>
              <a:t>только при изменении содержимого "родного" отношения </a:t>
            </a:r>
            <a:r>
              <a:rPr lang="en-US" sz="2400" dirty="0">
                <a:solidFill>
                  <a:schemeClr val="bg2">
                    <a:lumMod val="60000"/>
                    <a:lumOff val="40000"/>
                  </a:schemeClr>
                </a:solidFill>
              </a:rPr>
              <a:t>STUDIO</a:t>
            </a:r>
            <a:r>
              <a:rPr lang="ru-RU" sz="2400" dirty="0">
                <a:solidFill>
                  <a:schemeClr val="bg2">
                    <a:lumMod val="60000"/>
                    <a:lumOff val="40000"/>
                  </a:schemeClr>
                </a:solidFill>
              </a:rPr>
              <a:t>. </a:t>
            </a:r>
          </a:p>
          <a:p>
            <a:pPr>
              <a:lnSpc>
                <a:spcPct val="120000"/>
              </a:lnSpc>
              <a:defRPr/>
            </a:pPr>
            <a:r>
              <a:rPr lang="ru-RU" sz="2400" dirty="0"/>
              <a:t>Система не может выявить, например</a:t>
            </a:r>
            <a:r>
              <a:rPr lang="ru-RU" sz="2400"/>
              <a:t>, ситуацию</a:t>
            </a:r>
            <a:r>
              <a:rPr lang="ru-RU" sz="2400" dirty="0"/>
              <a:t>, когда значение компонента </a:t>
            </a:r>
            <a:r>
              <a:rPr lang="en-US" sz="2400" dirty="0" err="1">
                <a:solidFill>
                  <a:schemeClr val="bg2">
                    <a:lumMod val="60000"/>
                    <a:lumOff val="40000"/>
                  </a:schemeClr>
                </a:solidFill>
              </a:rPr>
              <a:t>netWorth</a:t>
            </a:r>
            <a:r>
              <a:rPr lang="en-US" sz="2400" dirty="0"/>
              <a:t> </a:t>
            </a:r>
            <a:r>
              <a:rPr lang="ru-RU" sz="2400" dirty="0"/>
              <a:t>кортежа </a:t>
            </a:r>
            <a:r>
              <a:rPr lang="en-US" sz="2400" dirty="0" err="1">
                <a:solidFill>
                  <a:schemeClr val="bg2">
                    <a:lumMod val="60000"/>
                    <a:lumOff val="40000"/>
                  </a:schemeClr>
                </a:solidFill>
              </a:rPr>
              <a:t>MovieExec</a:t>
            </a:r>
            <a:r>
              <a:rPr lang="en-US" sz="2400" dirty="0"/>
              <a:t> </a:t>
            </a:r>
            <a:r>
              <a:rPr lang="ru-RU" sz="2400" dirty="0"/>
              <a:t>с информацией о президенте какой-либо студии </a:t>
            </a:r>
            <a:r>
              <a:rPr lang="ru-RU" sz="2400" dirty="0">
                <a:solidFill>
                  <a:schemeClr val="bg2">
                    <a:lumMod val="60000"/>
                    <a:lumOff val="40000"/>
                  </a:schemeClr>
                </a:solidFill>
              </a:rPr>
              <a:t>снижается и становится меньше заветных 10 миллионов долларов</a:t>
            </a:r>
            <a:r>
              <a:rPr lang="ru-RU" sz="2400" dirty="0"/>
              <a:t>.</a:t>
            </a:r>
          </a:p>
          <a:p>
            <a:pPr>
              <a:lnSpc>
                <a:spcPct val="120000"/>
              </a:lnSpc>
              <a:defRPr/>
            </a:pPr>
            <a:r>
              <a:rPr lang="ru-RU" sz="2400" dirty="0"/>
              <a:t> Чтобы получить решение, которое можно было бы считать полноценной альтернативой ограничению "общего вида", в</a:t>
            </a:r>
            <a:r>
              <a:rPr lang="ru-RU" sz="2400" i="1" dirty="0"/>
              <a:t> </a:t>
            </a:r>
            <a:r>
              <a:rPr lang="ru-RU" sz="2400" dirty="0"/>
              <a:t>составе отношения </a:t>
            </a:r>
            <a:r>
              <a:rPr lang="en-US" sz="2400" dirty="0" err="1"/>
              <a:t>MovieExec</a:t>
            </a:r>
            <a:r>
              <a:rPr lang="en-US" sz="2400" dirty="0"/>
              <a:t> </a:t>
            </a:r>
            <a:r>
              <a:rPr lang="ru-RU" sz="2400" dirty="0"/>
              <a:t>надлежит объявить </a:t>
            </a:r>
            <a:r>
              <a:rPr lang="ru-RU" sz="2400" dirty="0">
                <a:solidFill>
                  <a:schemeClr val="bg2">
                    <a:lumMod val="60000"/>
                    <a:lumOff val="40000"/>
                  </a:schemeClr>
                </a:solidFill>
              </a:rPr>
              <a:t>дополнительное ограничение </a:t>
            </a:r>
            <a:r>
              <a:rPr lang="en-US" sz="2400" dirty="0">
                <a:solidFill>
                  <a:schemeClr val="bg2">
                    <a:lumMod val="60000"/>
                    <a:lumOff val="40000"/>
                  </a:schemeClr>
                </a:solidFill>
              </a:rPr>
              <a:t>CHECK</a:t>
            </a:r>
            <a:r>
              <a:rPr lang="ru-RU" sz="2400" dirty="0"/>
              <a:t>, о том, что значение </a:t>
            </a:r>
            <a:r>
              <a:rPr lang="en-US" sz="2400" dirty="0" err="1"/>
              <a:t>netWorth</a:t>
            </a:r>
            <a:r>
              <a:rPr lang="en-US" sz="2400" dirty="0"/>
              <a:t> </a:t>
            </a:r>
            <a:r>
              <a:rPr lang="ru-RU" sz="2400" dirty="0"/>
              <a:t>не должно быть меньше 10 000 000, если кинопродюсер является президентом какой-либо киностудии</a:t>
            </a:r>
            <a:r>
              <a:rPr lang="en-US" sz="2400" dirty="0"/>
              <a:t>.</a:t>
            </a:r>
            <a:endParaRPr lang="ru-RU" sz="2400" dirty="0"/>
          </a:p>
          <a:p>
            <a:pPr marL="0" indent="0">
              <a:lnSpc>
                <a:spcPct val="120000"/>
              </a:lnSpc>
              <a:buFont typeface="Wingdings" panose="05000000000000000000" pitchFamily="2" charset="2"/>
              <a:buNone/>
              <a:defRPr/>
            </a:pPr>
            <a:r>
              <a:rPr lang="en-US" sz="2400" dirty="0"/>
              <a:t>CREATE TABLE </a:t>
            </a:r>
            <a:r>
              <a:rPr lang="en-US" sz="2400" dirty="0" err="1"/>
              <a:t>MovieExec</a:t>
            </a:r>
            <a:endParaRPr lang="ru-RU" sz="2400" dirty="0"/>
          </a:p>
          <a:p>
            <a:pPr marL="0" indent="0">
              <a:lnSpc>
                <a:spcPct val="120000"/>
              </a:lnSpc>
              <a:buFont typeface="Wingdings" panose="05000000000000000000" pitchFamily="2" charset="2"/>
              <a:buNone/>
              <a:defRPr/>
            </a:pPr>
            <a:r>
              <a:rPr lang="en-US" sz="2400" dirty="0"/>
              <a:t> 	(name </a:t>
            </a:r>
            <a:r>
              <a:rPr lang="ru-RU" sz="2400" dirty="0"/>
              <a:t>		</a:t>
            </a:r>
            <a:r>
              <a:rPr lang="en-US" sz="2400" dirty="0"/>
              <a:t>CHAR(30) PRIMARY KEY,</a:t>
            </a:r>
            <a:endParaRPr lang="ru-RU" sz="2400" dirty="0"/>
          </a:p>
          <a:p>
            <a:pPr marL="0" indent="0">
              <a:lnSpc>
                <a:spcPct val="120000"/>
              </a:lnSpc>
              <a:buFont typeface="Wingdings" panose="05000000000000000000" pitchFamily="2" charset="2"/>
              <a:buNone/>
              <a:defRPr/>
            </a:pPr>
            <a:r>
              <a:rPr lang="ru-RU" sz="2400" dirty="0"/>
              <a:t>	</a:t>
            </a:r>
            <a:r>
              <a:rPr lang="en-US" sz="2400" dirty="0"/>
              <a:t>address </a:t>
            </a:r>
            <a:r>
              <a:rPr lang="ru-RU" sz="2400" dirty="0"/>
              <a:t>		</a:t>
            </a:r>
            <a:r>
              <a:rPr lang="en-US" sz="2400" dirty="0"/>
              <a:t>VARCHAR(255),</a:t>
            </a:r>
            <a:endParaRPr lang="ru-RU" sz="2400" dirty="0"/>
          </a:p>
          <a:p>
            <a:pPr marL="0" indent="0">
              <a:lnSpc>
                <a:spcPct val="120000"/>
              </a:lnSpc>
              <a:buFont typeface="Wingdings" panose="05000000000000000000" pitchFamily="2" charset="2"/>
              <a:buNone/>
              <a:defRPr/>
            </a:pPr>
            <a:r>
              <a:rPr lang="ru-RU" sz="2400" dirty="0"/>
              <a:t>	</a:t>
            </a:r>
            <a:r>
              <a:rPr lang="en-US" sz="2400" dirty="0"/>
              <a:t>cert</a:t>
            </a:r>
            <a:r>
              <a:rPr lang="ru-RU" sz="2400" dirty="0"/>
              <a:t>#		</a:t>
            </a:r>
            <a:r>
              <a:rPr lang="en-US" sz="2400" dirty="0"/>
              <a:t>INT,</a:t>
            </a:r>
            <a:endParaRPr lang="ru-RU" sz="2400" dirty="0"/>
          </a:p>
          <a:p>
            <a:pPr marL="0" indent="0">
              <a:lnSpc>
                <a:spcPct val="120000"/>
              </a:lnSpc>
              <a:buFont typeface="Wingdings" panose="05000000000000000000" pitchFamily="2" charset="2"/>
              <a:buNone/>
              <a:defRPr/>
            </a:pPr>
            <a:r>
              <a:rPr lang="ru-RU" sz="2400" dirty="0"/>
              <a:t>	</a:t>
            </a:r>
            <a:r>
              <a:rPr lang="en-US" sz="2400" dirty="0" err="1"/>
              <a:t>netWorth</a:t>
            </a:r>
            <a:r>
              <a:rPr lang="ru-RU" sz="2400" dirty="0"/>
              <a:t>	</a:t>
            </a:r>
            <a:r>
              <a:rPr lang="en-US" sz="2400" dirty="0"/>
              <a:t>	INT,</a:t>
            </a:r>
          </a:p>
          <a:p>
            <a:pPr marL="0" indent="0">
              <a:lnSpc>
                <a:spcPct val="120000"/>
              </a:lnSpc>
              <a:buFont typeface="Wingdings" panose="05000000000000000000" pitchFamily="2" charset="2"/>
              <a:buNone/>
              <a:defRPr/>
            </a:pPr>
            <a:r>
              <a:rPr lang="ru-RU" sz="2400" dirty="0"/>
              <a:t>	</a:t>
            </a:r>
            <a:r>
              <a:rPr lang="en-US" sz="2400" dirty="0"/>
              <a:t>CHECK (cert</a:t>
            </a:r>
            <a:r>
              <a:rPr lang="ru-RU" sz="2400" dirty="0"/>
              <a:t>#</a:t>
            </a:r>
            <a:r>
              <a:rPr lang="en-US" sz="2400" dirty="0"/>
              <a:t>  </a:t>
            </a:r>
            <a:r>
              <a:rPr lang="en-US" sz="2400" dirty="0">
                <a:solidFill>
                  <a:schemeClr val="bg2">
                    <a:lumMod val="60000"/>
                    <a:lumOff val="40000"/>
                  </a:schemeClr>
                </a:solidFill>
              </a:rPr>
              <a:t>IN </a:t>
            </a:r>
            <a:r>
              <a:rPr lang="en-US" sz="2400" dirty="0"/>
              <a:t>(SELECT </a:t>
            </a:r>
            <a:r>
              <a:rPr lang="en-US" sz="2400" dirty="0" err="1"/>
              <a:t>presC</a:t>
            </a:r>
            <a:r>
              <a:rPr lang="en-US" sz="2400" dirty="0"/>
              <a:t>#</a:t>
            </a:r>
          </a:p>
          <a:p>
            <a:pPr marL="0" indent="0">
              <a:lnSpc>
                <a:spcPct val="120000"/>
              </a:lnSpc>
              <a:buFont typeface="Wingdings" panose="05000000000000000000" pitchFamily="2" charset="2"/>
              <a:buNone/>
              <a:defRPr/>
            </a:pPr>
            <a:r>
              <a:rPr lang="en-US" sz="2400" dirty="0"/>
              <a:t>		               FROM Studio ) </a:t>
            </a:r>
          </a:p>
          <a:p>
            <a:pPr marL="0" indent="0">
              <a:lnSpc>
                <a:spcPct val="120000"/>
              </a:lnSpc>
              <a:buFont typeface="Wingdings" panose="05000000000000000000" pitchFamily="2" charset="2"/>
              <a:buNone/>
              <a:defRPr/>
            </a:pPr>
            <a:r>
              <a:rPr lang="en-US" sz="2400" dirty="0"/>
              <a:t>			</a:t>
            </a:r>
            <a:r>
              <a:rPr lang="en-US" sz="2400" dirty="0">
                <a:solidFill>
                  <a:schemeClr val="bg2">
                    <a:lumMod val="60000"/>
                    <a:lumOff val="40000"/>
                  </a:schemeClr>
                </a:solidFill>
              </a:rPr>
              <a:t>AND</a:t>
            </a:r>
            <a:r>
              <a:rPr lang="en-US" sz="2400" dirty="0"/>
              <a:t/>
            </a:r>
            <a:br>
              <a:rPr lang="en-US" sz="2400" dirty="0"/>
            </a:br>
            <a:r>
              <a:rPr lang="en-US" sz="2400" dirty="0"/>
              <a:t>		              </a:t>
            </a:r>
            <a:r>
              <a:rPr lang="en-US" sz="2400" dirty="0" err="1"/>
              <a:t>netWorth</a:t>
            </a:r>
            <a:r>
              <a:rPr lang="en-US" sz="2400" dirty="0"/>
              <a:t> &gt;= 10 000 000) </a:t>
            </a:r>
          </a:p>
          <a:p>
            <a:pPr marL="0" indent="0">
              <a:lnSpc>
                <a:spcPct val="120000"/>
              </a:lnSpc>
              <a:buFont typeface="Wingdings" panose="05000000000000000000" pitchFamily="2" charset="2"/>
              <a:buNone/>
              <a:defRPr/>
            </a:pPr>
            <a:r>
              <a:rPr lang="en-US" sz="2400" dirty="0"/>
              <a:t>		</a:t>
            </a:r>
            <a:r>
              <a:rPr lang="en-US" sz="2400" dirty="0">
                <a:solidFill>
                  <a:schemeClr val="bg2">
                    <a:lumMod val="60000"/>
                    <a:lumOff val="40000"/>
                  </a:schemeClr>
                </a:solidFill>
              </a:rPr>
              <a:t>OR</a:t>
            </a:r>
          </a:p>
          <a:p>
            <a:pPr marL="0" indent="0">
              <a:lnSpc>
                <a:spcPct val="120000"/>
              </a:lnSpc>
              <a:buFont typeface="Wingdings" panose="05000000000000000000" pitchFamily="2" charset="2"/>
              <a:buNone/>
              <a:defRPr/>
            </a:pPr>
            <a:r>
              <a:rPr lang="en-US" sz="2400" dirty="0"/>
              <a:t>	              (cert# </a:t>
            </a:r>
            <a:r>
              <a:rPr lang="en-US" sz="2400" dirty="0">
                <a:solidFill>
                  <a:schemeClr val="bg2">
                    <a:lumMod val="60000"/>
                    <a:lumOff val="40000"/>
                  </a:schemeClr>
                </a:solidFill>
              </a:rPr>
              <a:t>NOT IN </a:t>
            </a:r>
            <a:r>
              <a:rPr lang="en-US" sz="2400" dirty="0"/>
              <a:t>(SELECT </a:t>
            </a:r>
            <a:r>
              <a:rPr lang="en-US" sz="2400" dirty="0" err="1"/>
              <a:t>presC</a:t>
            </a:r>
            <a:r>
              <a:rPr lang="en-US" sz="2400" dirty="0"/>
              <a:t>#</a:t>
            </a:r>
          </a:p>
          <a:p>
            <a:pPr marL="0" indent="0">
              <a:lnSpc>
                <a:spcPct val="120000"/>
              </a:lnSpc>
              <a:buFont typeface="Wingdings" panose="05000000000000000000" pitchFamily="2" charset="2"/>
              <a:buNone/>
              <a:defRPr/>
            </a:pPr>
            <a:r>
              <a:rPr lang="en-US" sz="2400" dirty="0"/>
              <a:t>		                      FROM Studio))</a:t>
            </a:r>
          </a:p>
          <a:p>
            <a:pPr marL="0" indent="0">
              <a:lnSpc>
                <a:spcPct val="120000"/>
              </a:lnSpc>
              <a:buFont typeface="Wingdings" panose="05000000000000000000" pitchFamily="2" charset="2"/>
              <a:buNone/>
              <a:defRPr/>
            </a:pPr>
            <a:r>
              <a:rPr lang="en-US" sz="2400" dirty="0"/>
              <a:t>	</a:t>
            </a:r>
            <a:endParaRPr lang="ru-RU" sz="2400" dirty="0"/>
          </a:p>
          <a:p>
            <a:pPr marL="0" indent="0">
              <a:lnSpc>
                <a:spcPct val="120000"/>
              </a:lnSpc>
              <a:buFont typeface="Wingdings" panose="05000000000000000000" pitchFamily="2" charset="2"/>
              <a:buNone/>
              <a:defRPr/>
            </a:pPr>
            <a:r>
              <a:rPr lang="en-US" sz="2400" dirty="0"/>
              <a:t>	) </a:t>
            </a:r>
            <a:r>
              <a:rPr lang="ru-RU" sz="2400" dirty="0"/>
              <a:t>;</a:t>
            </a:r>
          </a:p>
          <a:p>
            <a:pPr>
              <a:lnSpc>
                <a:spcPct val="120000"/>
              </a:lnSpc>
              <a:defRPr/>
            </a:pPr>
            <a:endParaRPr lang="en-US" sz="2400" dirty="0"/>
          </a:p>
          <a:p>
            <a:pPr>
              <a:lnSpc>
                <a:spcPct val="120000"/>
              </a:lnSpc>
              <a:buFont typeface="Wingdings" panose="05000000000000000000" pitchFamily="2" charset="2"/>
              <a:buNone/>
              <a:defRPr/>
            </a:pPr>
            <a:endParaRPr lang="ru-RU" sz="2400" dirty="0"/>
          </a:p>
          <a:p>
            <a:pPr marL="609600" indent="-609600" eaLnBrk="1" hangingPunct="1">
              <a:lnSpc>
                <a:spcPct val="120000"/>
              </a:lnSpc>
              <a:defRPr/>
            </a:pPr>
            <a:endParaRPr lang="ru-RU" altLang="ru-RU" sz="2800" dirty="0"/>
          </a:p>
        </p:txBody>
      </p:sp>
      <p:sp>
        <p:nvSpPr>
          <p:cNvPr id="12291" name="Номер слайда 3">
            <a:extLst>
              <a:ext uri="{FF2B5EF4-FFF2-40B4-BE49-F238E27FC236}">
                <a16:creationId xmlns:a16="http://schemas.microsoft.com/office/drawing/2014/main" id="{7E26F2AB-C621-4874-AE75-3044CF0992D1}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20000"/>
              </a:spcBef>
              <a:buClr>
                <a:schemeClr val="bg2"/>
              </a:buClr>
              <a:buSzPct val="75000"/>
              <a:buFont typeface="Wingdings" panose="05000000000000000000" pitchFamily="2" charset="2"/>
              <a:buChar char="n"/>
              <a:defRPr sz="32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lr>
                <a:schemeClr val="accent2"/>
              </a:buClr>
              <a:buSzPct val="80000"/>
              <a:buFont typeface="Wingdings" panose="05000000000000000000" pitchFamily="2" charset="2"/>
              <a:buChar char="¨"/>
              <a:defRPr sz="28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lr>
                <a:schemeClr val="bg2"/>
              </a:buClr>
              <a:buSzPct val="65000"/>
              <a:buFont typeface="Wingdings" panose="05000000000000000000" pitchFamily="2" charset="2"/>
              <a:buChar char="n"/>
              <a:defRPr sz="24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70000"/>
              <a:buFont typeface="Wingdings" panose="05000000000000000000" pitchFamily="2" charset="2"/>
              <a:buChar char="¨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lr>
                <a:schemeClr val="bg2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>
              <a:spcBef>
                <a:spcPct val="0"/>
              </a:spcBef>
              <a:buClrTx/>
              <a:buSzTx/>
              <a:buFontTx/>
              <a:buNone/>
            </a:pPr>
            <a:fld id="{221CF834-1DF5-4310-802E-27527C70A309}" type="slidenum">
              <a:rPr lang="ru-RU" altLang="ru-RU" sz="1200" smtClean="0">
                <a:latin typeface="Arial Black" panose="020B0A04020102020204" pitchFamily="34" charset="0"/>
              </a:rPr>
              <a:pPr>
                <a:spcBef>
                  <a:spcPct val="0"/>
                </a:spcBef>
                <a:buClrTx/>
                <a:buSzTx/>
                <a:buFontTx/>
                <a:buNone/>
              </a:pPr>
              <a:t>9</a:t>
            </a:fld>
            <a:endParaRPr lang="ru-RU" altLang="ru-RU" sz="1200">
              <a:latin typeface="Arial Black" panose="020B0A04020102020204" pitchFamily="34" charset="0"/>
            </a:endParaRPr>
          </a:p>
        </p:txBody>
      </p:sp>
      <p:sp>
        <p:nvSpPr>
          <p:cNvPr id="6" name="Заголовок 1">
            <a:extLst>
              <a:ext uri="{FF2B5EF4-FFF2-40B4-BE49-F238E27FC236}">
                <a16:creationId xmlns:a16="http://schemas.microsoft.com/office/drawing/2014/main" id="{2103B68A-C6E3-4CC1-863B-351D5C475E1A}"/>
              </a:ext>
            </a:extLst>
          </p:cNvPr>
          <p:cNvSpPr txBox="1">
            <a:spLocks/>
          </p:cNvSpPr>
          <p:nvPr/>
        </p:nvSpPr>
        <p:spPr bwMode="auto">
          <a:xfrm>
            <a:off x="457200" y="44450"/>
            <a:ext cx="8229600" cy="595313"/>
          </a:xfrm>
          <a:prstGeom prst="rect">
            <a:avLst/>
          </a:prstGeom>
          <a:noFill/>
          <a:ln>
            <a:noFill/>
          </a:ln>
        </p:spPr>
        <p:txBody>
          <a:bodyPr anchor="ctr"/>
          <a:lstStyle>
            <a:lvl1pPr algn="l" rtl="0" eaLnBrk="0" fontAlgn="base" hangingPunct="0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  <a:lvl2pPr algn="l" rtl="0" eaLnBrk="0" fontAlgn="base" hangingPunct="0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1"/>
                </a:solidFill>
                <a:latin typeface="Arial" charset="0"/>
                <a:cs typeface="Arial" charset="0"/>
              </a:defRPr>
            </a:lvl2pPr>
            <a:lvl3pPr algn="l" rtl="0" eaLnBrk="0" fontAlgn="base" hangingPunct="0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1"/>
                </a:solidFill>
                <a:latin typeface="Arial" charset="0"/>
                <a:cs typeface="Arial" charset="0"/>
              </a:defRPr>
            </a:lvl3pPr>
            <a:lvl4pPr algn="l" rtl="0" eaLnBrk="0" fontAlgn="base" hangingPunct="0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1"/>
                </a:solidFill>
                <a:latin typeface="Arial" charset="0"/>
                <a:cs typeface="Arial" charset="0"/>
              </a:defRPr>
            </a:lvl4pPr>
            <a:lvl5pPr algn="l" rtl="0" eaLnBrk="0" fontAlgn="base" hangingPunct="0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1"/>
                </a:solidFill>
                <a:latin typeface="Arial" charset="0"/>
                <a:cs typeface="Arial" charset="0"/>
              </a:defRPr>
            </a:lvl5pPr>
            <a:lvl6pPr marL="457200" algn="l" rtl="0" fontAlgn="base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1"/>
                </a:solidFill>
                <a:latin typeface="Arial" charset="0"/>
                <a:cs typeface="Arial" charset="0"/>
              </a:defRPr>
            </a:lvl6pPr>
            <a:lvl7pPr marL="914400" algn="l" rtl="0" fontAlgn="base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1"/>
                </a:solidFill>
                <a:latin typeface="Arial" charset="0"/>
                <a:cs typeface="Arial" charset="0"/>
              </a:defRPr>
            </a:lvl7pPr>
            <a:lvl8pPr marL="1371600" algn="l" rtl="0" fontAlgn="base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1"/>
                </a:solidFill>
                <a:latin typeface="Arial" charset="0"/>
                <a:cs typeface="Arial" charset="0"/>
              </a:defRPr>
            </a:lvl8pPr>
            <a:lvl9pPr marL="1828800" algn="l" rtl="0" fontAlgn="base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1"/>
                </a:solidFill>
                <a:latin typeface="Arial" charset="0"/>
                <a:cs typeface="Arial" charset="0"/>
              </a:defRPr>
            </a:lvl9pPr>
          </a:lstStyle>
          <a:p>
            <a:pPr algn="ctr">
              <a:defRPr/>
            </a:pPr>
            <a:r>
              <a:rPr lang="ru-RU" altLang="ru-RU" sz="4000" kern="0" dirty="0">
                <a:solidFill>
                  <a:schemeClr val="bg2"/>
                </a:solidFill>
              </a:rPr>
              <a:t>Аккуратность</a:t>
            </a: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26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7" dur="500"/>
                                        <p:tgtEl>
                                          <p:spTgt spid="1126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267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12" dur="500"/>
                                        <p:tgtEl>
                                          <p:spTgt spid="11267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22" presetClass="entr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267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17" dur="500"/>
                                        <p:tgtEl>
                                          <p:spTgt spid="11267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22" presetClass="entr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267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22" dur="500"/>
                                        <p:tgtEl>
                                          <p:spTgt spid="11267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22" presetClass="entr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267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27" dur="500"/>
                                        <p:tgtEl>
                                          <p:spTgt spid="11267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8" presetID="22" presetClass="entr" presetSubtype="1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267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30" dur="500"/>
                                        <p:tgtEl>
                                          <p:spTgt spid="11267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1" presetID="22" presetClass="entr" presetSubtype="1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267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33" dur="500"/>
                                        <p:tgtEl>
                                          <p:spTgt spid="11267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4" presetID="22" presetClass="entr" presetSubtype="1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267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36" dur="500"/>
                                        <p:tgtEl>
                                          <p:spTgt spid="11267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7" fill="hold">
                      <p:stCondLst>
                        <p:cond delay="indefinite"/>
                      </p:stCondLst>
                      <p:childTnLst>
                        <p:par>
                          <p:cTn id="38" fill="hold">
                            <p:stCondLst>
                              <p:cond delay="0"/>
                            </p:stCondLst>
                            <p:childTnLst>
                              <p:par>
                                <p:cTn id="39" presetID="22" presetClass="entr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267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41" dur="500"/>
                                        <p:tgtEl>
                                          <p:spTgt spid="11267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2" presetID="22" presetClass="entr" presetSubtype="1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267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44" dur="500"/>
                                        <p:tgtEl>
                                          <p:spTgt spid="11267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5" presetID="22" presetClass="entr" presetSubtype="1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267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47" dur="500"/>
                                        <p:tgtEl>
                                          <p:spTgt spid="11267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22" presetClass="entr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267">
                                            <p:txEl>
                                              <p:pRg st="11" end="1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52" dur="500"/>
                                        <p:tgtEl>
                                          <p:spTgt spid="11267">
                                            <p:txEl>
                                              <p:pRg st="11" end="1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3" fill="hold">
                      <p:stCondLst>
                        <p:cond delay="indefinite"/>
                      </p:stCondLst>
                      <p:childTnLst>
                        <p:par>
                          <p:cTn id="54" fill="hold">
                            <p:stCondLst>
                              <p:cond delay="0"/>
                            </p:stCondLst>
                            <p:childTnLst>
                              <p:par>
                                <p:cTn id="55" presetID="22" presetClass="entr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267">
                                            <p:txEl>
                                              <p:pRg st="12" end="1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57" dur="500"/>
                                        <p:tgtEl>
                                          <p:spTgt spid="11267">
                                            <p:txEl>
                                              <p:pRg st="12" end="1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8" presetID="22" presetClass="entr" presetSubtype="1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267">
                                            <p:txEl>
                                              <p:pRg st="13" end="1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60" dur="500"/>
                                        <p:tgtEl>
                                          <p:spTgt spid="11267">
                                            <p:txEl>
                                              <p:pRg st="13" end="1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1" presetID="22" presetClass="entr" presetSubtype="1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267">
                                            <p:txEl>
                                              <p:pRg st="14" end="1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63" dur="500"/>
                                        <p:tgtEl>
                                          <p:spTgt spid="11267">
                                            <p:txEl>
                                              <p:pRg st="14" end="1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4" presetID="22" presetClass="entr" presetSubtype="1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267">
                                            <p:txEl>
                                              <p:pRg st="15" end="1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66" dur="500"/>
                                        <p:tgtEl>
                                          <p:spTgt spid="11267">
                                            <p:txEl>
                                              <p:pRg st="15" end="1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1267" grpId="0" uiExpand="1" build="p"/>
    </p:bld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314" name="Номер слайда 3">
            <a:extLst>
              <a:ext uri="{FF2B5EF4-FFF2-40B4-BE49-F238E27FC236}">
                <a16:creationId xmlns:a16="http://schemas.microsoft.com/office/drawing/2014/main" id="{A37F00E3-D6A2-4531-A351-0E1309E2C0CF}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20000"/>
              </a:spcBef>
              <a:buClr>
                <a:schemeClr val="bg2"/>
              </a:buClr>
              <a:buSzPct val="75000"/>
              <a:buFont typeface="Wingdings" panose="05000000000000000000" pitchFamily="2" charset="2"/>
              <a:buChar char="n"/>
              <a:defRPr sz="32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lr>
                <a:schemeClr val="accent2"/>
              </a:buClr>
              <a:buSzPct val="80000"/>
              <a:buFont typeface="Wingdings" panose="05000000000000000000" pitchFamily="2" charset="2"/>
              <a:buChar char="¨"/>
              <a:defRPr sz="28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lr>
                <a:schemeClr val="bg2"/>
              </a:buClr>
              <a:buSzPct val="65000"/>
              <a:buFont typeface="Wingdings" panose="05000000000000000000" pitchFamily="2" charset="2"/>
              <a:buChar char="n"/>
              <a:defRPr sz="24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70000"/>
              <a:buFont typeface="Wingdings" panose="05000000000000000000" pitchFamily="2" charset="2"/>
              <a:buChar char="¨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lr>
                <a:schemeClr val="bg2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>
              <a:spcBef>
                <a:spcPct val="0"/>
              </a:spcBef>
              <a:buClrTx/>
              <a:buSzTx/>
              <a:buFontTx/>
              <a:buNone/>
            </a:pPr>
            <a:fld id="{972C3834-244E-4C43-B1CB-CCD4ADF5D3D0}" type="slidenum">
              <a:rPr lang="ru-RU" altLang="ru-RU" sz="1200" smtClean="0">
                <a:latin typeface="Arial Black" panose="020B0A04020102020204" pitchFamily="34" charset="0"/>
              </a:rPr>
              <a:pPr>
                <a:spcBef>
                  <a:spcPct val="0"/>
                </a:spcBef>
                <a:buClrTx/>
                <a:buSzTx/>
                <a:buFontTx/>
                <a:buNone/>
              </a:pPr>
              <a:t>10</a:t>
            </a:fld>
            <a:endParaRPr lang="ru-RU" altLang="ru-RU" sz="1200">
              <a:latin typeface="Arial Black" panose="020B0A04020102020204" pitchFamily="34" charset="0"/>
            </a:endParaRPr>
          </a:p>
        </p:txBody>
      </p:sp>
      <p:sp>
        <p:nvSpPr>
          <p:cNvPr id="6" name="Заголовок 1">
            <a:extLst>
              <a:ext uri="{FF2B5EF4-FFF2-40B4-BE49-F238E27FC236}">
                <a16:creationId xmlns:a16="http://schemas.microsoft.com/office/drawing/2014/main" id="{317A3596-1251-4AB9-997B-92E256BB0D2B}"/>
              </a:ext>
            </a:extLst>
          </p:cNvPr>
          <p:cNvSpPr txBox="1">
            <a:spLocks/>
          </p:cNvSpPr>
          <p:nvPr/>
        </p:nvSpPr>
        <p:spPr bwMode="auto">
          <a:xfrm>
            <a:off x="457200" y="-6350"/>
            <a:ext cx="8229600" cy="928688"/>
          </a:xfrm>
          <a:prstGeom prst="rect">
            <a:avLst/>
          </a:prstGeom>
          <a:noFill/>
          <a:ln>
            <a:noFill/>
          </a:ln>
        </p:spPr>
        <p:txBody>
          <a:bodyPr anchor="ctr"/>
          <a:lstStyle>
            <a:lvl1pPr algn="l" rtl="0" eaLnBrk="0" fontAlgn="base" hangingPunct="0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  <a:lvl2pPr algn="l" rtl="0" eaLnBrk="0" fontAlgn="base" hangingPunct="0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1"/>
                </a:solidFill>
                <a:latin typeface="Arial" charset="0"/>
                <a:cs typeface="Arial" charset="0"/>
              </a:defRPr>
            </a:lvl2pPr>
            <a:lvl3pPr algn="l" rtl="0" eaLnBrk="0" fontAlgn="base" hangingPunct="0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1"/>
                </a:solidFill>
                <a:latin typeface="Arial" charset="0"/>
                <a:cs typeface="Arial" charset="0"/>
              </a:defRPr>
            </a:lvl3pPr>
            <a:lvl4pPr algn="l" rtl="0" eaLnBrk="0" fontAlgn="base" hangingPunct="0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1"/>
                </a:solidFill>
                <a:latin typeface="Arial" charset="0"/>
                <a:cs typeface="Arial" charset="0"/>
              </a:defRPr>
            </a:lvl4pPr>
            <a:lvl5pPr algn="l" rtl="0" eaLnBrk="0" fontAlgn="base" hangingPunct="0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1"/>
                </a:solidFill>
                <a:latin typeface="Arial" charset="0"/>
                <a:cs typeface="Arial" charset="0"/>
              </a:defRPr>
            </a:lvl5pPr>
            <a:lvl6pPr marL="457200" algn="l" rtl="0" fontAlgn="base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1"/>
                </a:solidFill>
                <a:latin typeface="Arial" charset="0"/>
                <a:cs typeface="Arial" charset="0"/>
              </a:defRPr>
            </a:lvl6pPr>
            <a:lvl7pPr marL="914400" algn="l" rtl="0" fontAlgn="base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1"/>
                </a:solidFill>
                <a:latin typeface="Arial" charset="0"/>
                <a:cs typeface="Arial" charset="0"/>
              </a:defRPr>
            </a:lvl7pPr>
            <a:lvl8pPr marL="1371600" algn="l" rtl="0" fontAlgn="base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1"/>
                </a:solidFill>
                <a:latin typeface="Arial" charset="0"/>
                <a:cs typeface="Arial" charset="0"/>
              </a:defRPr>
            </a:lvl8pPr>
            <a:lvl9pPr marL="1828800" algn="l" rtl="0" fontAlgn="base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1"/>
                </a:solidFill>
                <a:latin typeface="Arial" charset="0"/>
                <a:cs typeface="Arial" charset="0"/>
              </a:defRPr>
            </a:lvl9pPr>
          </a:lstStyle>
          <a:p>
            <a:pPr algn="ctr">
              <a:defRPr/>
            </a:pPr>
            <a:r>
              <a:rPr lang="ru-RU" sz="2800" dirty="0">
                <a:solidFill>
                  <a:schemeClr val="bg2"/>
                </a:solidFill>
              </a:rPr>
              <a:t>Классификация ограничений по функциональным возможностям</a:t>
            </a:r>
            <a:endParaRPr lang="ru-RU" altLang="ru-RU" sz="2800" kern="0" dirty="0">
              <a:solidFill>
                <a:schemeClr val="bg2"/>
              </a:solidFill>
            </a:endParaRPr>
          </a:p>
        </p:txBody>
      </p:sp>
      <p:graphicFrame>
        <p:nvGraphicFramePr>
          <p:cNvPr id="7" name="Таблица 6">
            <a:extLst>
              <a:ext uri="{FF2B5EF4-FFF2-40B4-BE49-F238E27FC236}">
                <a16:creationId xmlns:a16="http://schemas.microsoft.com/office/drawing/2014/main" id="{D2E5DEB4-BDDE-4FB4-BA5B-291739E69A50}"/>
              </a:ext>
            </a:extLst>
          </p:cNvPr>
          <p:cNvGraphicFramePr>
            <a:graphicFrameLocks noGrp="1"/>
          </p:cNvGraphicFramePr>
          <p:nvPr/>
        </p:nvGraphicFramePr>
        <p:xfrm>
          <a:off x="357188" y="1125538"/>
          <a:ext cx="8429625" cy="4413250"/>
        </p:xfrm>
        <a:graphic>
          <a:graphicData uri="http://schemas.openxmlformats.org/drawingml/2006/table">
            <a:tbl>
              <a:tblPr/>
              <a:tblGrid>
                <a:gridCol w="21336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928813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2643187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1724025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755650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ru-RU" sz="20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cs typeface="Times New Roman" pitchFamily="18" charset="0"/>
                        </a:rPr>
                        <a:t>Вид ограничения</a:t>
                      </a:r>
                    </a:p>
                  </a:txBody>
                  <a:tcPr marL="25400" marR="25400" marT="0" marB="0" anchor="ctr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ru-RU" sz="20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cs typeface="Times New Roman" pitchFamily="18" charset="0"/>
                        </a:rPr>
                        <a:t>Контекст объявления</a:t>
                      </a:r>
                    </a:p>
                  </a:txBody>
                  <a:tcPr marL="25400" marR="25400" marT="0" marB="0" anchor="ctr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ru-RU" sz="20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cs typeface="Times New Roman" pitchFamily="18" charset="0"/>
                        </a:rPr>
                        <a:t>Когда проверяется</a:t>
                      </a:r>
                    </a:p>
                  </a:txBody>
                  <a:tcPr marL="25400" marR="25400" marT="0" marB="0" anchor="ctr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ru-RU" sz="20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cs typeface="Times New Roman" pitchFamily="18" charset="0"/>
                        </a:rPr>
                        <a:t>Гарантии выполнения</a:t>
                      </a:r>
                    </a:p>
                  </a:txBody>
                  <a:tcPr marL="25400" marR="25400" marT="0" marB="0" anchor="ctr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1044575"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ru-RU" sz="20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cs typeface="Times New Roman" pitchFamily="18" charset="0"/>
                        </a:rPr>
                        <a:t>Ограничение </a:t>
                      </a:r>
                      <a:r>
                        <a:rPr kumimoji="0" lang="en-US" sz="20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cs typeface="Times New Roman" pitchFamily="18" charset="0"/>
                        </a:rPr>
                        <a:t>CHECK </a:t>
                      </a:r>
                      <a:r>
                        <a:rPr kumimoji="0" lang="ru-RU" sz="20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cs typeface="Times New Roman" pitchFamily="18" charset="0"/>
                        </a:rPr>
                        <a:t>уровня атрибута</a:t>
                      </a:r>
                    </a:p>
                  </a:txBody>
                  <a:tcPr marL="25400" marR="25400" marT="0" marB="0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ru-RU" sz="20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cs typeface="Times New Roman" pitchFamily="18" charset="0"/>
                        </a:rPr>
                        <a:t>Объявление атрибута</a:t>
                      </a:r>
                    </a:p>
                  </a:txBody>
                  <a:tcPr marL="25400" marR="25400" marT="0" marB="0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ru-RU" sz="20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cs typeface="Times New Roman" pitchFamily="18" charset="0"/>
                        </a:rPr>
                        <a:t>При вставке кортежа или обновлении атрибута</a:t>
                      </a:r>
                    </a:p>
                  </a:txBody>
                  <a:tcPr marL="25400" marR="25400" marT="0" marB="0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ru-RU" sz="20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cs typeface="Times New Roman" pitchFamily="18" charset="0"/>
                        </a:rPr>
                        <a:t>Да, </a:t>
                      </a:r>
                    </a:p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ru-RU" sz="20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cs typeface="Times New Roman" pitchFamily="18" charset="0"/>
                        </a:rPr>
                        <a:t>если не</a:t>
                      </a:r>
                    </a:p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ru-RU" sz="20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cs typeface="Times New Roman" pitchFamily="18" charset="0"/>
                        </a:rPr>
                        <a:t>используются</a:t>
                      </a:r>
                    </a:p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ru-RU" sz="20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cs typeface="Times New Roman" pitchFamily="18" charset="0"/>
                        </a:rPr>
                        <a:t>подзапросы</a:t>
                      </a:r>
                    </a:p>
                  </a:txBody>
                  <a:tcPr marL="25400" marR="25400" marT="0" marB="0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1033463"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ru-RU" sz="20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cs typeface="Times New Roman" pitchFamily="18" charset="0"/>
                        </a:rPr>
                        <a:t>Ограничение </a:t>
                      </a:r>
                      <a:r>
                        <a:rPr kumimoji="0" lang="en-US" sz="20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cs typeface="Times New Roman" pitchFamily="18" charset="0"/>
                        </a:rPr>
                        <a:t>CHECK </a:t>
                      </a:r>
                      <a:r>
                        <a:rPr kumimoji="0" lang="ru-RU" sz="20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cs typeface="Times New Roman" pitchFamily="18" charset="0"/>
                        </a:rPr>
                        <a:t>уровня таблицы(кортежа)</a:t>
                      </a:r>
                    </a:p>
                  </a:txBody>
                  <a:tcPr marL="25400" marR="25400" marT="0" marB="0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ru-RU" sz="20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cs typeface="Times New Roman" pitchFamily="18" charset="0"/>
                        </a:rPr>
                        <a:t>Объявление</a:t>
                      </a:r>
                    </a:p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ru-RU" sz="20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cs typeface="Times New Roman" pitchFamily="18" charset="0"/>
                        </a:rPr>
                        <a:t>схемы</a:t>
                      </a:r>
                    </a:p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ru-RU" sz="20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cs typeface="Times New Roman" pitchFamily="18" charset="0"/>
                        </a:rPr>
                        <a:t>отношения</a:t>
                      </a:r>
                    </a:p>
                  </a:txBody>
                  <a:tcPr marL="25400" marR="25400" marT="0" marB="0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ru-RU" sz="20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cs typeface="Times New Roman" pitchFamily="18" charset="0"/>
                        </a:rPr>
                        <a:t>При вставке или обновлении кортежа</a:t>
                      </a:r>
                    </a:p>
                  </a:txBody>
                  <a:tcPr marL="25400" marR="25400" marT="0" marB="0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ru-RU" sz="20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cs typeface="Times New Roman" pitchFamily="18" charset="0"/>
                        </a:rPr>
                        <a:t>Да, </a:t>
                      </a:r>
                      <a:br>
                        <a:rPr kumimoji="0" lang="ru-RU" sz="20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cs typeface="Times New Roman" pitchFamily="18" charset="0"/>
                        </a:rPr>
                      </a:br>
                      <a:r>
                        <a:rPr kumimoji="0" lang="ru-RU" sz="20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cs typeface="Times New Roman" pitchFamily="18" charset="0"/>
                        </a:rPr>
                        <a:t>если не</a:t>
                      </a:r>
                    </a:p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ru-RU" sz="20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cs typeface="Times New Roman" pitchFamily="18" charset="0"/>
                        </a:rPr>
                        <a:t>используются</a:t>
                      </a:r>
                    </a:p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ru-RU" sz="20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cs typeface="Times New Roman" pitchFamily="18" charset="0"/>
                        </a:rPr>
                        <a:t>подзапросы</a:t>
                      </a:r>
                    </a:p>
                  </a:txBody>
                  <a:tcPr marL="25400" marR="25400" marT="0" marB="0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1055688"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ru-RU" sz="20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cs typeface="Times New Roman" pitchFamily="18" charset="0"/>
                        </a:rPr>
                        <a:t>Ограничение "общего вида"</a:t>
                      </a:r>
                    </a:p>
                  </a:txBody>
                  <a:tcPr marL="25400" marR="25400" marT="0" marB="0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ru-RU" sz="20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cs typeface="Times New Roman" pitchFamily="18" charset="0"/>
                        </a:rPr>
                        <a:t>Схема базы данных</a:t>
                      </a:r>
                    </a:p>
                  </a:txBody>
                  <a:tcPr marL="25400" marR="25400" marT="0" marB="0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ru-RU" sz="20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cs typeface="Times New Roman" pitchFamily="18" charset="0"/>
                        </a:rPr>
                        <a:t>При любой модификации одного из упомянутых отношений</a:t>
                      </a:r>
                    </a:p>
                  </a:txBody>
                  <a:tcPr marL="25400" marR="25400" marT="0" marB="0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ru-RU" sz="20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cs typeface="Times New Roman" pitchFamily="18" charset="0"/>
                        </a:rPr>
                        <a:t>Да</a:t>
                      </a:r>
                    </a:p>
                  </a:txBody>
                  <a:tcPr marL="25400" marR="25400" marT="0" marB="0" anchor="ctr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</a:tbl>
          </a:graphicData>
        </a:graphic>
      </p:graphicFrame>
      <p:sp>
        <p:nvSpPr>
          <p:cNvPr id="2" name="TextBox 1">
            <a:extLst>
              <a:ext uri="{FF2B5EF4-FFF2-40B4-BE49-F238E27FC236}">
                <a16:creationId xmlns:a16="http://schemas.microsoft.com/office/drawing/2014/main" id="{296E739C-502F-4EA3-BC80-68DC25414A33}"/>
              </a:ext>
            </a:extLst>
          </p:cNvPr>
          <p:cNvSpPr txBox="1"/>
          <p:nvPr/>
        </p:nvSpPr>
        <p:spPr>
          <a:xfrm>
            <a:off x="457200" y="5689600"/>
            <a:ext cx="8329613" cy="835025"/>
          </a:xfrm>
          <a:prstGeom prst="rect">
            <a:avLst/>
          </a:prstGeom>
          <a:noFill/>
        </p:spPr>
        <p:txBody>
          <a:bodyPr>
            <a:normAutofit fontScale="77500" lnSpcReduction="20000"/>
          </a:bodyPr>
          <a:lstStyle/>
          <a:p>
            <a:pPr>
              <a:lnSpc>
                <a:spcPct val="120000"/>
              </a:lnSpc>
              <a:defRPr/>
            </a:pPr>
            <a:r>
              <a:rPr lang="ru-RU" dirty="0"/>
              <a:t>Стандарт предусматривает оператор удаления ограничения</a:t>
            </a:r>
          </a:p>
          <a:p>
            <a:pPr>
              <a:lnSpc>
                <a:spcPct val="120000"/>
              </a:lnSpc>
              <a:defRPr/>
            </a:pPr>
            <a:r>
              <a:rPr lang="en-US" b="1" dirty="0"/>
              <a:t>DROP ASSERTION &lt;</a:t>
            </a:r>
            <a:r>
              <a:rPr lang="ru-RU" b="1" dirty="0"/>
              <a:t>имя ограничения</a:t>
            </a:r>
            <a:r>
              <a:rPr lang="en-US" b="1" dirty="0"/>
              <a:t>&gt;</a:t>
            </a:r>
            <a:endParaRPr lang="ru-RU" b="1" dirty="0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7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 nodeType="clickPar">
                      <p:stCondLst>
                        <p:cond delay="indefinite"/>
                      </p:stCondLst>
                      <p:childTnLst>
                        <p:par>
                          <p:cTn id="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12" dur="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/>
    </p:bld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Объект 2">
            <a:extLst>
              <a:ext uri="{FF2B5EF4-FFF2-40B4-BE49-F238E27FC236}">
                <a16:creationId xmlns:a16="http://schemas.microsoft.com/office/drawing/2014/main" id="{FA41A7AF-69FE-4AEF-B771-5F925A0B0AFA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251520" y="1988840"/>
            <a:ext cx="8435280" cy="3096344"/>
          </a:xfrm>
        </p:spPr>
        <p:txBody>
          <a:bodyPr>
            <a:normAutofit/>
          </a:bodyPr>
          <a:lstStyle/>
          <a:p>
            <a:pPr marL="0" indent="0" algn="just">
              <a:lnSpc>
                <a:spcPct val="120000"/>
              </a:lnSpc>
              <a:buNone/>
              <a:defRPr/>
            </a:pPr>
            <a:r>
              <a:rPr lang="ru-RU" b="1" i="1" dirty="0"/>
              <a:t>        Триггер</a:t>
            </a:r>
            <a:r>
              <a:rPr lang="ru-RU" dirty="0"/>
              <a:t> - это программный код (процедура), который хранится в СУБД и вызывается на исполнение только когда с указанной таблицей происходит </a:t>
            </a:r>
            <a:r>
              <a:rPr lang="ru-RU" b="1" dirty="0"/>
              <a:t>определенное событие</a:t>
            </a:r>
            <a:r>
              <a:rPr lang="ru-RU" dirty="0"/>
              <a:t>. </a:t>
            </a:r>
          </a:p>
        </p:txBody>
      </p:sp>
      <p:sp>
        <p:nvSpPr>
          <p:cNvPr id="15363" name="Номер слайда 3">
            <a:extLst>
              <a:ext uri="{FF2B5EF4-FFF2-40B4-BE49-F238E27FC236}">
                <a16:creationId xmlns:a16="http://schemas.microsoft.com/office/drawing/2014/main" id="{B0255277-11DB-4AD5-889F-37D1B7308878}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20000"/>
              </a:spcBef>
              <a:buClr>
                <a:schemeClr val="bg2"/>
              </a:buClr>
              <a:buSzPct val="75000"/>
              <a:buFont typeface="Wingdings" panose="05000000000000000000" pitchFamily="2" charset="2"/>
              <a:buChar char="n"/>
              <a:defRPr sz="32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lr>
                <a:schemeClr val="accent2"/>
              </a:buClr>
              <a:buSzPct val="80000"/>
              <a:buFont typeface="Wingdings" panose="05000000000000000000" pitchFamily="2" charset="2"/>
              <a:buChar char="¨"/>
              <a:defRPr sz="28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lr>
                <a:schemeClr val="bg2"/>
              </a:buClr>
              <a:buSzPct val="65000"/>
              <a:buFont typeface="Wingdings" panose="05000000000000000000" pitchFamily="2" charset="2"/>
              <a:buChar char="n"/>
              <a:defRPr sz="24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70000"/>
              <a:buFont typeface="Wingdings" panose="05000000000000000000" pitchFamily="2" charset="2"/>
              <a:buChar char="¨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lr>
                <a:schemeClr val="bg2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>
              <a:spcBef>
                <a:spcPct val="0"/>
              </a:spcBef>
              <a:buClrTx/>
              <a:buSzTx/>
              <a:buFontTx/>
              <a:buNone/>
            </a:pPr>
            <a:fld id="{62317ACF-C815-4F29-B771-94F118F0930C}" type="slidenum">
              <a:rPr lang="ru-RU" altLang="ru-RU" sz="1200" smtClean="0">
                <a:latin typeface="Arial Black" panose="020B0A04020102020204" pitchFamily="34" charset="0"/>
              </a:rPr>
              <a:pPr>
                <a:spcBef>
                  <a:spcPct val="0"/>
                </a:spcBef>
                <a:buClrTx/>
                <a:buSzTx/>
                <a:buFontTx/>
                <a:buNone/>
              </a:pPr>
              <a:t>11</a:t>
            </a:fld>
            <a:endParaRPr lang="ru-RU" altLang="ru-RU" sz="1200">
              <a:latin typeface="Arial Black" panose="020B0A04020102020204" pitchFamily="34" charset="0"/>
            </a:endParaRPr>
          </a:p>
        </p:txBody>
      </p:sp>
      <p:sp>
        <p:nvSpPr>
          <p:cNvPr id="15364" name="Rectangle 2">
            <a:extLst>
              <a:ext uri="{FF2B5EF4-FFF2-40B4-BE49-F238E27FC236}">
                <a16:creationId xmlns:a16="http://schemas.microsoft.com/office/drawing/2014/main" id="{3FD5D77D-1E71-46DC-862A-AFBC747A926E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457200" y="71438"/>
            <a:ext cx="8229600" cy="738187"/>
          </a:xfrm>
        </p:spPr>
        <p:txBody>
          <a:bodyPr/>
          <a:lstStyle/>
          <a:p>
            <a:pPr algn="ctr"/>
            <a:r>
              <a:rPr lang="ru-RU" altLang="ru-RU" sz="3600">
                <a:solidFill>
                  <a:schemeClr val="bg2"/>
                </a:solidFill>
              </a:rPr>
              <a:t>ТРИГГЕРЫ</a:t>
            </a: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7" dur="500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build="p"/>
    </p:bld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555" name="Номер слайда 3">
            <a:extLst>
              <a:ext uri="{FF2B5EF4-FFF2-40B4-BE49-F238E27FC236}">
                <a16:creationId xmlns:a16="http://schemas.microsoft.com/office/drawing/2014/main" id="{C1F1937C-1719-4A9C-80B5-5A0036E96E17}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20000"/>
              </a:spcBef>
              <a:buClr>
                <a:schemeClr val="bg2"/>
              </a:buClr>
              <a:buSzPct val="75000"/>
              <a:buFont typeface="Wingdings" panose="05000000000000000000" pitchFamily="2" charset="2"/>
              <a:buChar char="n"/>
              <a:defRPr sz="32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lr>
                <a:schemeClr val="accent2"/>
              </a:buClr>
              <a:buSzPct val="80000"/>
              <a:buFont typeface="Wingdings" panose="05000000000000000000" pitchFamily="2" charset="2"/>
              <a:buChar char="¨"/>
              <a:defRPr sz="28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lr>
                <a:schemeClr val="bg2"/>
              </a:buClr>
              <a:buSzPct val="65000"/>
              <a:buFont typeface="Wingdings" panose="05000000000000000000" pitchFamily="2" charset="2"/>
              <a:buChar char="n"/>
              <a:defRPr sz="24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70000"/>
              <a:buFont typeface="Wingdings" panose="05000000000000000000" pitchFamily="2" charset="2"/>
              <a:buChar char="¨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lr>
                <a:schemeClr val="bg2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>
              <a:spcBef>
                <a:spcPct val="0"/>
              </a:spcBef>
              <a:buClrTx/>
              <a:buSzTx/>
              <a:buFontTx/>
              <a:buNone/>
            </a:pPr>
            <a:fld id="{090FE45E-749F-4264-9A03-F061FA554033}" type="slidenum">
              <a:rPr lang="ru-RU" altLang="ru-RU" sz="1200" smtClean="0">
                <a:latin typeface="Arial Black" panose="020B0A04020102020204" pitchFamily="34" charset="0"/>
              </a:rPr>
              <a:pPr>
                <a:spcBef>
                  <a:spcPct val="0"/>
                </a:spcBef>
                <a:buClrTx/>
                <a:buSzTx/>
                <a:buFontTx/>
                <a:buNone/>
              </a:pPr>
              <a:t>12</a:t>
            </a:fld>
            <a:endParaRPr lang="ru-RU" altLang="ru-RU" sz="1200">
              <a:latin typeface="Arial Black" panose="020B0A04020102020204" pitchFamily="34" charset="0"/>
            </a:endParaRPr>
          </a:p>
        </p:txBody>
      </p:sp>
      <p:sp>
        <p:nvSpPr>
          <p:cNvPr id="23556" name="Rectangle 2">
            <a:extLst>
              <a:ext uri="{FF2B5EF4-FFF2-40B4-BE49-F238E27FC236}">
                <a16:creationId xmlns:a16="http://schemas.microsoft.com/office/drawing/2014/main" id="{71907304-C6F6-43B7-A9AB-1E9363A2893F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611560" y="220842"/>
            <a:ext cx="8229600" cy="738188"/>
          </a:xfrm>
        </p:spPr>
        <p:txBody>
          <a:bodyPr/>
          <a:lstStyle/>
          <a:p>
            <a:pPr algn="ctr"/>
            <a:r>
              <a:rPr lang="ru-RU" sz="3600" dirty="0">
                <a:latin typeface="Arial" panose="020B0604020202020204" pitchFamily="34" charset="0"/>
                <a:cs typeface="Arial" panose="020B0604020202020204" pitchFamily="34" charset="0"/>
              </a:rPr>
              <a:t>Ф</a:t>
            </a:r>
            <a:r>
              <a:rPr lang="ru-RU" sz="3600" b="0" i="0" dirty="0">
                <a:effectLst/>
                <a:latin typeface="Arial" panose="020B0604020202020204" pitchFamily="34" charset="0"/>
                <a:cs typeface="Arial" panose="020B0604020202020204" pitchFamily="34" charset="0"/>
              </a:rPr>
              <a:t>ункции</a:t>
            </a:r>
            <a:r>
              <a:rPr lang="ru-RU" sz="3600" b="0" i="0" dirty="0">
                <a:effectLst/>
                <a:latin typeface="Lato" panose="020F0502020204030203" pitchFamily="34" charset="0"/>
              </a:rPr>
              <a:t> триггеров</a:t>
            </a:r>
            <a:endParaRPr lang="ru-RU" altLang="ru-RU" sz="3600" dirty="0"/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733199D6-A9B5-4019-B325-D570FD5DC091}"/>
              </a:ext>
            </a:extLst>
          </p:cNvPr>
          <p:cNvSpPr txBox="1"/>
          <p:nvPr/>
        </p:nvSpPr>
        <p:spPr>
          <a:xfrm>
            <a:off x="302840" y="893592"/>
            <a:ext cx="8435280" cy="5724872"/>
          </a:xfrm>
          <a:prstGeom prst="rect">
            <a:avLst/>
          </a:prstGeom>
          <a:noFill/>
        </p:spPr>
        <p:txBody>
          <a:bodyPr wrap="square" rtlCol="0">
            <a:normAutofit fontScale="92500" lnSpcReduction="20000"/>
          </a:bodyPr>
          <a:lstStyle/>
          <a:p>
            <a:pPr algn="l" fontAlgn="base">
              <a:lnSpc>
                <a:spcPct val="120000"/>
              </a:lnSpc>
            </a:pPr>
            <a:r>
              <a:rPr lang="ru-RU" sz="1800" b="0" i="0" dirty="0">
                <a:effectLst/>
              </a:rPr>
              <a:t>Наиболее распространенные функции триггеров:</a:t>
            </a:r>
          </a:p>
          <a:p>
            <a:pPr>
              <a:lnSpc>
                <a:spcPct val="120000"/>
              </a:lnSpc>
              <a:buFont typeface="+mj-lt"/>
              <a:buAutoNum type="arabicPeriod"/>
            </a:pPr>
            <a:r>
              <a:rPr lang="ru-RU" sz="1800" b="1" i="0" dirty="0">
                <a:effectLst/>
              </a:rPr>
              <a:t>Функция согласования данных. </a:t>
            </a:r>
            <a:br>
              <a:rPr lang="ru-RU" sz="1800" b="1" i="0" dirty="0">
                <a:effectLst/>
              </a:rPr>
            </a:br>
            <a:r>
              <a:rPr lang="ru-RU" sz="1800" dirty="0"/>
              <a:t>Т</a:t>
            </a:r>
            <a:r>
              <a:rPr lang="ru-RU" sz="1800" i="0" dirty="0">
                <a:effectLst/>
              </a:rPr>
              <a:t>р</a:t>
            </a:r>
            <a:r>
              <a:rPr lang="ru-RU" sz="1800" b="0" i="0" dirty="0">
                <a:effectLst/>
              </a:rPr>
              <a:t>иггеры используются для обеспечения целостности данных в базе данных. Мы можем связать триггер с той или иной </a:t>
            </a:r>
            <a:r>
              <a:rPr lang="ru-RU" sz="1800" b="0" i="0" u="none" strike="noStrike" dirty="0">
                <a:effectLst/>
                <a:hlinkClick r:id="rId2">
                  <a:extLst>
                    <a:ext uri="{A12FA001-AC4F-418D-AE19-62706E023703}">
                      <ahyp:hlinkClr xmlns:ahyp="http://schemas.microsoft.com/office/drawing/2018/hyperlinkcolor" xmlns="" val="tx"/>
                    </a:ext>
                  </a:extLst>
                </a:hlinkClick>
              </a:rPr>
              <a:t>SQL командой</a:t>
            </a:r>
            <a:r>
              <a:rPr lang="ru-RU" sz="1800" b="0" i="0" dirty="0">
                <a:effectLst/>
              </a:rPr>
              <a:t>, таким образом, чтобы триггер проверял </a:t>
            </a:r>
            <a:r>
              <a:rPr lang="ru-RU" sz="1800" b="0" i="0" u="none" strike="noStrike" dirty="0">
                <a:effectLst/>
                <a:hlinkClick r:id="rId3">
                  <a:extLst>
                    <a:ext uri="{A12FA001-AC4F-418D-AE19-62706E023703}">
                      <ahyp:hlinkClr xmlns:ahyp="http://schemas.microsoft.com/office/drawing/2018/hyperlinkcolor" xmlns="" val="tx"/>
                    </a:ext>
                  </a:extLst>
                </a:hlinkClick>
              </a:rPr>
              <a:t>связанные таблицы</a:t>
            </a:r>
            <a:r>
              <a:rPr lang="ru-RU" sz="1800" b="0" i="0" dirty="0">
                <a:effectLst/>
              </a:rPr>
              <a:t> на согласованность данных.</a:t>
            </a:r>
            <a:endParaRPr lang="ru-RU" sz="1500" b="0" i="0" dirty="0">
              <a:effectLst/>
            </a:endParaRPr>
          </a:p>
          <a:p>
            <a:pPr algn="l" fontAlgn="base">
              <a:lnSpc>
                <a:spcPct val="120000"/>
              </a:lnSpc>
              <a:buFont typeface="+mj-lt"/>
              <a:buAutoNum type="arabicPeriod"/>
            </a:pPr>
            <a:r>
              <a:rPr lang="ru-RU" sz="1800" b="1" i="0" dirty="0">
                <a:effectLst/>
              </a:rPr>
              <a:t>Функция очистки данных. </a:t>
            </a:r>
            <a:br>
              <a:rPr lang="ru-RU" sz="1800" b="1" i="0" dirty="0">
                <a:effectLst/>
              </a:rPr>
            </a:br>
            <a:r>
              <a:rPr lang="ru-RU" sz="1800" b="0" i="0" dirty="0">
                <a:effectLst/>
              </a:rPr>
              <a:t>Данная функция является подмножество функции из пункта 1. При наличии связей по внешнему ключу может выполниться </a:t>
            </a:r>
            <a:r>
              <a:rPr lang="ru-RU" sz="1800" b="0" i="0" u="none" strike="noStrike" dirty="0">
                <a:effectLst/>
                <a:hlinkClick r:id="rId4">
                  <a:extLst>
                    <a:ext uri="{A12FA001-AC4F-418D-AE19-62706E023703}">
                      <ahyp:hlinkClr xmlns:ahyp="http://schemas.microsoft.com/office/drawing/2018/hyperlinkcolor" xmlns="" val="tx"/>
                    </a:ext>
                  </a:extLst>
                </a:hlinkClick>
              </a:rPr>
              <a:t>каскадное удаление данных</a:t>
            </a:r>
            <a:r>
              <a:rPr lang="ru-RU" sz="1800" u="none" strike="noStrike" dirty="0"/>
              <a:t> </a:t>
            </a:r>
            <a:r>
              <a:rPr lang="ru-RU" sz="1800" b="0" i="0" dirty="0">
                <a:effectLst/>
              </a:rPr>
              <a:t>из таблиц, связанных </a:t>
            </a:r>
            <a:r>
              <a:rPr lang="ru-RU" sz="1800" b="0" i="0" u="none" strike="noStrike" dirty="0">
                <a:effectLst/>
                <a:hlinkClick r:id="rId5">
                  <a:extLst>
                    <a:ext uri="{A12FA001-AC4F-418D-AE19-62706E023703}">
                      <ahyp:hlinkClr xmlns:ahyp="http://schemas.microsoft.com/office/drawing/2018/hyperlinkcolor" xmlns="" val="tx"/>
                    </a:ext>
                  </a:extLst>
                </a:hlinkClick>
              </a:rPr>
              <a:t>ограничением внешнего ключа</a:t>
            </a:r>
            <a:r>
              <a:rPr lang="ru-RU" sz="1800" u="none" strike="noStrike" dirty="0"/>
              <a:t>.</a:t>
            </a:r>
            <a:br>
              <a:rPr lang="ru-RU" sz="1800" u="none" strike="noStrike" dirty="0"/>
            </a:br>
            <a:r>
              <a:rPr lang="ru-RU" sz="1800" b="0" i="0" dirty="0">
                <a:effectLst/>
              </a:rPr>
              <a:t> Но если данные об одном объекте хранятся в несвязанных таблицах, то могут </a:t>
            </a:r>
            <a:br>
              <a:rPr lang="ru-RU" sz="1800" b="0" i="0" dirty="0">
                <a:effectLst/>
              </a:rPr>
            </a:br>
            <a:r>
              <a:rPr lang="ru-RU" sz="1800" b="0" i="0" dirty="0">
                <a:effectLst/>
              </a:rPr>
              <a:t>использоваться триггеры. То же самое и про операции </a:t>
            </a:r>
            <a:r>
              <a:rPr lang="ru-RU" sz="1800" b="0" i="0" u="none" strike="noStrike" dirty="0">
                <a:effectLst/>
                <a:hlinkClick r:id="rId6">
                  <a:extLst>
                    <a:ext uri="{A12FA001-AC4F-418D-AE19-62706E023703}">
                      <ahyp:hlinkClr xmlns:ahyp="http://schemas.microsoft.com/office/drawing/2018/hyperlinkcolor" xmlns="" val="tx"/>
                    </a:ext>
                  </a:extLst>
                </a:hlinkClick>
              </a:rPr>
              <a:t>каскадной модификации данных</a:t>
            </a:r>
            <a:r>
              <a:rPr lang="ru-RU" sz="1800" b="0" i="0" dirty="0">
                <a:effectLst/>
              </a:rPr>
              <a:t>.</a:t>
            </a:r>
          </a:p>
          <a:p>
            <a:pPr algn="l" fontAlgn="base">
              <a:lnSpc>
                <a:spcPct val="120000"/>
              </a:lnSpc>
              <a:buFont typeface="+mj-lt"/>
              <a:buAutoNum type="arabicPeriod"/>
            </a:pPr>
            <a:r>
              <a:rPr lang="ru-RU" sz="2000" b="1" i="0" dirty="0">
                <a:effectLst/>
              </a:rPr>
              <a:t>Функция журнализации. </a:t>
            </a:r>
            <a:br>
              <a:rPr lang="ru-RU" sz="2000" b="1" i="0" dirty="0">
                <a:effectLst/>
              </a:rPr>
            </a:br>
            <a:r>
              <a:rPr lang="ru-RU" sz="1800" b="0" i="0" dirty="0">
                <a:effectLst/>
              </a:rPr>
              <a:t>Часто при помощи триггеров разработчики создают таблицы-журналы, в которых фиксируются различные изменения в базе данных. Обычно журналы создаются для фиксации изменений, которые вносят различные пользователи базы данных, таким образом можно отследить какой пользователь внес то или иное изменение в ту или иную таблицу базы данных</a:t>
            </a:r>
          </a:p>
          <a:p>
            <a:pPr algn="l" fontAlgn="base">
              <a:lnSpc>
                <a:spcPct val="120000"/>
              </a:lnSpc>
              <a:buFont typeface="+mj-lt"/>
              <a:buAutoNum type="arabicPeriod"/>
            </a:pPr>
            <a:r>
              <a:rPr lang="ru-RU" sz="1800" b="1" dirty="0"/>
              <a:t>Другие функции</a:t>
            </a:r>
            <a:r>
              <a:rPr lang="ru-RU" sz="1800" dirty="0"/>
              <a:t>.</a:t>
            </a:r>
            <a:br>
              <a:rPr lang="ru-RU" sz="1800" dirty="0"/>
            </a:br>
            <a:r>
              <a:rPr lang="ru-RU" sz="1800" dirty="0"/>
              <a:t>Используя хранимую процедуру в теле триггера можно делать аналитические или статистические расчеты</a:t>
            </a:r>
            <a:endParaRPr lang="ru-RU" sz="1800" b="0" i="0" dirty="0">
              <a:effectLst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7" dur="500"/>
                                        <p:tgtEl>
                                          <p:spTgt spid="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12" dur="500"/>
                                        <p:tgtEl>
                                          <p:spTgt spid="2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22" presetClass="entr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17" dur="500"/>
                                        <p:tgtEl>
                                          <p:spTgt spid="2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22" presetClass="entr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22" dur="500"/>
                                        <p:tgtEl>
                                          <p:spTgt spid="2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22" presetClass="entr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27" dur="500"/>
                                        <p:tgtEl>
                                          <p:spTgt spid="2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build="p"/>
    </p:bld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Объект 2">
            <a:extLst>
              <a:ext uri="{FF2B5EF4-FFF2-40B4-BE49-F238E27FC236}">
                <a16:creationId xmlns:a16="http://schemas.microsoft.com/office/drawing/2014/main" id="{FA41A7AF-69FE-4AEF-B771-5F925A0B0AFA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0" y="714375"/>
            <a:ext cx="9036050" cy="5810250"/>
          </a:xfrm>
        </p:spPr>
        <p:txBody>
          <a:bodyPr>
            <a:normAutofit fontScale="77500" lnSpcReduction="20000"/>
          </a:bodyPr>
          <a:lstStyle/>
          <a:p>
            <a:pPr>
              <a:lnSpc>
                <a:spcPct val="120000"/>
              </a:lnSpc>
              <a:defRPr/>
            </a:pPr>
            <a:r>
              <a:rPr lang="ru-RU" dirty="0"/>
              <a:t>Триггеры еще называют </a:t>
            </a:r>
            <a:r>
              <a:rPr lang="ru-RU" b="1" dirty="0"/>
              <a:t>правилами</a:t>
            </a:r>
            <a:r>
              <a:rPr lang="ru-RU" dirty="0"/>
              <a:t> </a:t>
            </a:r>
            <a:br>
              <a:rPr lang="ru-RU" dirty="0"/>
            </a:br>
            <a:r>
              <a:rPr lang="ru-RU" i="1" dirty="0"/>
              <a:t>"событие —условие—действие" </a:t>
            </a:r>
            <a:br>
              <a:rPr lang="ru-RU" i="1" dirty="0"/>
            </a:br>
            <a:r>
              <a:rPr lang="en-US" dirty="0"/>
              <a:t>event</a:t>
            </a:r>
            <a:r>
              <a:rPr lang="ru-RU" i="1" dirty="0"/>
              <a:t> — </a:t>
            </a:r>
            <a:r>
              <a:rPr lang="en-US" dirty="0"/>
              <a:t>condition</a:t>
            </a:r>
            <a:r>
              <a:rPr lang="ru-RU" dirty="0"/>
              <a:t>—</a:t>
            </a:r>
            <a:r>
              <a:rPr lang="en-US" dirty="0"/>
              <a:t>action rules </a:t>
            </a:r>
            <a:r>
              <a:rPr lang="ru-RU" dirty="0"/>
              <a:t>или </a:t>
            </a:r>
            <a:r>
              <a:rPr lang="en-US" dirty="0"/>
              <a:t>ECA rules</a:t>
            </a:r>
            <a:endParaRPr lang="ru-RU" dirty="0"/>
          </a:p>
          <a:p>
            <a:pPr>
              <a:lnSpc>
                <a:spcPct val="120000"/>
              </a:lnSpc>
              <a:defRPr/>
            </a:pPr>
            <a:r>
              <a:rPr lang="ru-RU" dirty="0"/>
              <a:t> Отличаются от других ограничений, рассмотренных выше, в трех аспектах.</a:t>
            </a:r>
          </a:p>
          <a:p>
            <a:pPr lvl="1">
              <a:lnSpc>
                <a:spcPct val="120000"/>
              </a:lnSpc>
              <a:buClr>
                <a:srgbClr val="C00000"/>
              </a:buClr>
              <a:buFont typeface="Wingdings" panose="05000000000000000000" pitchFamily="2" charset="2"/>
              <a:buChar char="v"/>
              <a:defRPr/>
            </a:pPr>
            <a:r>
              <a:rPr lang="ru-RU" dirty="0">
                <a:ea typeface="+mn-ea"/>
              </a:rPr>
              <a:t>Триггер "срабатывает" только при наступлении определенного </a:t>
            </a:r>
            <a:r>
              <a:rPr lang="ru-RU" i="1" dirty="0">
                <a:ea typeface="+mn-ea"/>
              </a:rPr>
              <a:t>события </a:t>
            </a:r>
            <a:r>
              <a:rPr lang="ru-RU" dirty="0">
                <a:ea typeface="+mn-ea"/>
              </a:rPr>
              <a:t>(</a:t>
            </a:r>
            <a:r>
              <a:rPr lang="en-US" dirty="0">
                <a:ea typeface="+mn-ea"/>
              </a:rPr>
              <a:t>event</a:t>
            </a:r>
            <a:r>
              <a:rPr lang="ru-RU" dirty="0">
                <a:ea typeface="+mn-ea"/>
              </a:rPr>
              <a:t>), описание которого содержится в тексте триггера.</a:t>
            </a:r>
          </a:p>
          <a:p>
            <a:pPr lvl="1">
              <a:lnSpc>
                <a:spcPct val="120000"/>
              </a:lnSpc>
              <a:buClr>
                <a:srgbClr val="C00000"/>
              </a:buClr>
              <a:buFont typeface="Wingdings" panose="05000000000000000000" pitchFamily="2" charset="2"/>
              <a:buChar char="v"/>
              <a:defRPr/>
            </a:pPr>
            <a:r>
              <a:rPr lang="ru-RU" dirty="0">
                <a:ea typeface="+mn-ea"/>
              </a:rPr>
              <a:t>Вместо того чтобы сразу отвергнуть операцию, вызвавшую его срабатывание, триггер выполняет проверку </a:t>
            </a:r>
            <a:r>
              <a:rPr lang="ru-RU" i="1" dirty="0">
                <a:ea typeface="+mn-ea"/>
              </a:rPr>
              <a:t>условия </a:t>
            </a:r>
            <a:r>
              <a:rPr lang="ru-RU" dirty="0">
                <a:ea typeface="+mn-ea"/>
              </a:rPr>
              <a:t>(</a:t>
            </a:r>
            <a:r>
              <a:rPr lang="en-US" dirty="0">
                <a:ea typeface="+mn-ea"/>
              </a:rPr>
              <a:t>condition</a:t>
            </a:r>
            <a:r>
              <a:rPr lang="ru-RU" dirty="0">
                <a:ea typeface="+mn-ea"/>
              </a:rPr>
              <a:t>). Если результат проверки равен значению </a:t>
            </a:r>
            <a:r>
              <a:rPr lang="en-US" b="1" cap="small" dirty="0">
                <a:ea typeface="+mn-ea"/>
              </a:rPr>
              <a:t>false</a:t>
            </a:r>
            <a:r>
              <a:rPr lang="en-US" cap="small" dirty="0">
                <a:ea typeface="+mn-ea"/>
              </a:rPr>
              <a:t>, </a:t>
            </a:r>
            <a:r>
              <a:rPr lang="ru-RU" dirty="0">
                <a:ea typeface="+mn-ea"/>
              </a:rPr>
              <a:t>работа триггера завершается.</a:t>
            </a:r>
          </a:p>
          <a:p>
            <a:pPr lvl="1">
              <a:lnSpc>
                <a:spcPct val="120000"/>
              </a:lnSpc>
              <a:buClr>
                <a:srgbClr val="C00000"/>
              </a:buClr>
              <a:buFont typeface="Wingdings" panose="05000000000000000000" pitchFamily="2" charset="2"/>
              <a:buChar char="v"/>
              <a:defRPr/>
            </a:pPr>
            <a:r>
              <a:rPr lang="ru-RU" dirty="0">
                <a:ea typeface="+mn-ea"/>
              </a:rPr>
              <a:t>Если же условие, сформулированное в тексте триггера, справедливо (</a:t>
            </a:r>
            <a:r>
              <a:rPr lang="en-US" b="1" cap="small" dirty="0">
                <a:ea typeface="+mn-ea"/>
              </a:rPr>
              <a:t>TRUE</a:t>
            </a:r>
            <a:r>
              <a:rPr lang="en-US" dirty="0">
                <a:ea typeface="+mn-ea"/>
              </a:rPr>
              <a:t>)</a:t>
            </a:r>
            <a:r>
              <a:rPr lang="ru-RU" dirty="0">
                <a:ea typeface="+mn-ea"/>
              </a:rPr>
              <a:t>, СУБД выполняет </a:t>
            </a:r>
            <a:r>
              <a:rPr lang="ru-RU" i="1" dirty="0">
                <a:ea typeface="+mn-ea"/>
              </a:rPr>
              <a:t>действие </a:t>
            </a:r>
            <a:r>
              <a:rPr lang="ru-RU" dirty="0">
                <a:ea typeface="+mn-ea"/>
              </a:rPr>
              <a:t>(</a:t>
            </a:r>
            <a:r>
              <a:rPr lang="en-US" dirty="0">
                <a:ea typeface="+mn-ea"/>
              </a:rPr>
              <a:t>action</a:t>
            </a:r>
            <a:r>
              <a:rPr lang="ru-RU" dirty="0">
                <a:ea typeface="+mn-ea"/>
              </a:rPr>
              <a:t>), поставленное в соответствие событию.</a:t>
            </a:r>
            <a:endParaRPr lang="ru-RU" dirty="0"/>
          </a:p>
        </p:txBody>
      </p:sp>
      <p:sp>
        <p:nvSpPr>
          <p:cNvPr id="15363" name="Номер слайда 3">
            <a:extLst>
              <a:ext uri="{FF2B5EF4-FFF2-40B4-BE49-F238E27FC236}">
                <a16:creationId xmlns:a16="http://schemas.microsoft.com/office/drawing/2014/main" id="{B0255277-11DB-4AD5-889F-37D1B7308878}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20000"/>
              </a:spcBef>
              <a:buClr>
                <a:schemeClr val="bg2"/>
              </a:buClr>
              <a:buSzPct val="75000"/>
              <a:buFont typeface="Wingdings" panose="05000000000000000000" pitchFamily="2" charset="2"/>
              <a:buChar char="n"/>
              <a:defRPr sz="32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lr>
                <a:schemeClr val="accent2"/>
              </a:buClr>
              <a:buSzPct val="80000"/>
              <a:buFont typeface="Wingdings" panose="05000000000000000000" pitchFamily="2" charset="2"/>
              <a:buChar char="¨"/>
              <a:defRPr sz="28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lr>
                <a:schemeClr val="bg2"/>
              </a:buClr>
              <a:buSzPct val="65000"/>
              <a:buFont typeface="Wingdings" panose="05000000000000000000" pitchFamily="2" charset="2"/>
              <a:buChar char="n"/>
              <a:defRPr sz="24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70000"/>
              <a:buFont typeface="Wingdings" panose="05000000000000000000" pitchFamily="2" charset="2"/>
              <a:buChar char="¨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lr>
                <a:schemeClr val="bg2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>
              <a:spcBef>
                <a:spcPct val="0"/>
              </a:spcBef>
              <a:buClrTx/>
              <a:buSzTx/>
              <a:buFontTx/>
              <a:buNone/>
            </a:pPr>
            <a:fld id="{62317ACF-C815-4F29-B771-94F118F0930C}" type="slidenum">
              <a:rPr lang="ru-RU" altLang="ru-RU" sz="1200" smtClean="0">
                <a:latin typeface="Arial Black" panose="020B0A04020102020204" pitchFamily="34" charset="0"/>
              </a:rPr>
              <a:pPr>
                <a:spcBef>
                  <a:spcPct val="0"/>
                </a:spcBef>
                <a:buClrTx/>
                <a:buSzTx/>
                <a:buFontTx/>
                <a:buNone/>
              </a:pPr>
              <a:t>13</a:t>
            </a:fld>
            <a:endParaRPr lang="ru-RU" altLang="ru-RU" sz="1200">
              <a:latin typeface="Arial Black" panose="020B0A04020102020204" pitchFamily="34" charset="0"/>
            </a:endParaRPr>
          </a:p>
        </p:txBody>
      </p:sp>
      <p:sp>
        <p:nvSpPr>
          <p:cNvPr id="15364" name="Rectangle 2">
            <a:extLst>
              <a:ext uri="{FF2B5EF4-FFF2-40B4-BE49-F238E27FC236}">
                <a16:creationId xmlns:a16="http://schemas.microsoft.com/office/drawing/2014/main" id="{3FD5D77D-1E71-46DC-862A-AFBC747A926E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457200" y="71438"/>
            <a:ext cx="8229600" cy="738187"/>
          </a:xfrm>
        </p:spPr>
        <p:txBody>
          <a:bodyPr/>
          <a:lstStyle/>
          <a:p>
            <a:pPr algn="ctr"/>
            <a:r>
              <a:rPr lang="ru-RU" altLang="ru-RU" sz="3600">
                <a:solidFill>
                  <a:schemeClr val="bg2"/>
                </a:solidFill>
              </a:rPr>
              <a:t>ТРИГГЕРЫ</a:t>
            </a:r>
          </a:p>
        </p:txBody>
      </p:sp>
    </p:spTree>
    <p:extLst>
      <p:ext uri="{BB962C8B-B14F-4D97-AF65-F5344CB8AC3E}">
        <p14:creationId xmlns:p14="http://schemas.microsoft.com/office/powerpoint/2010/main" val="461142585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7" dur="500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 nodeType="clickPar">
                      <p:stCondLst>
                        <p:cond delay="indefinite"/>
                      </p:stCondLst>
                      <p:childTnLst>
                        <p:par>
                          <p:cTn id="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2" dur="500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3" presetID="2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5" dur="500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6" presetID="2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8" dur="500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9" presetID="2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21" dur="500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build="p"/>
    </p:bldLst>
  </p:timing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Объект 2">
            <a:extLst>
              <a:ext uri="{FF2B5EF4-FFF2-40B4-BE49-F238E27FC236}">
                <a16:creationId xmlns:a16="http://schemas.microsoft.com/office/drawing/2014/main" id="{B6BD2FA8-A45D-4170-B99A-C6B8490C82B2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0" y="714375"/>
            <a:ext cx="9036050" cy="5810250"/>
          </a:xfrm>
        </p:spPr>
        <p:txBody>
          <a:bodyPr>
            <a:normAutofit fontScale="77500" lnSpcReduction="20000"/>
          </a:bodyPr>
          <a:lstStyle/>
          <a:p>
            <a:pPr>
              <a:lnSpc>
                <a:spcPct val="120000"/>
              </a:lnSpc>
              <a:defRPr/>
            </a:pPr>
            <a:r>
              <a:rPr lang="ru-RU" dirty="0"/>
              <a:t>К числу </a:t>
            </a:r>
            <a:r>
              <a:rPr lang="ru-RU" dirty="0">
                <a:solidFill>
                  <a:schemeClr val="bg2">
                    <a:lumMod val="60000"/>
                    <a:lumOff val="40000"/>
                  </a:schemeClr>
                </a:solidFill>
              </a:rPr>
              <a:t>допустимых событий (</a:t>
            </a:r>
            <a:r>
              <a:rPr lang="en-US" dirty="0">
                <a:solidFill>
                  <a:schemeClr val="bg2">
                    <a:lumMod val="60000"/>
                    <a:lumOff val="40000"/>
                  </a:schemeClr>
                </a:solidFill>
              </a:rPr>
              <a:t>Event) </a:t>
            </a:r>
            <a:r>
              <a:rPr lang="ru-RU" dirty="0"/>
              <a:t>обычно относят операции </a:t>
            </a:r>
            <a:r>
              <a:rPr lang="en-US" dirty="0">
                <a:solidFill>
                  <a:srgbClr val="C00000"/>
                </a:solidFill>
              </a:rPr>
              <a:t>INSERT</a:t>
            </a:r>
            <a:r>
              <a:rPr lang="ru-RU" dirty="0">
                <a:solidFill>
                  <a:srgbClr val="C00000"/>
                </a:solidFill>
              </a:rPr>
              <a:t>, </a:t>
            </a:r>
            <a:r>
              <a:rPr lang="en-US" dirty="0">
                <a:solidFill>
                  <a:srgbClr val="C00000"/>
                </a:solidFill>
              </a:rPr>
              <a:t>DELETE</a:t>
            </a:r>
            <a:r>
              <a:rPr lang="ru-RU" dirty="0">
                <a:solidFill>
                  <a:srgbClr val="C00000"/>
                </a:solidFill>
              </a:rPr>
              <a:t> и </a:t>
            </a:r>
            <a:r>
              <a:rPr lang="en-US" dirty="0">
                <a:solidFill>
                  <a:srgbClr val="C00000"/>
                </a:solidFill>
              </a:rPr>
              <a:t>UPDATE</a:t>
            </a:r>
            <a:r>
              <a:rPr lang="ru-RU" dirty="0">
                <a:solidFill>
                  <a:srgbClr val="C00000"/>
                </a:solidFill>
              </a:rPr>
              <a:t> </a:t>
            </a:r>
            <a:r>
              <a:rPr lang="ru-RU" dirty="0">
                <a:solidFill>
                  <a:schemeClr val="bg2">
                    <a:lumMod val="60000"/>
                    <a:lumOff val="40000"/>
                  </a:schemeClr>
                </a:solidFill>
              </a:rPr>
              <a:t>указанного отношения</a:t>
            </a:r>
            <a:r>
              <a:rPr lang="ru-RU" dirty="0"/>
              <a:t>. Во многих СУБД "событием", на которое способен отреагировать триггер, разрешено считать и факт завершения транзакции.</a:t>
            </a:r>
          </a:p>
          <a:p>
            <a:pPr>
              <a:lnSpc>
                <a:spcPct val="120000"/>
              </a:lnSpc>
              <a:defRPr/>
            </a:pPr>
            <a:r>
              <a:rPr lang="ru-RU" dirty="0"/>
              <a:t>Под </a:t>
            </a:r>
            <a:r>
              <a:rPr lang="ru-RU" dirty="0">
                <a:solidFill>
                  <a:schemeClr val="bg2">
                    <a:lumMod val="60000"/>
                    <a:lumOff val="40000"/>
                  </a:schemeClr>
                </a:solidFill>
              </a:rPr>
              <a:t>действием</a:t>
            </a:r>
            <a:r>
              <a:rPr lang="ru-RU" dirty="0"/>
              <a:t> </a:t>
            </a:r>
            <a:r>
              <a:rPr lang="en-US" dirty="0"/>
              <a:t>(</a:t>
            </a:r>
            <a:r>
              <a:rPr lang="en-US" dirty="0">
                <a:solidFill>
                  <a:schemeClr val="bg2">
                    <a:lumMod val="60000"/>
                    <a:lumOff val="40000"/>
                  </a:schemeClr>
                </a:solidFill>
              </a:rPr>
              <a:t>Action</a:t>
            </a:r>
            <a:r>
              <a:rPr lang="en-US" dirty="0"/>
              <a:t>) </a:t>
            </a:r>
            <a:r>
              <a:rPr lang="ru-RU" dirty="0"/>
              <a:t>понимается последовательность операций с базой данных, отвечающая логике определенного события. Оформляется как программный блок, хранящийся в базе данных</a:t>
            </a:r>
            <a:endParaRPr lang="en-US" dirty="0"/>
          </a:p>
          <a:p>
            <a:pPr>
              <a:lnSpc>
                <a:spcPct val="120000"/>
              </a:lnSpc>
              <a:defRPr/>
            </a:pPr>
            <a:r>
              <a:rPr lang="ru-RU" dirty="0"/>
              <a:t>Триггеры определяются </a:t>
            </a:r>
            <a:r>
              <a:rPr lang="ru-RU" dirty="0">
                <a:solidFill>
                  <a:schemeClr val="bg2">
                    <a:lumMod val="60000"/>
                    <a:lumOff val="40000"/>
                  </a:schemeClr>
                </a:solidFill>
              </a:rPr>
              <a:t>ТОЛЬКО</a:t>
            </a:r>
            <a:r>
              <a:rPr lang="ru-RU" dirty="0"/>
              <a:t> </a:t>
            </a:r>
            <a:r>
              <a:rPr lang="ru-RU" dirty="0">
                <a:solidFill>
                  <a:schemeClr val="bg2">
                    <a:lumMod val="60000"/>
                    <a:lumOff val="40000"/>
                  </a:schemeClr>
                </a:solidFill>
              </a:rPr>
              <a:t>на таблицах</a:t>
            </a:r>
            <a:r>
              <a:rPr lang="ru-RU" dirty="0"/>
              <a:t>, </a:t>
            </a:r>
            <a:r>
              <a:rPr lang="ru-RU" dirty="0">
                <a:solidFill>
                  <a:srgbClr val="C00000"/>
                </a:solidFill>
              </a:rPr>
              <a:t>не на </a:t>
            </a:r>
            <a:r>
              <a:rPr lang="en-US" dirty="0">
                <a:solidFill>
                  <a:srgbClr val="C00000"/>
                </a:solidFill>
              </a:rPr>
              <a:t>VIEW</a:t>
            </a:r>
          </a:p>
          <a:p>
            <a:pPr>
              <a:lnSpc>
                <a:spcPct val="120000"/>
              </a:lnSpc>
              <a:defRPr/>
            </a:pPr>
            <a:r>
              <a:rPr lang="ru-RU" dirty="0"/>
              <a:t>Тем не менее триггеры срабатывают, когда операции</a:t>
            </a:r>
            <a:r>
              <a:rPr lang="en-US" dirty="0"/>
              <a:t> </a:t>
            </a:r>
            <a:r>
              <a:rPr lang="ru-RU" dirty="0"/>
              <a:t>модификации исполняются из под </a:t>
            </a:r>
            <a:r>
              <a:rPr lang="en-US" dirty="0"/>
              <a:t>VIEW</a:t>
            </a:r>
            <a:endParaRPr lang="ru-RU" dirty="0"/>
          </a:p>
        </p:txBody>
      </p:sp>
      <p:sp>
        <p:nvSpPr>
          <p:cNvPr id="16387" name="Номер слайда 3">
            <a:extLst>
              <a:ext uri="{FF2B5EF4-FFF2-40B4-BE49-F238E27FC236}">
                <a16:creationId xmlns:a16="http://schemas.microsoft.com/office/drawing/2014/main" id="{FBB2D045-9FB3-4702-ADC1-2380833BADD8}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20000"/>
              </a:spcBef>
              <a:buClr>
                <a:schemeClr val="bg2"/>
              </a:buClr>
              <a:buSzPct val="75000"/>
              <a:buFont typeface="Wingdings" panose="05000000000000000000" pitchFamily="2" charset="2"/>
              <a:buChar char="n"/>
              <a:defRPr sz="32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lr>
                <a:schemeClr val="accent2"/>
              </a:buClr>
              <a:buSzPct val="80000"/>
              <a:buFont typeface="Wingdings" panose="05000000000000000000" pitchFamily="2" charset="2"/>
              <a:buChar char="¨"/>
              <a:defRPr sz="28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lr>
                <a:schemeClr val="bg2"/>
              </a:buClr>
              <a:buSzPct val="65000"/>
              <a:buFont typeface="Wingdings" panose="05000000000000000000" pitchFamily="2" charset="2"/>
              <a:buChar char="n"/>
              <a:defRPr sz="24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70000"/>
              <a:buFont typeface="Wingdings" panose="05000000000000000000" pitchFamily="2" charset="2"/>
              <a:buChar char="¨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lr>
                <a:schemeClr val="bg2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>
              <a:spcBef>
                <a:spcPct val="0"/>
              </a:spcBef>
              <a:buClrTx/>
              <a:buSzTx/>
              <a:buFontTx/>
              <a:buNone/>
            </a:pPr>
            <a:fld id="{5A48B6F2-D0EA-4B28-9326-A76617F73B1B}" type="slidenum">
              <a:rPr lang="ru-RU" altLang="ru-RU" sz="1200" smtClean="0">
                <a:latin typeface="Arial Black" panose="020B0A04020102020204" pitchFamily="34" charset="0"/>
              </a:rPr>
              <a:pPr>
                <a:spcBef>
                  <a:spcPct val="0"/>
                </a:spcBef>
                <a:buClrTx/>
                <a:buSzTx/>
                <a:buFontTx/>
                <a:buNone/>
              </a:pPr>
              <a:t>14</a:t>
            </a:fld>
            <a:endParaRPr lang="ru-RU" altLang="ru-RU" sz="1200">
              <a:latin typeface="Arial Black" panose="020B0A04020102020204" pitchFamily="34" charset="0"/>
            </a:endParaRPr>
          </a:p>
        </p:txBody>
      </p:sp>
      <p:sp>
        <p:nvSpPr>
          <p:cNvPr id="16388" name="Rectangle 2">
            <a:extLst>
              <a:ext uri="{FF2B5EF4-FFF2-40B4-BE49-F238E27FC236}">
                <a16:creationId xmlns:a16="http://schemas.microsoft.com/office/drawing/2014/main" id="{82BBBEEC-1178-4592-9B2B-2C3F0AAAD874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457200" y="71438"/>
            <a:ext cx="8229600" cy="738187"/>
          </a:xfrm>
        </p:spPr>
        <p:txBody>
          <a:bodyPr/>
          <a:lstStyle/>
          <a:p>
            <a:pPr algn="ctr"/>
            <a:r>
              <a:rPr lang="ru-RU" altLang="ru-RU" sz="3600">
                <a:solidFill>
                  <a:schemeClr val="bg2"/>
                </a:solidFill>
              </a:rPr>
              <a:t>События, действия </a:t>
            </a: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7" dur="500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 nodeType="clickPar">
                      <p:stCondLst>
                        <p:cond delay="indefinite"/>
                      </p:stCondLst>
                      <p:childTnLst>
                        <p:par>
                          <p:cTn id="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2" dur="500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 nodeType="clickPar">
                      <p:stCondLst>
                        <p:cond delay="indefinite"/>
                      </p:stCondLst>
                      <p:childTnLst>
                        <p:par>
                          <p:cTn id="1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5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7" dur="500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 nodeType="clickPar">
                      <p:stCondLst>
                        <p:cond delay="indefinite"/>
                      </p:stCondLst>
                      <p:childTnLst>
                        <p:par>
                          <p:cTn id="1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0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22" dur="500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build="p"/>
    </p:bldLst>
  </p:timing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Объект 2">
            <a:extLst>
              <a:ext uri="{FF2B5EF4-FFF2-40B4-BE49-F238E27FC236}">
                <a16:creationId xmlns:a16="http://schemas.microsoft.com/office/drawing/2014/main" id="{33EFCCDC-ADBB-4951-9A87-8EB63692AAEA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0" y="714375"/>
            <a:ext cx="9144000" cy="6143625"/>
          </a:xfrm>
        </p:spPr>
        <p:txBody>
          <a:bodyPr>
            <a:normAutofit/>
          </a:bodyPr>
          <a:lstStyle/>
          <a:p>
            <a:pPr>
              <a:defRPr/>
            </a:pPr>
            <a:r>
              <a:rPr lang="ru-RU" dirty="0"/>
              <a:t>В секции "действия" текста триггера разрешено использовать далеко не все команды </a:t>
            </a:r>
            <a:r>
              <a:rPr lang="en-US" dirty="0"/>
              <a:t>SQL</a:t>
            </a:r>
            <a:r>
              <a:rPr lang="ru-RU" dirty="0"/>
              <a:t>.</a:t>
            </a:r>
          </a:p>
          <a:p>
            <a:pPr>
              <a:defRPr/>
            </a:pPr>
            <a:r>
              <a:rPr lang="ru-RU" dirty="0"/>
              <a:t>Например, нельзя применять команды</a:t>
            </a:r>
          </a:p>
          <a:p>
            <a:pPr lvl="1">
              <a:buClr>
                <a:srgbClr val="C00000"/>
              </a:buClr>
              <a:buFont typeface="Wingdings" panose="05000000000000000000" pitchFamily="2" charset="2"/>
              <a:buChar char="Ø"/>
              <a:defRPr/>
            </a:pPr>
            <a:r>
              <a:rPr lang="ru-RU" dirty="0">
                <a:ea typeface="+mn-ea"/>
              </a:rPr>
              <a:t> управления транзакциями (подобные </a:t>
            </a:r>
            <a:r>
              <a:rPr lang="en-US" cap="small" dirty="0">
                <a:ea typeface="+mn-ea"/>
              </a:rPr>
              <a:t>commit </a:t>
            </a:r>
            <a:r>
              <a:rPr lang="ru-RU" dirty="0">
                <a:ea typeface="+mn-ea"/>
              </a:rPr>
              <a:t>и </a:t>
            </a:r>
            <a:r>
              <a:rPr lang="en-US" cap="small" dirty="0">
                <a:ea typeface="+mn-ea"/>
              </a:rPr>
              <a:t>rollback</a:t>
            </a:r>
            <a:r>
              <a:rPr lang="ru-RU" cap="small" dirty="0">
                <a:ea typeface="+mn-ea"/>
              </a:rPr>
              <a:t>), </a:t>
            </a:r>
          </a:p>
          <a:p>
            <a:pPr lvl="1">
              <a:buClr>
                <a:srgbClr val="C00000"/>
              </a:buClr>
              <a:buFont typeface="Wingdings" panose="05000000000000000000" pitchFamily="2" charset="2"/>
              <a:buChar char="Ø"/>
              <a:defRPr/>
            </a:pPr>
            <a:r>
              <a:rPr lang="ru-RU" dirty="0">
                <a:ea typeface="+mn-ea"/>
              </a:rPr>
              <a:t>организации соединения между клиентом и сервером базы данных (скажем, </a:t>
            </a:r>
            <a:r>
              <a:rPr lang="en-US" cap="small" dirty="0">
                <a:ea typeface="+mn-ea"/>
              </a:rPr>
              <a:t>connect </a:t>
            </a:r>
            <a:r>
              <a:rPr lang="ru-RU" dirty="0">
                <a:ea typeface="+mn-ea"/>
              </a:rPr>
              <a:t>и </a:t>
            </a:r>
            <a:r>
              <a:rPr lang="en-US" cap="small" dirty="0">
                <a:ea typeface="+mn-ea"/>
              </a:rPr>
              <a:t>disconnect</a:t>
            </a:r>
            <a:r>
              <a:rPr lang="ru-RU" cap="small" dirty="0">
                <a:ea typeface="+mn-ea"/>
              </a:rPr>
              <a:t>), </a:t>
            </a:r>
          </a:p>
          <a:p>
            <a:pPr lvl="1">
              <a:buClr>
                <a:srgbClr val="C00000"/>
              </a:buClr>
              <a:buFont typeface="Wingdings" panose="05000000000000000000" pitchFamily="2" charset="2"/>
              <a:buChar char="Ø"/>
              <a:defRPr/>
            </a:pPr>
            <a:r>
              <a:rPr lang="ru-RU" dirty="0">
                <a:ea typeface="+mn-ea"/>
              </a:rPr>
              <a:t>создания </a:t>
            </a:r>
            <a:r>
              <a:rPr lang="ru-RU" i="1" cap="small" dirty="0">
                <a:ea typeface="+mn-ea"/>
              </a:rPr>
              <a:t>(</a:t>
            </a:r>
            <a:r>
              <a:rPr lang="en-US" i="1" cap="small" dirty="0">
                <a:ea typeface="+mn-ea"/>
              </a:rPr>
              <a:t>create</a:t>
            </a:r>
            <a:r>
              <a:rPr lang="ru-RU" i="1" cap="small" dirty="0">
                <a:ea typeface="+mn-ea"/>
              </a:rPr>
              <a:t>), </a:t>
            </a:r>
            <a:r>
              <a:rPr lang="ru-RU" dirty="0">
                <a:ea typeface="+mn-ea"/>
              </a:rPr>
              <a:t>изменения </a:t>
            </a:r>
            <a:r>
              <a:rPr lang="ru-RU" i="1" cap="small" dirty="0">
                <a:ea typeface="+mn-ea"/>
              </a:rPr>
              <a:t>(</a:t>
            </a:r>
            <a:r>
              <a:rPr lang="en-US" i="1" cap="small" dirty="0">
                <a:ea typeface="+mn-ea"/>
              </a:rPr>
              <a:t>alter</a:t>
            </a:r>
            <a:r>
              <a:rPr lang="ru-RU" i="1" cap="small" dirty="0">
                <a:ea typeface="+mn-ea"/>
              </a:rPr>
              <a:t>) </a:t>
            </a:r>
            <a:r>
              <a:rPr lang="ru-RU" dirty="0">
                <a:ea typeface="+mn-ea"/>
              </a:rPr>
              <a:t>и удаления </a:t>
            </a:r>
            <a:r>
              <a:rPr lang="ru-RU" i="1" cap="small" dirty="0">
                <a:ea typeface="+mn-ea"/>
              </a:rPr>
              <a:t>(</a:t>
            </a:r>
            <a:r>
              <a:rPr lang="en-US" i="1" cap="small" dirty="0">
                <a:ea typeface="+mn-ea"/>
              </a:rPr>
              <a:t>drop</a:t>
            </a:r>
            <a:r>
              <a:rPr lang="ru-RU" i="1" cap="small" dirty="0">
                <a:ea typeface="+mn-ea"/>
              </a:rPr>
              <a:t>) </a:t>
            </a:r>
            <a:r>
              <a:rPr lang="ru-RU" dirty="0">
                <a:ea typeface="+mn-ea"/>
              </a:rPr>
              <a:t>элементов схемы, </a:t>
            </a:r>
          </a:p>
          <a:p>
            <a:pPr lvl="1">
              <a:buClr>
                <a:srgbClr val="C00000"/>
              </a:buClr>
              <a:buFont typeface="Wingdings" panose="05000000000000000000" pitchFamily="2" charset="2"/>
              <a:buChar char="Ø"/>
              <a:defRPr/>
            </a:pPr>
            <a:r>
              <a:rPr lang="ru-RU" dirty="0">
                <a:ea typeface="+mn-ea"/>
              </a:rPr>
              <a:t>определения параметров сеанса (</a:t>
            </a:r>
            <a:r>
              <a:rPr lang="en-US" dirty="0">
                <a:ea typeface="+mn-ea"/>
              </a:rPr>
              <a:t>SET</a:t>
            </a:r>
            <a:r>
              <a:rPr lang="ru-RU" dirty="0">
                <a:ea typeface="+mn-ea"/>
              </a:rPr>
              <a:t>) и </a:t>
            </a:r>
            <a:r>
              <a:rPr lang="ru-RU" dirty="0" err="1">
                <a:ea typeface="+mn-ea"/>
              </a:rPr>
              <a:t>пр</a:t>
            </a:r>
            <a:endParaRPr lang="ru-RU" dirty="0"/>
          </a:p>
        </p:txBody>
      </p:sp>
      <p:sp>
        <p:nvSpPr>
          <p:cNvPr id="17411" name="Номер слайда 3">
            <a:extLst>
              <a:ext uri="{FF2B5EF4-FFF2-40B4-BE49-F238E27FC236}">
                <a16:creationId xmlns:a16="http://schemas.microsoft.com/office/drawing/2014/main" id="{1FBBC52F-5C7C-4E38-81FB-7AE156FA99BD}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20000"/>
              </a:spcBef>
              <a:buClr>
                <a:schemeClr val="bg2"/>
              </a:buClr>
              <a:buSzPct val="75000"/>
              <a:buFont typeface="Wingdings" panose="05000000000000000000" pitchFamily="2" charset="2"/>
              <a:buChar char="n"/>
              <a:defRPr sz="32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lr>
                <a:schemeClr val="accent2"/>
              </a:buClr>
              <a:buSzPct val="80000"/>
              <a:buFont typeface="Wingdings" panose="05000000000000000000" pitchFamily="2" charset="2"/>
              <a:buChar char="¨"/>
              <a:defRPr sz="28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lr>
                <a:schemeClr val="bg2"/>
              </a:buClr>
              <a:buSzPct val="65000"/>
              <a:buFont typeface="Wingdings" panose="05000000000000000000" pitchFamily="2" charset="2"/>
              <a:buChar char="n"/>
              <a:defRPr sz="24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70000"/>
              <a:buFont typeface="Wingdings" panose="05000000000000000000" pitchFamily="2" charset="2"/>
              <a:buChar char="¨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lr>
                <a:schemeClr val="bg2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>
              <a:spcBef>
                <a:spcPct val="0"/>
              </a:spcBef>
              <a:buClrTx/>
              <a:buSzTx/>
              <a:buFontTx/>
              <a:buNone/>
            </a:pPr>
            <a:fld id="{091C2995-D60A-477C-A3F6-CEF574102E6B}" type="slidenum">
              <a:rPr lang="ru-RU" altLang="ru-RU" sz="1200" smtClean="0">
                <a:latin typeface="Arial Black" panose="020B0A04020102020204" pitchFamily="34" charset="0"/>
              </a:rPr>
              <a:pPr>
                <a:spcBef>
                  <a:spcPct val="0"/>
                </a:spcBef>
                <a:buClrTx/>
                <a:buSzTx/>
                <a:buFontTx/>
                <a:buNone/>
              </a:pPr>
              <a:t>15</a:t>
            </a:fld>
            <a:endParaRPr lang="ru-RU" altLang="ru-RU" sz="1200">
              <a:latin typeface="Arial Black" panose="020B0A04020102020204" pitchFamily="34" charset="0"/>
            </a:endParaRPr>
          </a:p>
        </p:txBody>
      </p:sp>
      <p:sp>
        <p:nvSpPr>
          <p:cNvPr id="17412" name="Rectangle 2">
            <a:extLst>
              <a:ext uri="{FF2B5EF4-FFF2-40B4-BE49-F238E27FC236}">
                <a16:creationId xmlns:a16="http://schemas.microsoft.com/office/drawing/2014/main" id="{B567F08A-80B2-4C73-B544-68FB17A54332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457200" y="0"/>
            <a:ext cx="8229600" cy="738188"/>
          </a:xfrm>
        </p:spPr>
        <p:txBody>
          <a:bodyPr/>
          <a:lstStyle/>
          <a:p>
            <a:pPr algn="ctr"/>
            <a:r>
              <a:rPr lang="ru-RU" altLang="ru-RU" sz="3600">
                <a:solidFill>
                  <a:schemeClr val="bg2"/>
                </a:solidFill>
              </a:rPr>
              <a:t>Ограничения секции "действия"</a:t>
            </a: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7" dur="500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 nodeType="clickPar">
                      <p:stCondLst>
                        <p:cond delay="indefinite"/>
                      </p:stCondLst>
                      <p:childTnLst>
                        <p:par>
                          <p:cTn id="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2" dur="500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3" presetID="2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5" dur="500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6" presetID="2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8" dur="500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9" presetID="2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21" dur="500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2" presetID="2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24" dur="500"/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build="p"/>
    </p:bldLst>
  </p:timing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Объект 2">
            <a:extLst>
              <a:ext uri="{FF2B5EF4-FFF2-40B4-BE49-F238E27FC236}">
                <a16:creationId xmlns:a16="http://schemas.microsoft.com/office/drawing/2014/main" id="{FF384E66-F6CC-4EDC-AD47-098E30FD7BF9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0" y="714375"/>
            <a:ext cx="9144000" cy="6143625"/>
          </a:xfrm>
        </p:spPr>
        <p:txBody>
          <a:bodyPr>
            <a:normAutofit fontScale="70000" lnSpcReduction="20000"/>
          </a:bodyPr>
          <a:lstStyle/>
          <a:p>
            <a:pPr>
              <a:lnSpc>
                <a:spcPct val="120000"/>
              </a:lnSpc>
              <a:defRPr/>
            </a:pPr>
            <a:r>
              <a:rPr lang="ru-RU" dirty="0"/>
              <a:t>Действие может выполняться </a:t>
            </a:r>
            <a:r>
              <a:rPr lang="ru-RU" dirty="0">
                <a:solidFill>
                  <a:schemeClr val="bg2">
                    <a:lumMod val="60000"/>
                    <a:lumOff val="40000"/>
                  </a:schemeClr>
                </a:solidFill>
              </a:rPr>
              <a:t>либо до, либо после события </a:t>
            </a:r>
            <a:r>
              <a:rPr lang="ru-RU" dirty="0"/>
              <a:t>триггера.</a:t>
            </a:r>
          </a:p>
          <a:p>
            <a:pPr>
              <a:lnSpc>
                <a:spcPct val="120000"/>
              </a:lnSpc>
              <a:defRPr/>
            </a:pPr>
            <a:r>
              <a:rPr lang="ru-RU" dirty="0"/>
              <a:t>При выполнении действия триггер способен ссылаться как на прежние (</a:t>
            </a:r>
            <a:r>
              <a:rPr lang="ru-RU" dirty="0" err="1"/>
              <a:t>old</a:t>
            </a:r>
            <a:r>
              <a:rPr lang="ru-RU" dirty="0"/>
              <a:t>), так и на новые (</a:t>
            </a:r>
            <a:r>
              <a:rPr lang="ru-RU" dirty="0" err="1"/>
              <a:t>new</a:t>
            </a:r>
            <a:r>
              <a:rPr lang="ru-RU" dirty="0"/>
              <a:t>) значения компонентов кортежа, операция модификации которого рассматривается как событие, повлекшее срабатывание триггера.</a:t>
            </a:r>
          </a:p>
          <a:p>
            <a:pPr>
              <a:lnSpc>
                <a:spcPct val="120000"/>
              </a:lnSpc>
              <a:defRPr/>
            </a:pPr>
            <a:r>
              <a:rPr lang="ru-RU" dirty="0"/>
              <a:t>События обновления данных могут быть ограничены операциями над отдельным компонентом или множеством компонентов.</a:t>
            </a:r>
          </a:p>
          <a:p>
            <a:pPr>
              <a:lnSpc>
                <a:spcPct val="120000"/>
              </a:lnSpc>
              <a:defRPr/>
            </a:pPr>
            <a:r>
              <a:rPr lang="ru-RU" dirty="0"/>
              <a:t>Условие может задаваться с помощью предложения </a:t>
            </a:r>
            <a:r>
              <a:rPr lang="en-US" b="1" cap="small" dirty="0">
                <a:solidFill>
                  <a:schemeClr val="bg2">
                    <a:lumMod val="60000"/>
                    <a:lumOff val="40000"/>
                  </a:schemeClr>
                </a:solidFill>
              </a:rPr>
              <a:t>when</a:t>
            </a:r>
            <a:r>
              <a:rPr lang="ru-RU" cap="small" dirty="0"/>
              <a:t>; </a:t>
            </a:r>
            <a:r>
              <a:rPr lang="ru-RU" dirty="0"/>
              <a:t>действие выполняется при наступлении события и только в том случае, если в этот момент условие оставалось справедливым.</a:t>
            </a:r>
          </a:p>
          <a:p>
            <a:pPr>
              <a:lnSpc>
                <a:spcPct val="120000"/>
              </a:lnSpc>
              <a:defRPr/>
            </a:pPr>
            <a:r>
              <a:rPr lang="ru-RU" dirty="0"/>
              <a:t>Действие может выполняться в одном из двух возможных режимов:</a:t>
            </a:r>
          </a:p>
          <a:p>
            <a:pPr lvl="1">
              <a:lnSpc>
                <a:spcPct val="120000"/>
              </a:lnSpc>
              <a:buClr>
                <a:srgbClr val="C00000"/>
              </a:buClr>
              <a:buFont typeface="Wingdings" panose="05000000000000000000" pitchFamily="2" charset="2"/>
              <a:buChar char="Ø"/>
              <a:defRPr/>
            </a:pPr>
            <a:r>
              <a:rPr lang="ru-RU" sz="2900" dirty="0"/>
              <a:t>уровень кортежа: </a:t>
            </a:r>
            <a:r>
              <a:rPr lang="ru-RU" dirty="0">
                <a:ea typeface="+mn-ea"/>
              </a:rPr>
              <a:t>один раз для каждого модифицируемого кортежа;</a:t>
            </a:r>
          </a:p>
          <a:p>
            <a:pPr lvl="1">
              <a:lnSpc>
                <a:spcPct val="120000"/>
              </a:lnSpc>
              <a:buClr>
                <a:srgbClr val="C00000"/>
              </a:buClr>
              <a:buFont typeface="Wingdings" panose="05000000000000000000" pitchFamily="2" charset="2"/>
              <a:buChar char="Ø"/>
              <a:defRPr/>
            </a:pPr>
            <a:r>
              <a:rPr lang="ru-RU" dirty="0"/>
              <a:t>уровень команды: </a:t>
            </a:r>
            <a:r>
              <a:rPr lang="ru-RU" dirty="0">
                <a:ea typeface="+mn-ea"/>
              </a:rPr>
              <a:t>единожды для всех кортежей, которые подверглись изменению при выполнении одной операции.</a:t>
            </a:r>
            <a:endParaRPr lang="ru-RU" dirty="0"/>
          </a:p>
        </p:txBody>
      </p:sp>
      <p:sp>
        <p:nvSpPr>
          <p:cNvPr id="18435" name="Номер слайда 3">
            <a:extLst>
              <a:ext uri="{FF2B5EF4-FFF2-40B4-BE49-F238E27FC236}">
                <a16:creationId xmlns:a16="http://schemas.microsoft.com/office/drawing/2014/main" id="{3DB84115-B0B5-449A-B4E5-0455D1EE864B}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20000"/>
              </a:spcBef>
              <a:buClr>
                <a:schemeClr val="bg2"/>
              </a:buClr>
              <a:buSzPct val="75000"/>
              <a:buFont typeface="Wingdings" panose="05000000000000000000" pitchFamily="2" charset="2"/>
              <a:buChar char="n"/>
              <a:defRPr sz="32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lr>
                <a:schemeClr val="accent2"/>
              </a:buClr>
              <a:buSzPct val="80000"/>
              <a:buFont typeface="Wingdings" panose="05000000000000000000" pitchFamily="2" charset="2"/>
              <a:buChar char="¨"/>
              <a:defRPr sz="28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lr>
                <a:schemeClr val="bg2"/>
              </a:buClr>
              <a:buSzPct val="65000"/>
              <a:buFont typeface="Wingdings" panose="05000000000000000000" pitchFamily="2" charset="2"/>
              <a:buChar char="n"/>
              <a:defRPr sz="24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70000"/>
              <a:buFont typeface="Wingdings" panose="05000000000000000000" pitchFamily="2" charset="2"/>
              <a:buChar char="¨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lr>
                <a:schemeClr val="bg2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>
              <a:spcBef>
                <a:spcPct val="0"/>
              </a:spcBef>
              <a:buClrTx/>
              <a:buSzTx/>
              <a:buFontTx/>
              <a:buNone/>
            </a:pPr>
            <a:fld id="{94008396-7124-4410-B0AD-2BA4818077E1}" type="slidenum">
              <a:rPr lang="ru-RU" altLang="ru-RU" sz="1200" smtClean="0">
                <a:latin typeface="Arial Black" panose="020B0A04020102020204" pitchFamily="34" charset="0"/>
              </a:rPr>
              <a:pPr>
                <a:spcBef>
                  <a:spcPct val="0"/>
                </a:spcBef>
                <a:buClrTx/>
                <a:buSzTx/>
                <a:buFontTx/>
                <a:buNone/>
              </a:pPr>
              <a:t>16</a:t>
            </a:fld>
            <a:endParaRPr lang="ru-RU" altLang="ru-RU" sz="1200">
              <a:latin typeface="Arial Black" panose="020B0A04020102020204" pitchFamily="34" charset="0"/>
            </a:endParaRPr>
          </a:p>
        </p:txBody>
      </p:sp>
      <p:sp>
        <p:nvSpPr>
          <p:cNvPr id="18436" name="Rectangle 2">
            <a:extLst>
              <a:ext uri="{FF2B5EF4-FFF2-40B4-BE49-F238E27FC236}">
                <a16:creationId xmlns:a16="http://schemas.microsoft.com/office/drawing/2014/main" id="{068B4CBC-7AA7-48BE-A9F8-243B0403463D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457200" y="0"/>
            <a:ext cx="8229600" cy="738188"/>
          </a:xfrm>
        </p:spPr>
        <p:txBody>
          <a:bodyPr/>
          <a:lstStyle/>
          <a:p>
            <a:pPr algn="ctr"/>
            <a:r>
              <a:rPr lang="ru-RU" altLang="ru-RU" sz="3600">
                <a:solidFill>
                  <a:schemeClr val="bg2"/>
                </a:solidFill>
              </a:rPr>
              <a:t>Условие, время выполнения</a:t>
            </a: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7" dur="500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 nodeType="clickPar">
                      <p:stCondLst>
                        <p:cond delay="indefinite"/>
                      </p:stCondLst>
                      <p:childTnLst>
                        <p:par>
                          <p:cTn id="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2" dur="500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 nodeType="clickPar">
                      <p:stCondLst>
                        <p:cond delay="indefinite"/>
                      </p:stCondLst>
                      <p:childTnLst>
                        <p:par>
                          <p:cTn id="1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5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7" dur="500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 nodeType="clickPar">
                      <p:stCondLst>
                        <p:cond delay="indefinite"/>
                      </p:stCondLst>
                      <p:childTnLst>
                        <p:par>
                          <p:cTn id="1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0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22" dur="500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 nodeType="clickPar">
                      <p:stCondLst>
                        <p:cond delay="indefinite"/>
                      </p:stCondLst>
                      <p:childTnLst>
                        <p:par>
                          <p:cTn id="2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5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27" dur="500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8" presetID="2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30" dur="500"/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1" presetID="2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33" dur="500"/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build="p"/>
    </p:bldLst>
  </p:timing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Объект 2">
            <a:extLst>
              <a:ext uri="{FF2B5EF4-FFF2-40B4-BE49-F238E27FC236}">
                <a16:creationId xmlns:a16="http://schemas.microsoft.com/office/drawing/2014/main" id="{2CB2FFF7-C654-495F-9A73-5348D77566C3}"/>
              </a:ext>
            </a:extLst>
          </p:cNvPr>
          <p:cNvSpPr>
            <a:spLocks noGrp="1" noChangeArrowheads="1"/>
          </p:cNvSpPr>
          <p:nvPr>
            <p:ph idx="1"/>
          </p:nvPr>
        </p:nvSpPr>
        <p:spPr>
          <a:xfrm>
            <a:off x="0" y="714375"/>
            <a:ext cx="9144000" cy="6143625"/>
          </a:xfrm>
        </p:spPr>
        <p:txBody>
          <a:bodyPr/>
          <a:lstStyle/>
          <a:p>
            <a:pPr>
              <a:lnSpc>
                <a:spcPct val="120000"/>
              </a:lnSpc>
            </a:pPr>
            <a:r>
              <a:rPr lang="en-US" altLang="ru-RU" sz="2000"/>
              <a:t>CREATE TRIGGER ::=</a:t>
            </a:r>
            <a:endParaRPr lang="ru-RU" altLang="ru-RU" sz="2000"/>
          </a:p>
          <a:p>
            <a:pPr>
              <a:lnSpc>
                <a:spcPct val="120000"/>
              </a:lnSpc>
              <a:buFont typeface="Wingdings" panose="05000000000000000000" pitchFamily="2" charset="2"/>
              <a:buNone/>
            </a:pPr>
            <a:r>
              <a:rPr lang="en-US" altLang="ru-RU" sz="2000"/>
              <a:t>			</a:t>
            </a:r>
            <a:endParaRPr lang="ru-RU" altLang="ru-RU" sz="2000"/>
          </a:p>
        </p:txBody>
      </p:sp>
      <p:sp>
        <p:nvSpPr>
          <p:cNvPr id="19459" name="Номер слайда 3">
            <a:extLst>
              <a:ext uri="{FF2B5EF4-FFF2-40B4-BE49-F238E27FC236}">
                <a16:creationId xmlns:a16="http://schemas.microsoft.com/office/drawing/2014/main" id="{3E629AFB-AD3C-4F48-BB7E-CA32992C095F}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20000"/>
              </a:spcBef>
              <a:buClr>
                <a:schemeClr val="bg2"/>
              </a:buClr>
              <a:buSzPct val="75000"/>
              <a:buFont typeface="Wingdings" panose="05000000000000000000" pitchFamily="2" charset="2"/>
              <a:buChar char="n"/>
              <a:defRPr sz="32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lr>
                <a:schemeClr val="accent2"/>
              </a:buClr>
              <a:buSzPct val="80000"/>
              <a:buFont typeface="Wingdings" panose="05000000000000000000" pitchFamily="2" charset="2"/>
              <a:buChar char="¨"/>
              <a:defRPr sz="28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lr>
                <a:schemeClr val="bg2"/>
              </a:buClr>
              <a:buSzPct val="65000"/>
              <a:buFont typeface="Wingdings" panose="05000000000000000000" pitchFamily="2" charset="2"/>
              <a:buChar char="n"/>
              <a:defRPr sz="24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70000"/>
              <a:buFont typeface="Wingdings" panose="05000000000000000000" pitchFamily="2" charset="2"/>
              <a:buChar char="¨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lr>
                <a:schemeClr val="bg2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>
              <a:spcBef>
                <a:spcPct val="0"/>
              </a:spcBef>
              <a:buClrTx/>
              <a:buSzTx/>
              <a:buFontTx/>
              <a:buNone/>
            </a:pPr>
            <a:fld id="{E33E1183-7D6B-4BEE-888D-12E79BE4D018}" type="slidenum">
              <a:rPr lang="ru-RU" altLang="ru-RU" sz="1200" smtClean="0">
                <a:latin typeface="Arial Black" panose="020B0A04020102020204" pitchFamily="34" charset="0"/>
              </a:rPr>
              <a:pPr>
                <a:spcBef>
                  <a:spcPct val="0"/>
                </a:spcBef>
                <a:buClrTx/>
                <a:buSzTx/>
                <a:buFontTx/>
                <a:buNone/>
              </a:pPr>
              <a:t>17</a:t>
            </a:fld>
            <a:endParaRPr lang="ru-RU" altLang="ru-RU" sz="1200">
              <a:latin typeface="Arial Black" panose="020B0A04020102020204" pitchFamily="34" charset="0"/>
            </a:endParaRPr>
          </a:p>
        </p:txBody>
      </p:sp>
      <p:sp>
        <p:nvSpPr>
          <p:cNvPr id="19460" name="Rectangle 2">
            <a:extLst>
              <a:ext uri="{FF2B5EF4-FFF2-40B4-BE49-F238E27FC236}">
                <a16:creationId xmlns:a16="http://schemas.microsoft.com/office/drawing/2014/main" id="{4C4ECC29-CAD3-4B5F-AFED-E03C12C23F15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457200" y="0"/>
            <a:ext cx="8229600" cy="738188"/>
          </a:xfrm>
        </p:spPr>
        <p:txBody>
          <a:bodyPr/>
          <a:lstStyle/>
          <a:p>
            <a:pPr algn="ctr"/>
            <a:r>
              <a:rPr lang="ru-RU" altLang="ru-RU" sz="3600">
                <a:solidFill>
                  <a:schemeClr val="bg2"/>
                </a:solidFill>
              </a:rPr>
              <a:t>ТРИГГЕРЫ - синтаксис</a:t>
            </a:r>
          </a:p>
        </p:txBody>
      </p:sp>
      <p:pic>
        <p:nvPicPr>
          <p:cNvPr id="19461" name="Picture 4" descr="C:\Users\Boris\Documents\Документы сканера\триггер.jpg">
            <a:extLst>
              <a:ext uri="{FF2B5EF4-FFF2-40B4-BE49-F238E27FC236}">
                <a16:creationId xmlns:a16="http://schemas.microsoft.com/office/drawing/2014/main" id="{C414A8A2-E5FF-41A8-A76B-FE89B22DB56B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0" y="1357313"/>
            <a:ext cx="9144000" cy="47910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7" dur="500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 nodeType="clickPar">
                      <p:stCondLst>
                        <p:cond delay="indefinite"/>
                      </p:stCondLst>
                      <p:childTnLst>
                        <p:par>
                          <p:cTn id="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2" dur="500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build="p"/>
    </p:bldLst>
  </p:timing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Объект 2">
            <a:extLst>
              <a:ext uri="{FF2B5EF4-FFF2-40B4-BE49-F238E27FC236}">
                <a16:creationId xmlns:a16="http://schemas.microsoft.com/office/drawing/2014/main" id="{6D1069A4-0C2F-4B0D-A0B0-8901F4C5F1D7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0" y="714375"/>
            <a:ext cx="9036050" cy="5810250"/>
          </a:xfrm>
        </p:spPr>
        <p:txBody>
          <a:bodyPr>
            <a:normAutofit fontScale="92500"/>
          </a:bodyPr>
          <a:lstStyle/>
          <a:p>
            <a:pPr>
              <a:defRPr/>
            </a:pPr>
            <a:r>
              <a:rPr lang="ru-RU" dirty="0"/>
              <a:t>Если событие триггера связано с операцией обновления </a:t>
            </a:r>
            <a:r>
              <a:rPr lang="ru-RU" cap="small" dirty="0"/>
              <a:t>(</a:t>
            </a:r>
            <a:r>
              <a:rPr lang="en-US" b="1" cap="small" dirty="0"/>
              <a:t>update</a:t>
            </a:r>
            <a:r>
              <a:rPr lang="ru-RU" cap="small" dirty="0"/>
              <a:t>), </a:t>
            </a:r>
            <a:r>
              <a:rPr lang="ru-RU" dirty="0"/>
              <a:t>существует возможность адресовать варианты обновляемого кортежа, соответствующие состоянию базы данных </a:t>
            </a:r>
            <a:r>
              <a:rPr lang="ru-RU" u="sng" dirty="0"/>
              <a:t>до</a:t>
            </a:r>
            <a:r>
              <a:rPr lang="ru-RU" dirty="0"/>
              <a:t> и </a:t>
            </a:r>
            <a:r>
              <a:rPr lang="ru-RU" u="sng" dirty="0"/>
              <a:t>после</a:t>
            </a:r>
            <a:r>
              <a:rPr lang="ru-RU" dirty="0"/>
              <a:t> выполнения операции: с помощью предложений </a:t>
            </a:r>
            <a:r>
              <a:rPr lang="en-US" b="1" cap="small" dirty="0">
                <a:solidFill>
                  <a:schemeClr val="bg2"/>
                </a:solidFill>
              </a:rPr>
              <a:t>old row as </a:t>
            </a:r>
            <a:r>
              <a:rPr lang="ru-RU" dirty="0"/>
              <a:t>и </a:t>
            </a:r>
            <a:r>
              <a:rPr lang="en-US" b="1" cap="small" dirty="0">
                <a:solidFill>
                  <a:schemeClr val="bg2"/>
                </a:solidFill>
              </a:rPr>
              <a:t>new row as </a:t>
            </a:r>
            <a:r>
              <a:rPr lang="ru-RU" dirty="0"/>
              <a:t>кортежам могут быть присвоены имена</a:t>
            </a:r>
          </a:p>
          <a:p>
            <a:pPr>
              <a:defRPr/>
            </a:pPr>
            <a:r>
              <a:rPr lang="ru-RU" dirty="0"/>
              <a:t>Если опустить предложение </a:t>
            </a:r>
            <a:r>
              <a:rPr lang="en-US" dirty="0"/>
              <a:t>FOR </a:t>
            </a:r>
            <a:r>
              <a:rPr lang="en-US" cap="small" dirty="0"/>
              <a:t>EACH ROW</a:t>
            </a:r>
            <a:r>
              <a:rPr lang="ru-RU" cap="small" dirty="0"/>
              <a:t>, </a:t>
            </a:r>
            <a:r>
              <a:rPr lang="ru-RU" i="1" dirty="0">
                <a:solidFill>
                  <a:srgbClr val="3333FF"/>
                </a:solidFill>
                <a:latin typeface="Times New Roman" pitchFamily="18" charset="0"/>
                <a:cs typeface="Times New Roman" pitchFamily="18" charset="0"/>
              </a:rPr>
              <a:t>триггер уровня кортежа </a:t>
            </a:r>
            <a:r>
              <a:rPr lang="ru-RU" dirty="0"/>
              <a:t>(</a:t>
            </a:r>
            <a:r>
              <a:rPr lang="en-US" dirty="0"/>
              <a:t>row</a:t>
            </a:r>
            <a:r>
              <a:rPr lang="ru-RU" dirty="0"/>
              <a:t>-</a:t>
            </a:r>
            <a:r>
              <a:rPr lang="en-US" dirty="0"/>
              <a:t>level trigger</a:t>
            </a:r>
            <a:r>
              <a:rPr lang="ru-RU" dirty="0"/>
              <a:t>) </a:t>
            </a:r>
            <a:br>
              <a:rPr lang="ru-RU" dirty="0"/>
            </a:br>
            <a:r>
              <a:rPr lang="ru-RU" dirty="0"/>
              <a:t>"превратится" в </a:t>
            </a:r>
            <a:r>
              <a:rPr lang="ru-RU" i="1" dirty="0">
                <a:solidFill>
                  <a:srgbClr val="3333FF"/>
                </a:solidFill>
                <a:latin typeface="Times New Roman" pitchFamily="18" charset="0"/>
                <a:cs typeface="Times New Roman" pitchFamily="18" charset="0"/>
              </a:rPr>
              <a:t>триггер уровня команды </a:t>
            </a:r>
            <a:r>
              <a:rPr lang="ru-RU" dirty="0"/>
              <a:t>(</a:t>
            </a:r>
            <a:r>
              <a:rPr lang="en-US" dirty="0"/>
              <a:t>statement</a:t>
            </a:r>
            <a:r>
              <a:rPr lang="ru-RU" dirty="0"/>
              <a:t>-</a:t>
            </a:r>
            <a:r>
              <a:rPr lang="en-US" dirty="0"/>
              <a:t>level trigger</a:t>
            </a:r>
            <a:r>
              <a:rPr lang="ru-RU" dirty="0"/>
              <a:t>).</a:t>
            </a:r>
          </a:p>
        </p:txBody>
      </p:sp>
      <p:sp>
        <p:nvSpPr>
          <p:cNvPr id="20483" name="Номер слайда 3">
            <a:extLst>
              <a:ext uri="{FF2B5EF4-FFF2-40B4-BE49-F238E27FC236}">
                <a16:creationId xmlns:a16="http://schemas.microsoft.com/office/drawing/2014/main" id="{3BF7913F-E7FE-465C-A74B-B167A0BB4A4A}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20000"/>
              </a:spcBef>
              <a:buClr>
                <a:schemeClr val="bg2"/>
              </a:buClr>
              <a:buSzPct val="75000"/>
              <a:buFont typeface="Wingdings" panose="05000000000000000000" pitchFamily="2" charset="2"/>
              <a:buChar char="n"/>
              <a:defRPr sz="32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lr>
                <a:schemeClr val="accent2"/>
              </a:buClr>
              <a:buSzPct val="80000"/>
              <a:buFont typeface="Wingdings" panose="05000000000000000000" pitchFamily="2" charset="2"/>
              <a:buChar char="¨"/>
              <a:defRPr sz="28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lr>
                <a:schemeClr val="bg2"/>
              </a:buClr>
              <a:buSzPct val="65000"/>
              <a:buFont typeface="Wingdings" panose="05000000000000000000" pitchFamily="2" charset="2"/>
              <a:buChar char="n"/>
              <a:defRPr sz="24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70000"/>
              <a:buFont typeface="Wingdings" panose="05000000000000000000" pitchFamily="2" charset="2"/>
              <a:buChar char="¨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lr>
                <a:schemeClr val="bg2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>
              <a:spcBef>
                <a:spcPct val="0"/>
              </a:spcBef>
              <a:buClrTx/>
              <a:buSzTx/>
              <a:buFontTx/>
              <a:buNone/>
            </a:pPr>
            <a:fld id="{8DDA6C1F-B4F0-4D7E-8818-3A2FB92FC782}" type="slidenum">
              <a:rPr lang="ru-RU" altLang="ru-RU" sz="1200" smtClean="0">
                <a:latin typeface="Arial Black" panose="020B0A04020102020204" pitchFamily="34" charset="0"/>
              </a:rPr>
              <a:pPr>
                <a:spcBef>
                  <a:spcPct val="0"/>
                </a:spcBef>
                <a:buClrTx/>
                <a:buSzTx/>
                <a:buFontTx/>
                <a:buNone/>
              </a:pPr>
              <a:t>18</a:t>
            </a:fld>
            <a:endParaRPr lang="ru-RU" altLang="ru-RU" sz="1200">
              <a:latin typeface="Arial Black" panose="020B0A04020102020204" pitchFamily="34" charset="0"/>
            </a:endParaRPr>
          </a:p>
        </p:txBody>
      </p:sp>
      <p:sp>
        <p:nvSpPr>
          <p:cNvPr id="20484" name="Rectangle 2">
            <a:extLst>
              <a:ext uri="{FF2B5EF4-FFF2-40B4-BE49-F238E27FC236}">
                <a16:creationId xmlns:a16="http://schemas.microsoft.com/office/drawing/2014/main" id="{5C934891-7A15-4D15-B779-71FBEE089404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468313" y="0"/>
            <a:ext cx="8229600" cy="620713"/>
          </a:xfrm>
        </p:spPr>
        <p:txBody>
          <a:bodyPr/>
          <a:lstStyle/>
          <a:p>
            <a:pPr algn="ctr"/>
            <a:r>
              <a:rPr lang="ru-RU" altLang="ru-RU" sz="3600">
                <a:solidFill>
                  <a:schemeClr val="bg2"/>
                </a:solidFill>
              </a:rPr>
              <a:t>Адресация кортежей в </a:t>
            </a:r>
            <a:r>
              <a:rPr lang="en-US" altLang="ru-RU" sz="3600">
                <a:solidFill>
                  <a:schemeClr val="bg2"/>
                </a:solidFill>
              </a:rPr>
              <a:t>UPDATE</a:t>
            </a:r>
            <a:endParaRPr lang="ru-RU" altLang="ru-RU" sz="3600">
              <a:solidFill>
                <a:schemeClr val="bg2"/>
              </a:solidFill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7" dur="500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 nodeType="clickPar">
                      <p:stCondLst>
                        <p:cond delay="indefinite"/>
                      </p:stCondLst>
                      <p:childTnLst>
                        <p:par>
                          <p:cTn id="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2" dur="500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build="p"/>
    </p:bldLst>
  </p:timing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Объект 2">
            <a:extLst>
              <a:ext uri="{FF2B5EF4-FFF2-40B4-BE49-F238E27FC236}">
                <a16:creationId xmlns:a16="http://schemas.microsoft.com/office/drawing/2014/main" id="{D1E1CF46-351C-46CD-8546-B3349EBAD69F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215900" y="549275"/>
            <a:ext cx="8748713" cy="5975350"/>
          </a:xfrm>
        </p:spPr>
        <p:txBody>
          <a:bodyPr>
            <a:normAutofit fontScale="55000" lnSpcReduction="20000"/>
          </a:bodyPr>
          <a:lstStyle/>
          <a:p>
            <a:pPr>
              <a:lnSpc>
                <a:spcPct val="120000"/>
              </a:lnSpc>
              <a:defRPr/>
            </a:pPr>
            <a:r>
              <a:rPr lang="ru-RU" dirty="0"/>
              <a:t>Пусть необходимо создать триггер, реагирующий на событие обновления </a:t>
            </a:r>
            <a:r>
              <a:rPr lang="en-US" cap="small" dirty="0"/>
              <a:t>(update) </a:t>
            </a:r>
            <a:r>
              <a:rPr lang="ru-RU" dirty="0"/>
              <a:t>компонента </a:t>
            </a:r>
            <a:r>
              <a:rPr lang="en-US" dirty="0" err="1"/>
              <a:t>netWorth</a:t>
            </a:r>
            <a:r>
              <a:rPr lang="en-US" dirty="0"/>
              <a:t> </a:t>
            </a:r>
            <a:r>
              <a:rPr lang="ru-RU" dirty="0"/>
              <a:t>кортежа отношения</a:t>
            </a:r>
            <a:r>
              <a:rPr lang="en-US" dirty="0"/>
              <a:t> </a:t>
            </a:r>
            <a:endParaRPr lang="ru-RU" dirty="0"/>
          </a:p>
          <a:p>
            <a:pPr marL="0" indent="0">
              <a:lnSpc>
                <a:spcPct val="120000"/>
              </a:lnSpc>
              <a:buFont typeface="Wingdings" panose="05000000000000000000" pitchFamily="2" charset="2"/>
              <a:buNone/>
              <a:defRPr/>
            </a:pPr>
            <a:r>
              <a:rPr lang="ru-RU" dirty="0"/>
              <a:t>	</a:t>
            </a:r>
            <a:r>
              <a:rPr lang="en-US" dirty="0" err="1"/>
              <a:t>MovieExec</a:t>
            </a:r>
            <a:r>
              <a:rPr lang="en-US" dirty="0"/>
              <a:t>(name, address, cert#, </a:t>
            </a:r>
            <a:r>
              <a:rPr lang="en-US" dirty="0" err="1"/>
              <a:t>netWorth</a:t>
            </a:r>
            <a:r>
              <a:rPr lang="en-US" dirty="0"/>
              <a:t>)</a:t>
            </a:r>
            <a:endParaRPr lang="ru-RU" dirty="0"/>
          </a:p>
          <a:p>
            <a:pPr>
              <a:lnSpc>
                <a:spcPct val="120000"/>
              </a:lnSpc>
              <a:defRPr/>
            </a:pPr>
            <a:r>
              <a:rPr lang="ru-RU" sz="3300" dirty="0"/>
              <a:t>Триггер обязан воспрепятствовать любой попытке снижения текущего значения </a:t>
            </a:r>
            <a:r>
              <a:rPr lang="en-US" sz="3600" dirty="0" err="1"/>
              <a:t>netWorth</a:t>
            </a:r>
            <a:r>
              <a:rPr lang="ru-RU" sz="3600" dirty="0"/>
              <a:t> (чистый доход)</a:t>
            </a:r>
          </a:p>
          <a:p>
            <a:pPr marL="0" indent="0">
              <a:lnSpc>
                <a:spcPct val="120000"/>
              </a:lnSpc>
              <a:buFont typeface="Wingdings" panose="05000000000000000000" pitchFamily="2" charset="2"/>
              <a:buNone/>
              <a:defRPr/>
            </a:pPr>
            <a:endParaRPr lang="en-US" sz="3300" dirty="0"/>
          </a:p>
          <a:p>
            <a:pPr>
              <a:lnSpc>
                <a:spcPct val="120000"/>
              </a:lnSpc>
              <a:buFont typeface="Wingdings" panose="05000000000000000000" pitchFamily="2" charset="2"/>
              <a:buNone/>
              <a:defRPr/>
            </a:pPr>
            <a:r>
              <a:rPr lang="en-US" dirty="0"/>
              <a:t>CREATE TRIGGER </a:t>
            </a:r>
            <a:r>
              <a:rPr lang="en-US" dirty="0" err="1"/>
              <a:t>NetWorth</a:t>
            </a:r>
            <a:r>
              <a:rPr lang="ru-RU" dirty="0"/>
              <a:t>_</a:t>
            </a:r>
            <a:r>
              <a:rPr lang="en-US" dirty="0"/>
              <a:t>Trigger</a:t>
            </a:r>
            <a:endParaRPr lang="ru-RU" dirty="0"/>
          </a:p>
          <a:p>
            <a:pPr>
              <a:lnSpc>
                <a:spcPct val="120000"/>
              </a:lnSpc>
              <a:buFont typeface="Wingdings" panose="05000000000000000000" pitchFamily="2" charset="2"/>
              <a:buNone/>
              <a:defRPr/>
            </a:pPr>
            <a:r>
              <a:rPr lang="en-US" dirty="0"/>
              <a:t>AFTER UPDATE OF </a:t>
            </a:r>
            <a:r>
              <a:rPr lang="en-US" dirty="0" err="1"/>
              <a:t>netWorth</a:t>
            </a:r>
            <a:r>
              <a:rPr lang="en-US" dirty="0"/>
              <a:t> ON </a:t>
            </a:r>
            <a:r>
              <a:rPr lang="en-US" dirty="0" err="1"/>
              <a:t>MovieExec</a:t>
            </a:r>
            <a:endParaRPr lang="ru-RU" dirty="0"/>
          </a:p>
          <a:p>
            <a:pPr>
              <a:lnSpc>
                <a:spcPct val="120000"/>
              </a:lnSpc>
              <a:buFont typeface="Wingdings" panose="05000000000000000000" pitchFamily="2" charset="2"/>
              <a:buNone/>
              <a:defRPr/>
            </a:pPr>
            <a:r>
              <a:rPr lang="en-US" dirty="0"/>
              <a:t>REFERENCING</a:t>
            </a:r>
            <a:endParaRPr lang="ru-RU" dirty="0"/>
          </a:p>
          <a:p>
            <a:pPr>
              <a:lnSpc>
                <a:spcPct val="120000"/>
              </a:lnSpc>
              <a:buFont typeface="Wingdings" panose="05000000000000000000" pitchFamily="2" charset="2"/>
              <a:buNone/>
              <a:defRPr/>
            </a:pPr>
            <a:r>
              <a:rPr lang="en-US" dirty="0"/>
              <a:t>OLD ROW </a:t>
            </a:r>
            <a:r>
              <a:rPr lang="ru-RU" dirty="0"/>
              <a:t>   </a:t>
            </a:r>
            <a:r>
              <a:rPr lang="en-US" dirty="0"/>
              <a:t>AS </a:t>
            </a:r>
            <a:r>
              <a:rPr lang="ru-RU" dirty="0"/>
              <a:t> </a:t>
            </a:r>
            <a:r>
              <a:rPr lang="en-US" dirty="0" err="1"/>
              <a:t>OldTuple</a:t>
            </a:r>
            <a:r>
              <a:rPr lang="en-US" dirty="0"/>
              <a:t>,</a:t>
            </a:r>
            <a:endParaRPr lang="ru-RU" dirty="0"/>
          </a:p>
          <a:p>
            <a:pPr>
              <a:lnSpc>
                <a:spcPct val="120000"/>
              </a:lnSpc>
              <a:buFont typeface="Wingdings" panose="05000000000000000000" pitchFamily="2" charset="2"/>
              <a:buNone/>
              <a:defRPr/>
            </a:pPr>
            <a:r>
              <a:rPr lang="en-US" dirty="0"/>
              <a:t>NEW ROW </a:t>
            </a:r>
            <a:r>
              <a:rPr lang="ru-RU" dirty="0"/>
              <a:t>  </a:t>
            </a:r>
            <a:r>
              <a:rPr lang="en-US" dirty="0"/>
              <a:t>AS </a:t>
            </a:r>
            <a:r>
              <a:rPr lang="ru-RU" dirty="0"/>
              <a:t> </a:t>
            </a:r>
            <a:r>
              <a:rPr lang="en-US" dirty="0" err="1"/>
              <a:t>NewTuple</a:t>
            </a:r>
            <a:endParaRPr lang="ru-RU" dirty="0"/>
          </a:p>
          <a:p>
            <a:pPr>
              <a:lnSpc>
                <a:spcPct val="120000"/>
              </a:lnSpc>
              <a:buFont typeface="Wingdings" panose="05000000000000000000" pitchFamily="2" charset="2"/>
              <a:buNone/>
              <a:defRPr/>
            </a:pPr>
            <a:r>
              <a:rPr lang="ru-RU" dirty="0"/>
              <a:t> </a:t>
            </a:r>
          </a:p>
          <a:p>
            <a:pPr>
              <a:lnSpc>
                <a:spcPct val="120000"/>
              </a:lnSpc>
              <a:buFont typeface="Wingdings" panose="05000000000000000000" pitchFamily="2" charset="2"/>
              <a:buNone/>
              <a:defRPr/>
            </a:pPr>
            <a:r>
              <a:rPr lang="en-US" b="1" dirty="0">
                <a:solidFill>
                  <a:schemeClr val="bg2"/>
                </a:solidFill>
              </a:rPr>
              <a:t>FOR EACH ROW</a:t>
            </a:r>
            <a:endParaRPr lang="ru-RU" b="1" dirty="0">
              <a:solidFill>
                <a:schemeClr val="bg2"/>
              </a:solidFill>
            </a:endParaRPr>
          </a:p>
          <a:p>
            <a:pPr>
              <a:lnSpc>
                <a:spcPct val="120000"/>
              </a:lnSpc>
              <a:buFont typeface="Wingdings" panose="05000000000000000000" pitchFamily="2" charset="2"/>
              <a:buNone/>
              <a:defRPr/>
            </a:pPr>
            <a:r>
              <a:rPr lang="en-US" dirty="0"/>
              <a:t>WHEN (</a:t>
            </a:r>
            <a:r>
              <a:rPr lang="en-US" dirty="0" err="1"/>
              <a:t>OldTuple.netWorth</a:t>
            </a:r>
            <a:r>
              <a:rPr lang="en-US" dirty="0"/>
              <a:t> &gt; </a:t>
            </a:r>
            <a:r>
              <a:rPr lang="en-US" dirty="0" err="1"/>
              <a:t>NewTuple.netWorth</a:t>
            </a:r>
            <a:r>
              <a:rPr lang="en-US" dirty="0"/>
              <a:t>)</a:t>
            </a:r>
            <a:endParaRPr lang="ru-RU" dirty="0"/>
          </a:p>
          <a:p>
            <a:pPr>
              <a:lnSpc>
                <a:spcPct val="120000"/>
              </a:lnSpc>
              <a:buFont typeface="Wingdings" panose="05000000000000000000" pitchFamily="2" charset="2"/>
              <a:buNone/>
              <a:defRPr/>
            </a:pPr>
            <a:r>
              <a:rPr lang="en-US" dirty="0"/>
              <a:t> </a:t>
            </a:r>
            <a:endParaRPr lang="ru-RU" dirty="0"/>
          </a:p>
          <a:p>
            <a:pPr>
              <a:lnSpc>
                <a:spcPct val="120000"/>
              </a:lnSpc>
              <a:buFont typeface="Wingdings" panose="05000000000000000000" pitchFamily="2" charset="2"/>
              <a:buNone/>
              <a:defRPr/>
            </a:pPr>
            <a:r>
              <a:rPr lang="en-US" dirty="0"/>
              <a:t>UPDATE </a:t>
            </a:r>
            <a:r>
              <a:rPr lang="en-US" dirty="0" err="1"/>
              <a:t>MovieExec</a:t>
            </a:r>
            <a:endParaRPr lang="ru-RU" dirty="0"/>
          </a:p>
          <a:p>
            <a:pPr>
              <a:lnSpc>
                <a:spcPct val="120000"/>
              </a:lnSpc>
              <a:buFont typeface="Wingdings" panose="05000000000000000000" pitchFamily="2" charset="2"/>
              <a:buNone/>
              <a:defRPr/>
            </a:pPr>
            <a:r>
              <a:rPr lang="en-US" dirty="0"/>
              <a:t>SET </a:t>
            </a:r>
            <a:r>
              <a:rPr lang="en-US" dirty="0" err="1"/>
              <a:t>netWorth</a:t>
            </a:r>
            <a:r>
              <a:rPr lang="en-US" dirty="0"/>
              <a:t> = </a:t>
            </a:r>
            <a:r>
              <a:rPr lang="en-US" dirty="0" err="1"/>
              <a:t>OldTuple.netWorth</a:t>
            </a:r>
            <a:r>
              <a:rPr lang="en-US" dirty="0"/>
              <a:t>	</a:t>
            </a:r>
            <a:endParaRPr lang="ru-RU" dirty="0"/>
          </a:p>
          <a:p>
            <a:pPr>
              <a:lnSpc>
                <a:spcPct val="120000"/>
              </a:lnSpc>
              <a:buFont typeface="Wingdings" panose="05000000000000000000" pitchFamily="2" charset="2"/>
              <a:buNone/>
              <a:defRPr/>
            </a:pPr>
            <a:r>
              <a:rPr lang="en-US" dirty="0"/>
              <a:t>WHERE cert# = </a:t>
            </a:r>
            <a:r>
              <a:rPr lang="en-US" dirty="0" err="1"/>
              <a:t>NewTuple.cert</a:t>
            </a:r>
            <a:r>
              <a:rPr lang="en-US" dirty="0"/>
              <a:t>#;</a:t>
            </a:r>
            <a:endParaRPr lang="ru-RU" dirty="0"/>
          </a:p>
          <a:p>
            <a:pPr marL="0" indent="0">
              <a:lnSpc>
                <a:spcPct val="120000"/>
              </a:lnSpc>
              <a:buFont typeface="Wingdings" panose="05000000000000000000" pitchFamily="2" charset="2"/>
              <a:buNone/>
              <a:defRPr/>
            </a:pPr>
            <a:endParaRPr lang="ru-RU" dirty="0"/>
          </a:p>
        </p:txBody>
      </p:sp>
      <p:sp>
        <p:nvSpPr>
          <p:cNvPr id="21507" name="Номер слайда 3">
            <a:extLst>
              <a:ext uri="{FF2B5EF4-FFF2-40B4-BE49-F238E27FC236}">
                <a16:creationId xmlns:a16="http://schemas.microsoft.com/office/drawing/2014/main" id="{F098648F-E921-44E6-9068-BBA06C97A0B7}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20000"/>
              </a:spcBef>
              <a:buClr>
                <a:schemeClr val="bg2"/>
              </a:buClr>
              <a:buSzPct val="75000"/>
              <a:buFont typeface="Wingdings" panose="05000000000000000000" pitchFamily="2" charset="2"/>
              <a:buChar char="n"/>
              <a:defRPr sz="32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lr>
                <a:schemeClr val="accent2"/>
              </a:buClr>
              <a:buSzPct val="80000"/>
              <a:buFont typeface="Wingdings" panose="05000000000000000000" pitchFamily="2" charset="2"/>
              <a:buChar char="¨"/>
              <a:defRPr sz="28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lr>
                <a:schemeClr val="bg2"/>
              </a:buClr>
              <a:buSzPct val="65000"/>
              <a:buFont typeface="Wingdings" panose="05000000000000000000" pitchFamily="2" charset="2"/>
              <a:buChar char="n"/>
              <a:defRPr sz="24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70000"/>
              <a:buFont typeface="Wingdings" panose="05000000000000000000" pitchFamily="2" charset="2"/>
              <a:buChar char="¨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lr>
                <a:schemeClr val="bg2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>
              <a:spcBef>
                <a:spcPct val="0"/>
              </a:spcBef>
              <a:buClrTx/>
              <a:buSzTx/>
              <a:buFontTx/>
              <a:buNone/>
            </a:pPr>
            <a:fld id="{2260D882-01F4-4C4C-B95C-E9600B27E694}" type="slidenum">
              <a:rPr lang="ru-RU" altLang="ru-RU" sz="1200" smtClean="0">
                <a:latin typeface="Arial Black" panose="020B0A04020102020204" pitchFamily="34" charset="0"/>
              </a:rPr>
              <a:pPr>
                <a:spcBef>
                  <a:spcPct val="0"/>
                </a:spcBef>
                <a:buClrTx/>
                <a:buSzTx/>
                <a:buFontTx/>
                <a:buNone/>
              </a:pPr>
              <a:t>19</a:t>
            </a:fld>
            <a:endParaRPr lang="ru-RU" altLang="ru-RU" sz="1200">
              <a:latin typeface="Arial Black" panose="020B0A04020102020204" pitchFamily="34" charset="0"/>
            </a:endParaRPr>
          </a:p>
        </p:txBody>
      </p:sp>
      <p:sp>
        <p:nvSpPr>
          <p:cNvPr id="21508" name="Rectangle 2">
            <a:extLst>
              <a:ext uri="{FF2B5EF4-FFF2-40B4-BE49-F238E27FC236}">
                <a16:creationId xmlns:a16="http://schemas.microsoft.com/office/drawing/2014/main" id="{0A611FE4-6DE3-43DA-A826-59DF653C5949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457200" y="0"/>
            <a:ext cx="8229600" cy="549275"/>
          </a:xfrm>
        </p:spPr>
        <p:txBody>
          <a:bodyPr/>
          <a:lstStyle/>
          <a:p>
            <a:pPr algn="ctr"/>
            <a:r>
              <a:rPr lang="ru-RU" altLang="ru-RU" sz="3600">
                <a:solidFill>
                  <a:schemeClr val="bg2"/>
                </a:solidFill>
              </a:rPr>
              <a:t>Триггер (уровень кортежа</a:t>
            </a:r>
            <a:r>
              <a:rPr lang="en-US" altLang="ru-RU" sz="3600">
                <a:solidFill>
                  <a:schemeClr val="bg2"/>
                </a:solidFill>
              </a:rPr>
              <a:t>)</a:t>
            </a:r>
            <a:endParaRPr lang="ru-RU" altLang="ru-RU" sz="3600">
              <a:solidFill>
                <a:schemeClr val="bg2"/>
              </a:solidFill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7" dur="500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 nodeType="clickPar">
                      <p:stCondLst>
                        <p:cond delay="indefinite"/>
                      </p:stCondLst>
                      <p:childTnLst>
                        <p:par>
                          <p:cTn id="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2" dur="500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 nodeType="clickPar">
                      <p:stCondLst>
                        <p:cond delay="indefinite"/>
                      </p:stCondLst>
                      <p:childTnLst>
                        <p:par>
                          <p:cTn id="1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5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7" dur="500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 nodeType="clickPar">
                      <p:stCondLst>
                        <p:cond delay="indefinite"/>
                      </p:stCondLst>
                      <p:childTnLst>
                        <p:par>
                          <p:cTn id="1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0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22" dur="500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 nodeType="clickPar">
                      <p:stCondLst>
                        <p:cond delay="indefinite"/>
                      </p:stCondLst>
                      <p:childTnLst>
                        <p:par>
                          <p:cTn id="2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5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27" dur="500"/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 nodeType="clickPar">
                      <p:stCondLst>
                        <p:cond delay="indefinite"/>
                      </p:stCondLst>
                      <p:childTnLst>
                        <p:par>
                          <p:cTn id="2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30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32" dur="500"/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 nodeType="clickPar">
                      <p:stCondLst>
                        <p:cond delay="indefinite"/>
                      </p:stCondLst>
                      <p:childTnLst>
                        <p:par>
                          <p:cTn id="3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35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37" dur="500"/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 nodeType="clickPar">
                      <p:stCondLst>
                        <p:cond delay="indefinite"/>
                      </p:stCondLst>
                      <p:childTnLst>
                        <p:par>
                          <p:cTn id="3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40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42" dur="500"/>
                                        <p:tgtEl>
                                          <p:spTgt spid="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 nodeType="clickPar">
                      <p:stCondLst>
                        <p:cond delay="indefinite"/>
                      </p:stCondLst>
                      <p:childTnLst>
                        <p:par>
                          <p:cTn id="4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45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47" dur="500"/>
                                        <p:tgtEl>
                                          <p:spTgt spid="3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 nodeType="clickPar">
                      <p:stCondLst>
                        <p:cond delay="indefinite"/>
                      </p:stCondLst>
                      <p:childTnLst>
                        <p:par>
                          <p:cTn id="4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0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1" end="1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52" dur="500"/>
                                        <p:tgtEl>
                                          <p:spTgt spid="3">
                                            <p:txEl>
                                              <p:pRg st="11" end="1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3" fill="hold" nodeType="clickPar">
                      <p:stCondLst>
                        <p:cond delay="indefinite"/>
                      </p:stCondLst>
                      <p:childTnLst>
                        <p:par>
                          <p:cTn id="5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5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3" end="1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57" dur="500"/>
                                        <p:tgtEl>
                                          <p:spTgt spid="3">
                                            <p:txEl>
                                              <p:pRg st="13" end="1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8" fill="hold" nodeType="clickPar">
                      <p:stCondLst>
                        <p:cond delay="indefinite"/>
                      </p:stCondLst>
                      <p:childTnLst>
                        <p:par>
                          <p:cTn id="5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60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4" end="1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62" dur="500"/>
                                        <p:tgtEl>
                                          <p:spTgt spid="3">
                                            <p:txEl>
                                              <p:pRg st="14" end="1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3" fill="hold" nodeType="clickPar">
                      <p:stCondLst>
                        <p:cond delay="indefinite"/>
                      </p:stCondLst>
                      <p:childTnLst>
                        <p:par>
                          <p:cTn id="6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65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5" end="1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67" dur="500"/>
                                        <p:tgtEl>
                                          <p:spTgt spid="3">
                                            <p:txEl>
                                              <p:pRg st="15" end="1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uiExpand="1" build="p"/>
    </p:bldLst>
  </p:timing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Объект 2">
            <a:extLst>
              <a:ext uri="{FF2B5EF4-FFF2-40B4-BE49-F238E27FC236}">
                <a16:creationId xmlns:a16="http://schemas.microsoft.com/office/drawing/2014/main" id="{D61F108C-B965-4604-82D4-307FF0582EB6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25413" y="711200"/>
            <a:ext cx="8910637" cy="6146800"/>
          </a:xfrm>
        </p:spPr>
        <p:txBody>
          <a:bodyPr>
            <a:normAutofit/>
          </a:bodyPr>
          <a:lstStyle/>
          <a:p>
            <a:pPr>
              <a:lnSpc>
                <a:spcPct val="120000"/>
              </a:lnSpc>
              <a:buFont typeface="Wingdings" panose="05000000000000000000" pitchFamily="2" charset="2"/>
              <a:buNone/>
              <a:defRPr/>
            </a:pPr>
            <a:r>
              <a:rPr lang="ru-RU" sz="1200" dirty="0"/>
              <a:t>Предположим, что необходимо предотвратить возможность уменьшения среднего значения </a:t>
            </a:r>
            <a:r>
              <a:rPr lang="ru-RU" sz="1200" b="1" u="sng" dirty="0"/>
              <a:t>годового дохода руководящих лиц </a:t>
            </a:r>
            <a:r>
              <a:rPr lang="ru-RU" sz="1200" i="1" dirty="0"/>
              <a:t>ниже отметки в </a:t>
            </a:r>
            <a:r>
              <a:rPr lang="en-US" sz="1200" b="1" i="1" dirty="0">
                <a:cs typeface="Times New Roman" pitchFamily="18" charset="0"/>
              </a:rPr>
              <a:t>$ </a:t>
            </a:r>
            <a:r>
              <a:rPr lang="ru-RU" sz="1200" b="1" i="1" dirty="0">
                <a:cs typeface="Times New Roman" pitchFamily="18" charset="0"/>
              </a:rPr>
              <a:t>500 </a:t>
            </a:r>
            <a:r>
              <a:rPr lang="en-US" sz="1200" b="1" i="1" dirty="0">
                <a:cs typeface="Times New Roman" pitchFamily="18" charset="0"/>
              </a:rPr>
              <a:t>000</a:t>
            </a:r>
            <a:r>
              <a:rPr lang="ru-RU" sz="1200" dirty="0"/>
              <a:t>. </a:t>
            </a:r>
          </a:p>
          <a:p>
            <a:pPr>
              <a:lnSpc>
                <a:spcPct val="120000"/>
              </a:lnSpc>
              <a:buFont typeface="Wingdings" panose="05000000000000000000" pitchFamily="2" charset="2"/>
              <a:buNone/>
              <a:defRPr/>
            </a:pPr>
            <a:r>
              <a:rPr lang="ru-RU" sz="1200" dirty="0"/>
              <a:t>К такому результату способна привести </a:t>
            </a:r>
            <a:r>
              <a:rPr lang="ru-RU" sz="1200" b="1" i="1" dirty="0"/>
              <a:t>команда вставки </a:t>
            </a:r>
            <a:r>
              <a:rPr lang="ru-RU" sz="1200" dirty="0"/>
              <a:t>в отношение </a:t>
            </a:r>
            <a:r>
              <a:rPr lang="en-US" sz="1200" dirty="0" err="1"/>
              <a:t>MovieExec</a:t>
            </a:r>
            <a:r>
              <a:rPr lang="ru-RU" sz="1200" dirty="0"/>
              <a:t> нового кортежа, а также </a:t>
            </a:r>
            <a:r>
              <a:rPr lang="ru-RU" sz="1200" b="1" dirty="0"/>
              <a:t>удаления</a:t>
            </a:r>
            <a:r>
              <a:rPr lang="ru-RU" sz="1200" dirty="0"/>
              <a:t> любого существующего кортежа либо </a:t>
            </a:r>
            <a:r>
              <a:rPr lang="ru-RU" sz="1200" b="1" dirty="0"/>
              <a:t>обновления</a:t>
            </a:r>
            <a:r>
              <a:rPr lang="ru-RU" sz="1200" dirty="0"/>
              <a:t> его компонента </a:t>
            </a:r>
            <a:r>
              <a:rPr lang="en-US" sz="1200" u="sng" dirty="0" err="1"/>
              <a:t>networth</a:t>
            </a:r>
            <a:r>
              <a:rPr lang="ru-RU" sz="1200" u="sng" dirty="0"/>
              <a:t>.</a:t>
            </a:r>
          </a:p>
          <a:p>
            <a:pPr>
              <a:lnSpc>
                <a:spcPct val="120000"/>
              </a:lnSpc>
              <a:buFont typeface="Wingdings" panose="05000000000000000000" pitchFamily="2" charset="2"/>
              <a:buNone/>
              <a:defRPr/>
            </a:pPr>
            <a:endParaRPr lang="ru-RU" sz="1200" dirty="0"/>
          </a:p>
          <a:p>
            <a:pPr>
              <a:lnSpc>
                <a:spcPct val="120000"/>
              </a:lnSpc>
              <a:buFont typeface="Wingdings" panose="05000000000000000000" pitchFamily="2" charset="2"/>
              <a:buNone/>
              <a:defRPr/>
            </a:pPr>
            <a:r>
              <a:rPr lang="en-US" sz="1200" dirty="0"/>
              <a:t>CREATE TRIGGER </a:t>
            </a:r>
            <a:r>
              <a:rPr lang="en-US" sz="1200" dirty="0" err="1"/>
              <a:t>AvgNetWorthTrigger</a:t>
            </a:r>
            <a:endParaRPr lang="ru-RU" sz="1200" dirty="0"/>
          </a:p>
          <a:p>
            <a:pPr>
              <a:lnSpc>
                <a:spcPct val="120000"/>
              </a:lnSpc>
              <a:buFont typeface="Wingdings" panose="05000000000000000000" pitchFamily="2" charset="2"/>
              <a:buNone/>
              <a:defRPr/>
            </a:pPr>
            <a:r>
              <a:rPr lang="en-US" sz="1200" dirty="0"/>
              <a:t>AFTER UPDATE</a:t>
            </a:r>
            <a:r>
              <a:rPr lang="ru-RU" sz="1200" dirty="0"/>
              <a:t> </a:t>
            </a:r>
            <a:r>
              <a:rPr lang="en-US" sz="1200" dirty="0"/>
              <a:t>OR INSERT OR DELETE OF </a:t>
            </a:r>
            <a:r>
              <a:rPr lang="en-US" sz="1200" dirty="0" err="1"/>
              <a:t>netWorth</a:t>
            </a:r>
            <a:r>
              <a:rPr lang="en-US" sz="1200" dirty="0"/>
              <a:t> ON </a:t>
            </a:r>
            <a:r>
              <a:rPr lang="en-US" sz="1200" dirty="0" err="1"/>
              <a:t>MovieExec</a:t>
            </a:r>
            <a:endParaRPr lang="ru-RU" sz="1200" dirty="0"/>
          </a:p>
          <a:p>
            <a:pPr>
              <a:lnSpc>
                <a:spcPct val="120000"/>
              </a:lnSpc>
              <a:buFont typeface="Wingdings" panose="05000000000000000000" pitchFamily="2" charset="2"/>
              <a:buNone/>
              <a:defRPr/>
            </a:pPr>
            <a:r>
              <a:rPr lang="en-US" sz="1200" dirty="0"/>
              <a:t>REFERENCING</a:t>
            </a:r>
            <a:endParaRPr lang="ru-RU" sz="1200" dirty="0"/>
          </a:p>
          <a:p>
            <a:pPr>
              <a:lnSpc>
                <a:spcPct val="120000"/>
              </a:lnSpc>
              <a:buFont typeface="Wingdings" panose="05000000000000000000" pitchFamily="2" charset="2"/>
              <a:buNone/>
              <a:defRPr/>
            </a:pPr>
            <a:r>
              <a:rPr lang="en-US" sz="1200" dirty="0"/>
              <a:t>	OLD </a:t>
            </a:r>
            <a:r>
              <a:rPr lang="en-US" sz="1200" b="1" dirty="0"/>
              <a:t>TABLE</a:t>
            </a:r>
            <a:r>
              <a:rPr lang="ru-RU" sz="1200" dirty="0"/>
              <a:t>    </a:t>
            </a:r>
            <a:r>
              <a:rPr lang="en-US" sz="1200" dirty="0"/>
              <a:t>AS </a:t>
            </a:r>
            <a:r>
              <a:rPr lang="ru-RU" sz="1200" dirty="0"/>
              <a:t>  </a:t>
            </a:r>
            <a:r>
              <a:rPr lang="en-US" sz="1200" dirty="0" err="1"/>
              <a:t>OldStuff</a:t>
            </a:r>
            <a:r>
              <a:rPr lang="en-US" sz="1200" dirty="0"/>
              <a:t>,</a:t>
            </a:r>
            <a:endParaRPr lang="ru-RU" sz="1200" dirty="0"/>
          </a:p>
          <a:p>
            <a:pPr>
              <a:lnSpc>
                <a:spcPct val="120000"/>
              </a:lnSpc>
              <a:buFont typeface="Wingdings" panose="05000000000000000000" pitchFamily="2" charset="2"/>
              <a:buNone/>
              <a:defRPr/>
            </a:pPr>
            <a:r>
              <a:rPr lang="en-US" sz="1200" dirty="0"/>
              <a:t>	NEW </a:t>
            </a:r>
            <a:r>
              <a:rPr lang="en-US" sz="1200" b="1" dirty="0"/>
              <a:t>TABLE</a:t>
            </a:r>
            <a:r>
              <a:rPr lang="ru-RU" sz="1200" dirty="0"/>
              <a:t>   </a:t>
            </a:r>
            <a:r>
              <a:rPr lang="en-US" sz="1200" dirty="0"/>
              <a:t>AS </a:t>
            </a:r>
            <a:r>
              <a:rPr lang="ru-RU" sz="1200" dirty="0"/>
              <a:t>  </a:t>
            </a:r>
            <a:r>
              <a:rPr lang="en-US" sz="1200" dirty="0" err="1"/>
              <a:t>NewStuff</a:t>
            </a:r>
            <a:endParaRPr lang="ru-RU" sz="1200" dirty="0"/>
          </a:p>
          <a:p>
            <a:pPr>
              <a:lnSpc>
                <a:spcPct val="120000"/>
              </a:lnSpc>
              <a:buFont typeface="Wingdings" panose="05000000000000000000" pitchFamily="2" charset="2"/>
              <a:buNone/>
              <a:defRPr/>
            </a:pPr>
            <a:r>
              <a:rPr lang="ru-RU" sz="1200" dirty="0"/>
              <a:t> </a:t>
            </a:r>
          </a:p>
          <a:p>
            <a:pPr>
              <a:lnSpc>
                <a:spcPct val="120000"/>
              </a:lnSpc>
              <a:buFont typeface="Wingdings" panose="05000000000000000000" pitchFamily="2" charset="2"/>
              <a:buNone/>
              <a:defRPr/>
            </a:pPr>
            <a:r>
              <a:rPr lang="en-US" sz="1200" dirty="0"/>
              <a:t>WHEN (500000 &gt; (SELECT AVG(</a:t>
            </a:r>
            <a:r>
              <a:rPr lang="en-US" sz="1200" dirty="0" err="1"/>
              <a:t>netWorth</a:t>
            </a:r>
            <a:r>
              <a:rPr lang="en-US" sz="1200" dirty="0"/>
              <a:t>) FROM </a:t>
            </a:r>
            <a:r>
              <a:rPr lang="en-US" sz="1200" dirty="0" err="1"/>
              <a:t>MovieExec</a:t>
            </a:r>
            <a:r>
              <a:rPr lang="en-US" sz="1200" dirty="0"/>
              <a:t>))</a:t>
            </a:r>
            <a:endParaRPr lang="ru-RU" sz="1200" dirty="0"/>
          </a:p>
          <a:p>
            <a:pPr>
              <a:lnSpc>
                <a:spcPct val="120000"/>
              </a:lnSpc>
              <a:buFont typeface="Wingdings" panose="05000000000000000000" pitchFamily="2" charset="2"/>
              <a:buNone/>
              <a:defRPr/>
            </a:pPr>
            <a:r>
              <a:rPr lang="ru-RU" sz="1200" dirty="0"/>
              <a:t>	</a:t>
            </a:r>
            <a:r>
              <a:rPr lang="en-US" sz="1200" dirty="0"/>
              <a:t>BEGIN</a:t>
            </a:r>
            <a:endParaRPr lang="ru-RU" sz="1200" dirty="0"/>
          </a:p>
          <a:p>
            <a:pPr>
              <a:lnSpc>
                <a:spcPct val="120000"/>
              </a:lnSpc>
              <a:buFont typeface="Wingdings" panose="05000000000000000000" pitchFamily="2" charset="2"/>
              <a:buNone/>
              <a:defRPr/>
            </a:pPr>
            <a:r>
              <a:rPr lang="ru-RU" sz="1200" dirty="0"/>
              <a:t>		</a:t>
            </a:r>
            <a:r>
              <a:rPr lang="en-US" sz="1200" dirty="0"/>
              <a:t>DELETE FROM </a:t>
            </a:r>
            <a:r>
              <a:rPr lang="en-US" sz="1200" dirty="0" err="1"/>
              <a:t>MovieExec</a:t>
            </a:r>
            <a:endParaRPr lang="ru-RU" sz="1200" dirty="0"/>
          </a:p>
          <a:p>
            <a:pPr>
              <a:lnSpc>
                <a:spcPct val="120000"/>
              </a:lnSpc>
              <a:buFont typeface="Wingdings" panose="05000000000000000000" pitchFamily="2" charset="2"/>
              <a:buNone/>
              <a:defRPr/>
            </a:pPr>
            <a:r>
              <a:rPr lang="ru-RU" sz="1200" dirty="0"/>
              <a:t>		</a:t>
            </a:r>
            <a:r>
              <a:rPr lang="en-US" sz="1200" dirty="0"/>
              <a:t>WHERE (name, address, cert#, </a:t>
            </a:r>
            <a:r>
              <a:rPr lang="en-US" sz="1200" dirty="0" err="1"/>
              <a:t>netWorth</a:t>
            </a:r>
            <a:r>
              <a:rPr lang="en-US" sz="1200" dirty="0"/>
              <a:t>) IN </a:t>
            </a:r>
            <a:r>
              <a:rPr lang="en-US" sz="1200" dirty="0" err="1"/>
              <a:t>NewStuff</a:t>
            </a:r>
            <a:r>
              <a:rPr lang="en-US" sz="1200" dirty="0"/>
              <a:t>;</a:t>
            </a:r>
            <a:endParaRPr lang="ru-RU" sz="1200" dirty="0"/>
          </a:p>
          <a:p>
            <a:pPr>
              <a:lnSpc>
                <a:spcPct val="120000"/>
              </a:lnSpc>
              <a:buFont typeface="Wingdings" panose="05000000000000000000" pitchFamily="2" charset="2"/>
              <a:buNone/>
              <a:defRPr/>
            </a:pPr>
            <a:r>
              <a:rPr lang="ru-RU" sz="1200" dirty="0"/>
              <a:t>		</a:t>
            </a:r>
            <a:r>
              <a:rPr lang="en-US" sz="1200" dirty="0"/>
              <a:t>INSERT INTO </a:t>
            </a:r>
            <a:r>
              <a:rPr lang="en-US" sz="1200" dirty="0" err="1"/>
              <a:t>MovieExec</a:t>
            </a:r>
            <a:endParaRPr lang="ru-RU" sz="1200" dirty="0"/>
          </a:p>
          <a:p>
            <a:pPr>
              <a:lnSpc>
                <a:spcPct val="120000"/>
              </a:lnSpc>
              <a:buFont typeface="Wingdings" panose="05000000000000000000" pitchFamily="2" charset="2"/>
              <a:buNone/>
              <a:defRPr/>
            </a:pPr>
            <a:r>
              <a:rPr lang="ru-RU" sz="1200" dirty="0"/>
              <a:t>		</a:t>
            </a:r>
            <a:r>
              <a:rPr lang="en-US" sz="1200" dirty="0"/>
              <a:t>(SELECT </a:t>
            </a:r>
            <a:r>
              <a:rPr lang="ru-RU" sz="1200" dirty="0"/>
              <a:t>* </a:t>
            </a:r>
            <a:r>
              <a:rPr lang="en-US" sz="1200" dirty="0"/>
              <a:t>FROM </a:t>
            </a:r>
            <a:r>
              <a:rPr lang="en-US" sz="1200" dirty="0" err="1"/>
              <a:t>OldStuff</a:t>
            </a:r>
            <a:r>
              <a:rPr lang="en-US" sz="1200" dirty="0"/>
              <a:t>);</a:t>
            </a:r>
            <a:endParaRPr lang="ru-RU" sz="1200" dirty="0"/>
          </a:p>
          <a:p>
            <a:pPr>
              <a:lnSpc>
                <a:spcPct val="120000"/>
              </a:lnSpc>
              <a:buFont typeface="Wingdings" panose="05000000000000000000" pitchFamily="2" charset="2"/>
              <a:buNone/>
              <a:defRPr/>
            </a:pPr>
            <a:r>
              <a:rPr lang="en-US" sz="1200" dirty="0"/>
              <a:t>	END;</a:t>
            </a:r>
            <a:endParaRPr lang="ru-RU" sz="1200" dirty="0"/>
          </a:p>
          <a:p>
            <a:pPr>
              <a:lnSpc>
                <a:spcPct val="120000"/>
              </a:lnSpc>
              <a:buFont typeface="Wingdings" panose="05000000000000000000" pitchFamily="2" charset="2"/>
              <a:buNone/>
              <a:defRPr/>
            </a:pPr>
            <a:endParaRPr lang="ru-RU" sz="1200" dirty="0"/>
          </a:p>
          <a:p>
            <a:pPr indent="0">
              <a:lnSpc>
                <a:spcPct val="120000"/>
              </a:lnSpc>
              <a:buFont typeface="Wingdings" panose="05000000000000000000" pitchFamily="2" charset="2"/>
              <a:buNone/>
              <a:defRPr/>
            </a:pPr>
            <a:r>
              <a:rPr lang="ru-RU" sz="1200" dirty="0"/>
              <a:t>В процессе выполнения команды </a:t>
            </a:r>
            <a:r>
              <a:rPr lang="en-US" sz="1200" dirty="0"/>
              <a:t>UPDATE </a:t>
            </a:r>
            <a:r>
              <a:rPr lang="ru-RU" sz="1200" dirty="0"/>
              <a:t>среднее значение дохода будет то падать ниже заданной границы, то возрастать, пока процедура обработки команды не завершится полностью. </a:t>
            </a:r>
          </a:p>
          <a:p>
            <a:pPr indent="0">
              <a:lnSpc>
                <a:spcPct val="120000"/>
              </a:lnSpc>
              <a:buFont typeface="Wingdings" panose="05000000000000000000" pitchFamily="2" charset="2"/>
              <a:buNone/>
              <a:defRPr/>
            </a:pPr>
            <a:r>
              <a:rPr lang="ru-RU" sz="1200" dirty="0"/>
              <a:t>Поэтому триггер обязан отреагировать на результат команды в целом (если, разумеется, условие триггера обратится в </a:t>
            </a:r>
            <a:r>
              <a:rPr lang="en-US" sz="1200" cap="small" dirty="0"/>
              <a:t>true</a:t>
            </a:r>
            <a:r>
              <a:rPr lang="ru-RU" sz="1200" cap="small" dirty="0"/>
              <a:t>).</a:t>
            </a:r>
            <a:endParaRPr lang="en-US" sz="1200" cap="small" dirty="0"/>
          </a:p>
          <a:p>
            <a:pPr indent="0">
              <a:lnSpc>
                <a:spcPct val="120000"/>
              </a:lnSpc>
              <a:buFont typeface="Wingdings" panose="05000000000000000000" pitchFamily="2" charset="2"/>
              <a:buNone/>
              <a:defRPr/>
            </a:pPr>
            <a:endParaRPr lang="ru-RU" sz="1200" cap="small" dirty="0"/>
          </a:p>
        </p:txBody>
      </p:sp>
      <p:sp>
        <p:nvSpPr>
          <p:cNvPr id="22531" name="Номер слайда 3">
            <a:extLst>
              <a:ext uri="{FF2B5EF4-FFF2-40B4-BE49-F238E27FC236}">
                <a16:creationId xmlns:a16="http://schemas.microsoft.com/office/drawing/2014/main" id="{09B1B962-F8EB-41AC-81E3-2F41CC1CAD1A}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20000"/>
              </a:spcBef>
              <a:buClr>
                <a:schemeClr val="bg2"/>
              </a:buClr>
              <a:buSzPct val="75000"/>
              <a:buFont typeface="Wingdings" panose="05000000000000000000" pitchFamily="2" charset="2"/>
              <a:buChar char="n"/>
              <a:defRPr sz="32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lr>
                <a:schemeClr val="accent2"/>
              </a:buClr>
              <a:buSzPct val="80000"/>
              <a:buFont typeface="Wingdings" panose="05000000000000000000" pitchFamily="2" charset="2"/>
              <a:buChar char="¨"/>
              <a:defRPr sz="28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lr>
                <a:schemeClr val="bg2"/>
              </a:buClr>
              <a:buSzPct val="65000"/>
              <a:buFont typeface="Wingdings" panose="05000000000000000000" pitchFamily="2" charset="2"/>
              <a:buChar char="n"/>
              <a:defRPr sz="24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70000"/>
              <a:buFont typeface="Wingdings" panose="05000000000000000000" pitchFamily="2" charset="2"/>
              <a:buChar char="¨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lr>
                <a:schemeClr val="bg2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>
              <a:spcBef>
                <a:spcPct val="0"/>
              </a:spcBef>
              <a:buClrTx/>
              <a:buSzTx/>
              <a:buFontTx/>
              <a:buNone/>
            </a:pPr>
            <a:fld id="{89125299-E03F-4ACE-8856-C47CAFFF79B9}" type="slidenum">
              <a:rPr lang="ru-RU" altLang="ru-RU" sz="1200" smtClean="0">
                <a:latin typeface="Arial Black" panose="020B0A04020102020204" pitchFamily="34" charset="0"/>
              </a:rPr>
              <a:pPr>
                <a:spcBef>
                  <a:spcPct val="0"/>
                </a:spcBef>
                <a:buClrTx/>
                <a:buSzTx/>
                <a:buFontTx/>
                <a:buNone/>
              </a:pPr>
              <a:t>20</a:t>
            </a:fld>
            <a:endParaRPr lang="ru-RU" altLang="ru-RU" sz="1200">
              <a:latin typeface="Arial Black" panose="020B0A04020102020204" pitchFamily="34" charset="0"/>
            </a:endParaRPr>
          </a:p>
        </p:txBody>
      </p:sp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F805BD61-0AFC-4362-AA05-9C88C3CFB8A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61963" y="158750"/>
            <a:ext cx="8208962" cy="446088"/>
          </a:xfrm>
        </p:spPr>
        <p:txBody>
          <a:bodyPr>
            <a:normAutofit fontScale="90000"/>
          </a:bodyPr>
          <a:lstStyle/>
          <a:p>
            <a:pPr algn="ctr">
              <a:defRPr/>
            </a:pPr>
            <a:r>
              <a:rPr lang="ru-RU" altLang="ru-RU" dirty="0">
                <a:solidFill>
                  <a:schemeClr val="bg2"/>
                </a:solidFill>
              </a:rPr>
              <a:t>Триггер (уровень команды</a:t>
            </a:r>
            <a:r>
              <a:rPr lang="en-US" altLang="ru-RU" dirty="0">
                <a:solidFill>
                  <a:schemeClr val="bg2"/>
                </a:solidFill>
              </a:rPr>
              <a:t>)</a:t>
            </a:r>
            <a:endParaRPr lang="ru-RU" dirty="0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7" dur="500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 nodeType="clickPar">
                      <p:stCondLst>
                        <p:cond delay="indefinite"/>
                      </p:stCondLst>
                      <p:childTnLst>
                        <p:par>
                          <p:cTn id="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2" dur="500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 nodeType="clickPar">
                      <p:stCondLst>
                        <p:cond delay="indefinite"/>
                      </p:stCondLst>
                      <p:childTnLst>
                        <p:par>
                          <p:cTn id="1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5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7" dur="500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 nodeType="clickPar">
                      <p:stCondLst>
                        <p:cond delay="indefinite"/>
                      </p:stCondLst>
                      <p:childTnLst>
                        <p:par>
                          <p:cTn id="1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0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22" dur="500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 nodeType="clickPar">
                      <p:stCondLst>
                        <p:cond delay="indefinite"/>
                      </p:stCondLst>
                      <p:childTnLst>
                        <p:par>
                          <p:cTn id="2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5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27" dur="500"/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 nodeType="clickPar">
                      <p:stCondLst>
                        <p:cond delay="indefinite"/>
                      </p:stCondLst>
                      <p:childTnLst>
                        <p:par>
                          <p:cTn id="2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30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32" dur="500"/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 nodeType="clickPar">
                      <p:stCondLst>
                        <p:cond delay="indefinite"/>
                      </p:stCondLst>
                      <p:childTnLst>
                        <p:par>
                          <p:cTn id="3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35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37" dur="500"/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 nodeType="clickPar">
                      <p:stCondLst>
                        <p:cond delay="indefinite"/>
                      </p:stCondLst>
                      <p:childTnLst>
                        <p:par>
                          <p:cTn id="3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40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42" dur="500"/>
                                        <p:tgtEl>
                                          <p:spTgt spid="3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 nodeType="clickPar">
                      <p:stCondLst>
                        <p:cond delay="indefinite"/>
                      </p:stCondLst>
                      <p:childTnLst>
                        <p:par>
                          <p:cTn id="4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45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47" dur="500"/>
                                        <p:tgtEl>
                                          <p:spTgt spid="3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 nodeType="clickPar">
                      <p:stCondLst>
                        <p:cond delay="indefinite"/>
                      </p:stCondLst>
                      <p:childTnLst>
                        <p:par>
                          <p:cTn id="4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0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1" end="1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52" dur="500"/>
                                        <p:tgtEl>
                                          <p:spTgt spid="3">
                                            <p:txEl>
                                              <p:pRg st="11" end="1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3" fill="hold" nodeType="clickPar">
                      <p:stCondLst>
                        <p:cond delay="indefinite"/>
                      </p:stCondLst>
                      <p:childTnLst>
                        <p:par>
                          <p:cTn id="5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5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2" end="1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57" dur="500"/>
                                        <p:tgtEl>
                                          <p:spTgt spid="3">
                                            <p:txEl>
                                              <p:pRg st="12" end="1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8" fill="hold" nodeType="clickPar">
                      <p:stCondLst>
                        <p:cond delay="indefinite"/>
                      </p:stCondLst>
                      <p:childTnLst>
                        <p:par>
                          <p:cTn id="5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60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3" end="1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62" dur="500"/>
                                        <p:tgtEl>
                                          <p:spTgt spid="3">
                                            <p:txEl>
                                              <p:pRg st="13" end="1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3" fill="hold" nodeType="clickPar">
                      <p:stCondLst>
                        <p:cond delay="indefinite"/>
                      </p:stCondLst>
                      <p:childTnLst>
                        <p:par>
                          <p:cTn id="6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65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4" end="1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67" dur="500"/>
                                        <p:tgtEl>
                                          <p:spTgt spid="3">
                                            <p:txEl>
                                              <p:pRg st="14" end="1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8" fill="hold" nodeType="clickPar">
                      <p:stCondLst>
                        <p:cond delay="indefinite"/>
                      </p:stCondLst>
                      <p:childTnLst>
                        <p:par>
                          <p:cTn id="6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70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5" end="1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72" dur="500"/>
                                        <p:tgtEl>
                                          <p:spTgt spid="3">
                                            <p:txEl>
                                              <p:pRg st="15" end="1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3" fill="hold" nodeType="clickPar">
                      <p:stCondLst>
                        <p:cond delay="indefinite"/>
                      </p:stCondLst>
                      <p:childTnLst>
                        <p:par>
                          <p:cTn id="7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75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7" end="1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77" dur="500"/>
                                        <p:tgtEl>
                                          <p:spTgt spid="3">
                                            <p:txEl>
                                              <p:pRg st="17" end="17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8" fill="hold" nodeType="clickPar">
                      <p:stCondLst>
                        <p:cond delay="indefinite"/>
                      </p:stCondLst>
                      <p:childTnLst>
                        <p:par>
                          <p:cTn id="7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80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8" end="1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82" dur="500"/>
                                        <p:tgtEl>
                                          <p:spTgt spid="3">
                                            <p:txEl>
                                              <p:pRg st="18" end="18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uiExpand="1" build="p"/>
    </p:bldLst>
  </p:timing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555" name="Номер слайда 3">
            <a:extLst>
              <a:ext uri="{FF2B5EF4-FFF2-40B4-BE49-F238E27FC236}">
                <a16:creationId xmlns:a16="http://schemas.microsoft.com/office/drawing/2014/main" id="{C1F1937C-1719-4A9C-80B5-5A0036E96E17}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20000"/>
              </a:spcBef>
              <a:buClr>
                <a:schemeClr val="bg2"/>
              </a:buClr>
              <a:buSzPct val="75000"/>
              <a:buFont typeface="Wingdings" panose="05000000000000000000" pitchFamily="2" charset="2"/>
              <a:buChar char="n"/>
              <a:defRPr sz="32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lr>
                <a:schemeClr val="accent2"/>
              </a:buClr>
              <a:buSzPct val="80000"/>
              <a:buFont typeface="Wingdings" panose="05000000000000000000" pitchFamily="2" charset="2"/>
              <a:buChar char="¨"/>
              <a:defRPr sz="28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lr>
                <a:schemeClr val="bg2"/>
              </a:buClr>
              <a:buSzPct val="65000"/>
              <a:buFont typeface="Wingdings" panose="05000000000000000000" pitchFamily="2" charset="2"/>
              <a:buChar char="n"/>
              <a:defRPr sz="24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70000"/>
              <a:buFont typeface="Wingdings" panose="05000000000000000000" pitchFamily="2" charset="2"/>
              <a:buChar char="¨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lr>
                <a:schemeClr val="bg2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>
              <a:spcBef>
                <a:spcPct val="0"/>
              </a:spcBef>
              <a:buClrTx/>
              <a:buSzTx/>
              <a:buFontTx/>
              <a:buNone/>
            </a:pPr>
            <a:fld id="{090FE45E-749F-4264-9A03-F061FA554033}" type="slidenum">
              <a:rPr lang="ru-RU" altLang="ru-RU" sz="1200" smtClean="0">
                <a:latin typeface="Arial Black" panose="020B0A04020102020204" pitchFamily="34" charset="0"/>
              </a:rPr>
              <a:pPr>
                <a:spcBef>
                  <a:spcPct val="0"/>
                </a:spcBef>
                <a:buClrTx/>
                <a:buSzTx/>
                <a:buFontTx/>
                <a:buNone/>
              </a:pPr>
              <a:t>21</a:t>
            </a:fld>
            <a:endParaRPr lang="ru-RU" altLang="ru-RU" sz="1200">
              <a:latin typeface="Arial Black" panose="020B0A04020102020204" pitchFamily="34" charset="0"/>
            </a:endParaRPr>
          </a:p>
        </p:txBody>
      </p:sp>
      <p:sp>
        <p:nvSpPr>
          <p:cNvPr id="23556" name="Rectangle 2">
            <a:extLst>
              <a:ext uri="{FF2B5EF4-FFF2-40B4-BE49-F238E27FC236}">
                <a16:creationId xmlns:a16="http://schemas.microsoft.com/office/drawing/2014/main" id="{71907304-C6F6-43B7-A9AB-1E9363A2893F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457200" y="379512"/>
            <a:ext cx="8229600" cy="738188"/>
          </a:xfrm>
        </p:spPr>
        <p:txBody>
          <a:bodyPr/>
          <a:lstStyle/>
          <a:p>
            <a:pPr algn="ctr"/>
            <a:r>
              <a:rPr lang="ru-RU" altLang="ru-RU" sz="3600" dirty="0"/>
              <a:t>Ссылка на примеры</a:t>
            </a:r>
            <a:r>
              <a:rPr lang="en-US" altLang="ru-RU" sz="3600" dirty="0"/>
              <a:t> </a:t>
            </a:r>
            <a:r>
              <a:rPr lang="ru-RU" altLang="ru-RU" sz="3600" dirty="0"/>
              <a:t>триггеров</a:t>
            </a:r>
            <a:endParaRPr lang="ru-RU" altLang="ru-RU" sz="3600" dirty="0">
              <a:solidFill>
                <a:schemeClr val="bg2"/>
              </a:solidFill>
            </a:endParaRP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733199D6-A9B5-4019-B325-D570FD5DC091}"/>
              </a:ext>
            </a:extLst>
          </p:cNvPr>
          <p:cNvSpPr txBox="1"/>
          <p:nvPr/>
        </p:nvSpPr>
        <p:spPr>
          <a:xfrm>
            <a:off x="457200" y="2924944"/>
            <a:ext cx="8003232" cy="3553544"/>
          </a:xfrm>
          <a:prstGeom prst="rect">
            <a:avLst/>
          </a:prstGeom>
          <a:noFill/>
        </p:spPr>
        <p:txBody>
          <a:bodyPr wrap="square" rtlCol="0">
            <a:normAutofit/>
          </a:bodyPr>
          <a:lstStyle/>
          <a:p>
            <a:r>
              <a:rPr lang="en-US" altLang="ru-RU" sz="2800" dirty="0">
                <a:hlinkClick r:id="rId2"/>
              </a:rPr>
              <a:t>http://www.iselfschooling.com/Free_Oracle_Training/04_Advanced/03_Articles_3/03_Articles_2/lesson08.html</a:t>
            </a:r>
            <a:endParaRPr lang="ru-RU" altLang="ru-RU" sz="2800" dirty="0"/>
          </a:p>
          <a:p>
            <a:endParaRPr lang="ru-RU" dirty="0"/>
          </a:p>
        </p:txBody>
      </p:sp>
    </p:spTree>
    <p:extLst>
      <p:ext uri="{BB962C8B-B14F-4D97-AF65-F5344CB8AC3E}">
        <p14:creationId xmlns:p14="http://schemas.microsoft.com/office/powerpoint/2010/main" val="3307389263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Объект 2">
            <a:extLst>
              <a:ext uri="{FF2B5EF4-FFF2-40B4-BE49-F238E27FC236}">
                <a16:creationId xmlns:a16="http://schemas.microsoft.com/office/drawing/2014/main" id="{3078BF4A-D2B0-4202-B07D-D7A74C0A55E8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287338" y="714375"/>
            <a:ext cx="8605837" cy="5738813"/>
          </a:xfrm>
        </p:spPr>
        <p:txBody>
          <a:bodyPr>
            <a:normAutofit fontScale="92500" lnSpcReduction="20000"/>
          </a:bodyPr>
          <a:lstStyle/>
          <a:p>
            <a:pPr>
              <a:lnSpc>
                <a:spcPct val="120000"/>
              </a:lnSpc>
              <a:defRPr/>
            </a:pPr>
            <a:r>
              <a:rPr lang="ru-RU" dirty="0"/>
              <a:t>Хранимая процедура  - это программа на процедурном расширении языка SQL, сохраняемая в базе данных в откомпилированном виде.</a:t>
            </a:r>
          </a:p>
          <a:p>
            <a:pPr>
              <a:lnSpc>
                <a:spcPct val="120000"/>
              </a:lnSpc>
              <a:defRPr/>
            </a:pPr>
            <a:r>
              <a:rPr lang="ru-RU" dirty="0"/>
              <a:t> Хранение процедур в </a:t>
            </a:r>
            <a:r>
              <a:rPr lang="ru-RU" dirty="0">
                <a:solidFill>
                  <a:schemeClr val="bg2">
                    <a:lumMod val="60000"/>
                    <a:lumOff val="40000"/>
                  </a:schemeClr>
                </a:solidFill>
              </a:rPr>
              <a:t>том же месте, где они исполняются,</a:t>
            </a:r>
            <a:r>
              <a:rPr lang="ru-RU" dirty="0"/>
              <a:t> обеспечивает </a:t>
            </a:r>
            <a:r>
              <a:rPr lang="ru-RU" dirty="0">
                <a:solidFill>
                  <a:schemeClr val="bg2">
                    <a:lumMod val="60000"/>
                    <a:lumOff val="40000"/>
                  </a:schemeClr>
                </a:solidFill>
              </a:rPr>
              <a:t>уменьшение трафика </a:t>
            </a:r>
            <a:r>
              <a:rPr lang="ru-RU" dirty="0"/>
              <a:t>по сети данных и повышает общую производительность системы. </a:t>
            </a:r>
          </a:p>
          <a:p>
            <a:pPr>
              <a:lnSpc>
                <a:spcPct val="120000"/>
              </a:lnSpc>
              <a:defRPr/>
            </a:pPr>
            <a:r>
              <a:rPr lang="ru-RU" dirty="0"/>
              <a:t>Применение хранимых процедур </a:t>
            </a:r>
            <a:r>
              <a:rPr lang="ru-RU" dirty="0">
                <a:solidFill>
                  <a:schemeClr val="bg2">
                    <a:lumMod val="60000"/>
                    <a:lumOff val="40000"/>
                  </a:schemeClr>
                </a:solidFill>
              </a:rPr>
              <a:t>упрощает сопровождение программных комплексов </a:t>
            </a:r>
            <a:r>
              <a:rPr lang="ru-RU" dirty="0"/>
              <a:t>и внесение изменений в них.</a:t>
            </a:r>
          </a:p>
        </p:txBody>
      </p:sp>
      <p:sp>
        <p:nvSpPr>
          <p:cNvPr id="24579" name="Номер слайда 3">
            <a:extLst>
              <a:ext uri="{FF2B5EF4-FFF2-40B4-BE49-F238E27FC236}">
                <a16:creationId xmlns:a16="http://schemas.microsoft.com/office/drawing/2014/main" id="{25002902-83A3-4B97-B55E-6E90DE09816E}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20000"/>
              </a:spcBef>
              <a:buClr>
                <a:schemeClr val="bg2"/>
              </a:buClr>
              <a:buSzPct val="75000"/>
              <a:buFont typeface="Wingdings" panose="05000000000000000000" pitchFamily="2" charset="2"/>
              <a:buChar char="n"/>
              <a:defRPr sz="32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lr>
                <a:schemeClr val="accent2"/>
              </a:buClr>
              <a:buSzPct val="80000"/>
              <a:buFont typeface="Wingdings" panose="05000000000000000000" pitchFamily="2" charset="2"/>
              <a:buChar char="¨"/>
              <a:defRPr sz="28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lr>
                <a:schemeClr val="bg2"/>
              </a:buClr>
              <a:buSzPct val="65000"/>
              <a:buFont typeface="Wingdings" panose="05000000000000000000" pitchFamily="2" charset="2"/>
              <a:buChar char="n"/>
              <a:defRPr sz="24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70000"/>
              <a:buFont typeface="Wingdings" panose="05000000000000000000" pitchFamily="2" charset="2"/>
              <a:buChar char="¨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lr>
                <a:schemeClr val="bg2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>
              <a:spcBef>
                <a:spcPct val="0"/>
              </a:spcBef>
              <a:buClrTx/>
              <a:buSzTx/>
              <a:buFontTx/>
              <a:buNone/>
            </a:pPr>
            <a:fld id="{930EDFDC-49D1-4836-A93A-856278D1E489}" type="slidenum">
              <a:rPr lang="ru-RU" altLang="ru-RU" sz="1200" smtClean="0">
                <a:latin typeface="Arial Black" panose="020B0A04020102020204" pitchFamily="34" charset="0"/>
              </a:rPr>
              <a:pPr>
                <a:spcBef>
                  <a:spcPct val="0"/>
                </a:spcBef>
                <a:buClrTx/>
                <a:buSzTx/>
                <a:buFontTx/>
                <a:buNone/>
              </a:pPr>
              <a:t>22</a:t>
            </a:fld>
            <a:endParaRPr lang="ru-RU" altLang="ru-RU" sz="1200">
              <a:latin typeface="Arial Black" panose="020B0A04020102020204" pitchFamily="34" charset="0"/>
            </a:endParaRPr>
          </a:p>
        </p:txBody>
      </p:sp>
      <p:sp>
        <p:nvSpPr>
          <p:cNvPr id="24580" name="Rectangle 2">
            <a:extLst>
              <a:ext uri="{FF2B5EF4-FFF2-40B4-BE49-F238E27FC236}">
                <a16:creationId xmlns:a16="http://schemas.microsoft.com/office/drawing/2014/main" id="{61ACA0D2-29B3-40D7-B1D4-B71A2EBD0860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457200" y="71438"/>
            <a:ext cx="8229600" cy="738187"/>
          </a:xfrm>
        </p:spPr>
        <p:txBody>
          <a:bodyPr/>
          <a:lstStyle/>
          <a:p>
            <a:pPr algn="ctr"/>
            <a:r>
              <a:rPr lang="ru-RU" altLang="ru-RU" sz="3600">
                <a:solidFill>
                  <a:schemeClr val="bg2"/>
                </a:solidFill>
              </a:rPr>
              <a:t>Хранимые процедуры</a:t>
            </a: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7" dur="500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 nodeType="clickPar">
                      <p:stCondLst>
                        <p:cond delay="indefinite"/>
                      </p:stCondLst>
                      <p:childTnLst>
                        <p:par>
                          <p:cTn id="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2" dur="500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 nodeType="clickPar">
                      <p:stCondLst>
                        <p:cond delay="indefinite"/>
                      </p:stCondLst>
                      <p:childTnLst>
                        <p:par>
                          <p:cTn id="1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5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7" dur="500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build="p"/>
    </p:bldLst>
  </p:timing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Объект 2">
            <a:extLst>
              <a:ext uri="{FF2B5EF4-FFF2-40B4-BE49-F238E27FC236}">
                <a16:creationId xmlns:a16="http://schemas.microsoft.com/office/drawing/2014/main" id="{38DFB1DC-6712-4166-A61B-567D94D204D4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0" y="836613"/>
            <a:ext cx="9144000" cy="5761037"/>
          </a:xfrm>
        </p:spPr>
        <p:txBody>
          <a:bodyPr>
            <a:normAutofit/>
          </a:bodyPr>
          <a:lstStyle/>
          <a:p>
            <a:pPr marL="252000" indent="-252000">
              <a:spcBef>
                <a:spcPts val="0"/>
              </a:spcBef>
              <a:buFont typeface="Wingdings" panose="05000000000000000000" pitchFamily="2" charset="2"/>
              <a:buChar char="q"/>
              <a:defRPr/>
            </a:pPr>
            <a:r>
              <a:rPr lang="ru-RU" sz="2000" dirty="0"/>
              <a:t>Создание новой и изменение имеющейся хранимой процедуры осуществляется с помощью следующей команды:</a:t>
            </a:r>
          </a:p>
          <a:p>
            <a:pPr marL="0" indent="0">
              <a:lnSpc>
                <a:spcPct val="80000"/>
              </a:lnSpc>
              <a:spcBef>
                <a:spcPts val="0"/>
              </a:spcBef>
              <a:buFont typeface="Wingdings" panose="05000000000000000000" pitchFamily="2" charset="2"/>
              <a:buNone/>
              <a:defRPr/>
            </a:pPr>
            <a:endParaRPr lang="ru-RU" sz="1600" dirty="0"/>
          </a:p>
          <a:p>
            <a:pPr marL="0" indent="0">
              <a:lnSpc>
                <a:spcPct val="80000"/>
              </a:lnSpc>
              <a:spcBef>
                <a:spcPts val="0"/>
              </a:spcBef>
              <a:buFont typeface="Wingdings" panose="05000000000000000000" pitchFamily="2" charset="2"/>
              <a:buNone/>
              <a:defRPr/>
            </a:pPr>
            <a:endParaRPr lang="ru-RU" sz="1600" dirty="0"/>
          </a:p>
          <a:p>
            <a:pPr marL="0" indent="0">
              <a:lnSpc>
                <a:spcPct val="80000"/>
              </a:lnSpc>
              <a:spcBef>
                <a:spcPts val="0"/>
              </a:spcBef>
              <a:buFont typeface="Wingdings" panose="05000000000000000000" pitchFamily="2" charset="2"/>
              <a:buNone/>
              <a:defRPr/>
            </a:pPr>
            <a:endParaRPr lang="ru-RU" sz="1600" dirty="0"/>
          </a:p>
          <a:p>
            <a:pPr marL="0" indent="0">
              <a:lnSpc>
                <a:spcPct val="80000"/>
              </a:lnSpc>
              <a:spcBef>
                <a:spcPts val="0"/>
              </a:spcBef>
              <a:buFont typeface="Wingdings" panose="05000000000000000000" pitchFamily="2" charset="2"/>
              <a:buNone/>
              <a:defRPr/>
            </a:pPr>
            <a:r>
              <a:rPr lang="ru-RU" sz="1600" dirty="0"/>
              <a:t>++</a:t>
            </a:r>
            <a:r>
              <a:rPr lang="en-US" sz="1600" dirty="0"/>
              <a:t>─ CREATE ─┬────────</a:t>
            </a:r>
            <a:r>
              <a:rPr lang="en-US" sz="1600" b="1" dirty="0"/>
              <a:t>─</a:t>
            </a:r>
            <a:r>
              <a:rPr lang="en-US" sz="1600" dirty="0"/>
              <a:t>─┬─ PROCEDURE </a:t>
            </a:r>
            <a:r>
              <a:rPr lang="ru-RU" sz="1600" dirty="0"/>
              <a:t> </a:t>
            </a:r>
            <a:r>
              <a:rPr lang="en-US" sz="1600" dirty="0"/>
              <a:t>───┬───────┬─ </a:t>
            </a:r>
            <a:r>
              <a:rPr lang="ru-RU" sz="1600" dirty="0"/>
              <a:t>процедура</a:t>
            </a:r>
            <a:r>
              <a:rPr lang="en-US" sz="1600" dirty="0"/>
              <a:t> ────</a:t>
            </a:r>
            <a:r>
              <a:rPr lang="ru-RU" sz="1600" dirty="0"/>
              <a:t> +</a:t>
            </a:r>
          </a:p>
          <a:p>
            <a:pPr marL="0" indent="0">
              <a:lnSpc>
                <a:spcPct val="80000"/>
              </a:lnSpc>
              <a:spcBef>
                <a:spcPts val="0"/>
              </a:spcBef>
              <a:buFont typeface="Wingdings" panose="05000000000000000000" pitchFamily="2" charset="2"/>
              <a:buNone/>
              <a:defRPr/>
            </a:pPr>
            <a:r>
              <a:rPr lang="ru-RU" sz="2000" dirty="0"/>
              <a:t>	</a:t>
            </a:r>
            <a:r>
              <a:rPr lang="en-US" sz="2000" dirty="0"/>
              <a:t>   </a:t>
            </a:r>
            <a:r>
              <a:rPr lang="ru-RU" sz="2000" dirty="0"/>
              <a:t>   </a:t>
            </a:r>
            <a:r>
              <a:rPr lang="en-US" sz="2000" dirty="0"/>
              <a:t> </a:t>
            </a:r>
            <a:r>
              <a:rPr lang="ru-RU" sz="2000" dirty="0"/>
              <a:t> </a:t>
            </a:r>
            <a:r>
              <a:rPr lang="en-US" sz="1600" dirty="0"/>
              <a:t>└ OR REPLACE</a:t>
            </a:r>
            <a:r>
              <a:rPr lang="ru-RU" sz="1600" dirty="0"/>
              <a:t> </a:t>
            </a:r>
            <a:r>
              <a:rPr lang="en-US" sz="1600" dirty="0"/>
              <a:t> ┘               </a:t>
            </a:r>
            <a:r>
              <a:rPr lang="ru-RU" sz="1600" dirty="0"/>
              <a:t>                  </a:t>
            </a:r>
            <a:r>
              <a:rPr lang="ru-RU" sz="1400" dirty="0"/>
              <a:t>   </a:t>
            </a:r>
            <a:r>
              <a:rPr lang="en-US" sz="1600" dirty="0"/>
              <a:t>└─ </a:t>
            </a:r>
            <a:r>
              <a:rPr lang="ru-RU" sz="1600" dirty="0"/>
              <a:t>схема</a:t>
            </a:r>
            <a:r>
              <a:rPr lang="en-US" sz="1600" dirty="0"/>
              <a:t>.</a:t>
            </a:r>
            <a:r>
              <a:rPr lang="ru-RU" sz="1050" dirty="0"/>
              <a:t> </a:t>
            </a:r>
            <a:r>
              <a:rPr lang="en-US" sz="1600" dirty="0"/>
              <a:t>─┘</a:t>
            </a:r>
            <a:endParaRPr lang="ru-RU" sz="1600" dirty="0"/>
          </a:p>
          <a:p>
            <a:pPr indent="0">
              <a:lnSpc>
                <a:spcPct val="80000"/>
              </a:lnSpc>
              <a:spcBef>
                <a:spcPts val="0"/>
              </a:spcBef>
              <a:buFont typeface="Wingdings" panose="05000000000000000000" pitchFamily="2" charset="2"/>
              <a:buNone/>
              <a:defRPr/>
            </a:pPr>
            <a:r>
              <a:rPr lang="ru-RU" sz="1600" dirty="0"/>
              <a:t>+</a:t>
            </a:r>
            <a:r>
              <a:rPr lang="en-US" sz="1600" dirty="0"/>
              <a:t>───┬────────────────────────────────────────────┬──────</a:t>
            </a:r>
            <a:r>
              <a:rPr lang="ru-RU" sz="1600" dirty="0"/>
              <a:t> +</a:t>
            </a:r>
          </a:p>
          <a:p>
            <a:pPr indent="0">
              <a:lnSpc>
                <a:spcPct val="80000"/>
              </a:lnSpc>
              <a:spcBef>
                <a:spcPts val="0"/>
              </a:spcBef>
              <a:buFont typeface="Wingdings" panose="05000000000000000000" pitchFamily="2" charset="2"/>
              <a:buNone/>
              <a:defRPr/>
            </a:pPr>
            <a:r>
              <a:rPr lang="en-US" sz="1600" dirty="0"/>
              <a:t>    </a:t>
            </a:r>
            <a:r>
              <a:rPr lang="ru-RU" sz="1600" dirty="0"/>
              <a:t>  </a:t>
            </a:r>
            <a:r>
              <a:rPr lang="ru-RU" sz="1400" dirty="0"/>
              <a:t>    </a:t>
            </a:r>
            <a:r>
              <a:rPr lang="ru-RU" sz="1600" dirty="0"/>
              <a:t> </a:t>
            </a:r>
            <a:r>
              <a:rPr lang="en-US" sz="1600" dirty="0"/>
              <a:t>│      </a:t>
            </a:r>
            <a:r>
              <a:rPr lang="ru-RU" sz="1100" dirty="0"/>
              <a:t>  </a:t>
            </a:r>
            <a:r>
              <a:rPr lang="ru-RU" sz="1600" dirty="0"/>
              <a:t> </a:t>
            </a:r>
            <a:r>
              <a:rPr lang="en-US" sz="1600" dirty="0"/>
              <a:t>┌───────────────── , ───────────────┐    </a:t>
            </a:r>
            <a:r>
              <a:rPr lang="ru-RU" sz="1600" dirty="0"/>
              <a:t>   </a:t>
            </a:r>
            <a:r>
              <a:rPr lang="ru-RU" sz="1200" dirty="0"/>
              <a:t>  </a:t>
            </a:r>
            <a:r>
              <a:rPr lang="ru-RU" sz="1600" dirty="0"/>
              <a:t>  </a:t>
            </a:r>
            <a:r>
              <a:rPr lang="ru-RU" sz="1000" dirty="0"/>
              <a:t>  </a:t>
            </a:r>
            <a:r>
              <a:rPr lang="ru-RU" sz="1600" dirty="0"/>
              <a:t>  </a:t>
            </a:r>
            <a:r>
              <a:rPr lang="en-US" sz="1600" dirty="0"/>
              <a:t> │</a:t>
            </a:r>
            <a:endParaRPr lang="ru-RU" sz="1600" dirty="0"/>
          </a:p>
          <a:p>
            <a:pPr indent="0">
              <a:lnSpc>
                <a:spcPct val="80000"/>
              </a:lnSpc>
              <a:spcBef>
                <a:spcPts val="0"/>
              </a:spcBef>
              <a:buFont typeface="Wingdings" panose="05000000000000000000" pitchFamily="2" charset="2"/>
              <a:buNone/>
              <a:defRPr/>
            </a:pPr>
            <a:r>
              <a:rPr lang="en-US" sz="1600" dirty="0"/>
              <a:t>    </a:t>
            </a:r>
            <a:r>
              <a:rPr lang="ru-RU" sz="1600" dirty="0"/>
              <a:t>      </a:t>
            </a:r>
            <a:r>
              <a:rPr lang="en-US" sz="1600" dirty="0"/>
              <a:t>└─ ( ─── </a:t>
            </a:r>
            <a:r>
              <a:rPr lang="ru-RU" sz="1600" dirty="0"/>
              <a:t>аргумент</a:t>
            </a:r>
            <a:r>
              <a:rPr lang="en-US" sz="1600" dirty="0"/>
              <a:t> ──┬──────────┬── </a:t>
            </a:r>
            <a:r>
              <a:rPr lang="ru-RU" sz="1600" dirty="0"/>
              <a:t>тип</a:t>
            </a:r>
            <a:r>
              <a:rPr lang="en-US" sz="1600" dirty="0"/>
              <a:t>_</a:t>
            </a:r>
            <a:r>
              <a:rPr lang="ru-RU" sz="1600" dirty="0"/>
              <a:t>данных</a:t>
            </a:r>
            <a:r>
              <a:rPr lang="en-US" sz="1600" dirty="0"/>
              <a:t> ─┴── )</a:t>
            </a:r>
            <a:r>
              <a:rPr lang="ru-RU" sz="1600" dirty="0"/>
              <a:t> </a:t>
            </a:r>
            <a:r>
              <a:rPr lang="en-US" sz="1050" dirty="0"/>
              <a:t> </a:t>
            </a:r>
            <a:r>
              <a:rPr lang="en-US" sz="1600" dirty="0"/>
              <a:t>──┘</a:t>
            </a:r>
            <a:endParaRPr lang="ru-RU" sz="1600" dirty="0"/>
          </a:p>
          <a:p>
            <a:pPr indent="0">
              <a:lnSpc>
                <a:spcPct val="80000"/>
              </a:lnSpc>
              <a:spcBef>
                <a:spcPts val="0"/>
              </a:spcBef>
              <a:buFont typeface="Wingdings" panose="05000000000000000000" pitchFamily="2" charset="2"/>
              <a:buNone/>
              <a:defRPr/>
            </a:pPr>
            <a:r>
              <a:rPr lang="en-US" sz="1600" dirty="0"/>
              <a:t>                        </a:t>
            </a:r>
            <a:r>
              <a:rPr lang="ru-RU" sz="1600" dirty="0"/>
              <a:t>		  </a:t>
            </a:r>
            <a:r>
              <a:rPr lang="ru-RU" sz="1400" dirty="0"/>
              <a:t>   </a:t>
            </a:r>
            <a:r>
              <a:rPr lang="ru-RU" sz="1600" dirty="0"/>
              <a:t>  </a:t>
            </a:r>
            <a:r>
              <a:rPr lang="en-US" sz="1600" dirty="0"/>
              <a:t>├───</a:t>
            </a:r>
            <a:r>
              <a:rPr lang="ru-RU" sz="1600" dirty="0"/>
              <a:t>  </a:t>
            </a:r>
            <a:r>
              <a:rPr lang="en-US" sz="1600" dirty="0"/>
              <a:t> </a:t>
            </a:r>
            <a:r>
              <a:rPr lang="ru-RU" sz="1600" dirty="0"/>
              <a:t> </a:t>
            </a:r>
            <a:r>
              <a:rPr lang="en-US" sz="1600" dirty="0"/>
              <a:t>IN</a:t>
            </a:r>
            <a:r>
              <a:rPr lang="ru-RU" sz="2000" dirty="0"/>
              <a:t> </a:t>
            </a:r>
            <a:r>
              <a:rPr lang="en-US" sz="1600" dirty="0"/>
              <a:t> ───┤</a:t>
            </a:r>
            <a:endParaRPr lang="ru-RU" sz="1600" dirty="0"/>
          </a:p>
          <a:p>
            <a:pPr indent="0">
              <a:lnSpc>
                <a:spcPct val="80000"/>
              </a:lnSpc>
              <a:spcBef>
                <a:spcPts val="0"/>
              </a:spcBef>
              <a:buFont typeface="Wingdings" panose="05000000000000000000" pitchFamily="2" charset="2"/>
              <a:buNone/>
              <a:defRPr/>
            </a:pPr>
            <a:r>
              <a:rPr lang="en-US" sz="1600" dirty="0"/>
              <a:t>                       </a:t>
            </a:r>
            <a:r>
              <a:rPr lang="ru-RU" sz="1600" dirty="0"/>
              <a:t>                    </a:t>
            </a:r>
            <a:r>
              <a:rPr lang="ru-RU" sz="1200" dirty="0"/>
              <a:t>  </a:t>
            </a:r>
            <a:r>
              <a:rPr lang="ru-RU" sz="1600" dirty="0"/>
              <a:t>    </a:t>
            </a:r>
            <a:r>
              <a:rPr lang="en-US" sz="1600" dirty="0"/>
              <a:t>├─── OUT</a:t>
            </a:r>
            <a:r>
              <a:rPr lang="ru-RU" sz="1100" dirty="0"/>
              <a:t> </a:t>
            </a:r>
            <a:r>
              <a:rPr lang="en-US" sz="1100" dirty="0"/>
              <a:t> </a:t>
            </a:r>
            <a:r>
              <a:rPr lang="en-US" sz="1600" dirty="0"/>
              <a:t>───┤</a:t>
            </a:r>
            <a:endParaRPr lang="ru-RU" sz="1600" dirty="0"/>
          </a:p>
          <a:p>
            <a:pPr indent="0">
              <a:lnSpc>
                <a:spcPct val="80000"/>
              </a:lnSpc>
              <a:spcBef>
                <a:spcPts val="0"/>
              </a:spcBef>
              <a:buFont typeface="Wingdings" panose="05000000000000000000" pitchFamily="2" charset="2"/>
              <a:buNone/>
              <a:defRPr/>
            </a:pPr>
            <a:r>
              <a:rPr lang="en-US" sz="1600" dirty="0"/>
              <a:t>                   </a:t>
            </a:r>
            <a:r>
              <a:rPr lang="ru-RU" sz="1600" dirty="0"/>
              <a:t>                         </a:t>
            </a:r>
            <a:r>
              <a:rPr lang="en-US" sz="2000" dirty="0"/>
              <a:t> </a:t>
            </a:r>
            <a:r>
              <a:rPr lang="ru-RU" sz="2000" dirty="0"/>
              <a:t> </a:t>
            </a:r>
            <a:r>
              <a:rPr lang="en-US" sz="2000" dirty="0"/>
              <a:t> </a:t>
            </a:r>
            <a:r>
              <a:rPr lang="en-US" sz="1600" dirty="0"/>
              <a:t> └─── IN OUT </a:t>
            </a:r>
            <a:r>
              <a:rPr lang="ru-RU" sz="1600" dirty="0"/>
              <a:t> </a:t>
            </a:r>
            <a:r>
              <a:rPr lang="en-US" sz="1600" dirty="0"/>
              <a:t>─┘</a:t>
            </a:r>
            <a:endParaRPr lang="ru-RU" sz="1600" dirty="0"/>
          </a:p>
          <a:p>
            <a:pPr indent="0">
              <a:lnSpc>
                <a:spcPct val="80000"/>
              </a:lnSpc>
              <a:spcBef>
                <a:spcPts val="0"/>
              </a:spcBef>
              <a:buFont typeface="Wingdings" panose="05000000000000000000" pitchFamily="2" charset="2"/>
              <a:buNone/>
              <a:defRPr/>
            </a:pPr>
            <a:r>
              <a:rPr lang="ru-RU" sz="1600" dirty="0"/>
              <a:t>+</a:t>
            </a:r>
            <a:r>
              <a:rPr lang="en-US" sz="1600" dirty="0"/>
              <a:t>─────┬─ </a:t>
            </a:r>
            <a:r>
              <a:rPr lang="ru-RU" sz="1600" dirty="0"/>
              <a:t> </a:t>
            </a:r>
            <a:r>
              <a:rPr lang="en-US" sz="1600" dirty="0"/>
              <a:t>IS </a:t>
            </a:r>
            <a:r>
              <a:rPr lang="ru-RU" sz="1600" dirty="0"/>
              <a:t> </a:t>
            </a:r>
            <a:r>
              <a:rPr lang="en-US" sz="1600" dirty="0"/>
              <a:t>─┬─ </a:t>
            </a:r>
            <a:r>
              <a:rPr lang="ru-RU" sz="1600" dirty="0"/>
              <a:t>тело</a:t>
            </a:r>
            <a:r>
              <a:rPr lang="en-US" sz="1600" dirty="0"/>
              <a:t>_</a:t>
            </a:r>
            <a:r>
              <a:rPr lang="ru-RU" sz="1600" dirty="0"/>
              <a:t>подпрограммы</a:t>
            </a:r>
            <a:r>
              <a:rPr lang="en-US" sz="1600" dirty="0"/>
              <a:t>_pl/</a:t>
            </a:r>
            <a:r>
              <a:rPr lang="en-US" sz="1600" dirty="0" err="1"/>
              <a:t>sql</a:t>
            </a:r>
            <a:r>
              <a:rPr lang="en-US" sz="1600" dirty="0"/>
              <a:t> ─────────────────────────</a:t>
            </a:r>
            <a:endParaRPr lang="ru-RU" sz="1600" dirty="0"/>
          </a:p>
          <a:p>
            <a:pPr indent="0">
              <a:lnSpc>
                <a:spcPct val="80000"/>
              </a:lnSpc>
              <a:spcBef>
                <a:spcPts val="0"/>
              </a:spcBef>
              <a:buFont typeface="Wingdings" panose="05000000000000000000" pitchFamily="2" charset="2"/>
              <a:buNone/>
              <a:defRPr/>
            </a:pPr>
            <a:r>
              <a:rPr lang="en-US" sz="1600" dirty="0"/>
              <a:t>     </a:t>
            </a:r>
            <a:r>
              <a:rPr lang="ru-RU" sz="1600" dirty="0"/>
              <a:t>    </a:t>
            </a:r>
            <a:r>
              <a:rPr lang="ru-RU" sz="1800" dirty="0"/>
              <a:t>    </a:t>
            </a:r>
            <a:r>
              <a:rPr lang="ru-RU" sz="1600" dirty="0"/>
              <a:t> </a:t>
            </a:r>
            <a:r>
              <a:rPr lang="en-US" sz="1600" dirty="0"/>
              <a:t> </a:t>
            </a:r>
            <a:r>
              <a:rPr lang="ru-RU" sz="1600" dirty="0"/>
              <a:t>└─ AS ─┘</a:t>
            </a:r>
          </a:p>
          <a:p>
            <a:pPr indent="0">
              <a:lnSpc>
                <a:spcPct val="80000"/>
              </a:lnSpc>
              <a:spcBef>
                <a:spcPts val="0"/>
              </a:spcBef>
              <a:buFont typeface="Wingdings" panose="05000000000000000000" pitchFamily="2" charset="2"/>
              <a:buNone/>
              <a:defRPr/>
            </a:pPr>
            <a:endParaRPr lang="ru-RU" sz="1600" dirty="0"/>
          </a:p>
          <a:p>
            <a:pPr marL="252000" indent="-252000">
              <a:spcBef>
                <a:spcPts val="0"/>
              </a:spcBef>
              <a:buFont typeface="Wingdings" panose="05000000000000000000" pitchFamily="2" charset="2"/>
              <a:buChar char="q"/>
              <a:defRPr/>
            </a:pPr>
            <a:r>
              <a:rPr lang="ru-RU" sz="2000" dirty="0"/>
              <a:t>OR REPLACE   заменяет процедуру, если она уже существует. </a:t>
            </a:r>
          </a:p>
          <a:p>
            <a:pPr marL="252000" indent="-252000">
              <a:spcBef>
                <a:spcPts val="0"/>
              </a:spcBef>
              <a:buFont typeface="Wingdings" panose="05000000000000000000" pitchFamily="2" charset="2"/>
              <a:buChar char="q"/>
              <a:defRPr/>
            </a:pPr>
            <a:r>
              <a:rPr lang="ru-RU" sz="2000" dirty="0"/>
              <a:t>Используются следующие виды параметров: </a:t>
            </a:r>
          </a:p>
          <a:p>
            <a:pPr marL="652050" lvl="1" indent="-252000">
              <a:spcBef>
                <a:spcPts val="0"/>
              </a:spcBef>
              <a:buClr>
                <a:srgbClr val="C00000"/>
              </a:buClr>
              <a:buFont typeface="Wingdings" panose="05000000000000000000" pitchFamily="2" charset="2"/>
              <a:buChar char="Ø"/>
              <a:defRPr/>
            </a:pPr>
            <a:r>
              <a:rPr lang="ru-RU" sz="1600" dirty="0" err="1"/>
              <a:t>input</a:t>
            </a:r>
            <a:r>
              <a:rPr lang="ru-RU" sz="1600" dirty="0"/>
              <a:t> (входной), </a:t>
            </a:r>
          </a:p>
          <a:p>
            <a:pPr marL="652050" lvl="1" indent="-252000">
              <a:spcBef>
                <a:spcPts val="0"/>
              </a:spcBef>
              <a:buClr>
                <a:srgbClr val="C00000"/>
              </a:buClr>
              <a:buFont typeface="Wingdings" panose="05000000000000000000" pitchFamily="2" charset="2"/>
              <a:buChar char="Ø"/>
              <a:defRPr/>
            </a:pPr>
            <a:r>
              <a:rPr lang="ru-RU" sz="1600" dirty="0" err="1"/>
              <a:t>output</a:t>
            </a:r>
            <a:r>
              <a:rPr lang="ru-RU" sz="1600" dirty="0"/>
              <a:t> (выходной), </a:t>
            </a:r>
          </a:p>
          <a:p>
            <a:pPr marL="652050" lvl="1" indent="-252000">
              <a:spcBef>
                <a:spcPts val="0"/>
              </a:spcBef>
              <a:buClr>
                <a:srgbClr val="C00000"/>
              </a:buClr>
              <a:buFont typeface="Wingdings" panose="05000000000000000000" pitchFamily="2" charset="2"/>
              <a:buChar char="Ø"/>
              <a:defRPr/>
            </a:pPr>
            <a:r>
              <a:rPr lang="ru-RU" sz="1600" dirty="0" err="1"/>
              <a:t>input</a:t>
            </a:r>
            <a:r>
              <a:rPr lang="ru-RU" sz="1600" dirty="0"/>
              <a:t> и </a:t>
            </a:r>
            <a:r>
              <a:rPr lang="ru-RU" sz="1600" dirty="0" err="1"/>
              <a:t>output</a:t>
            </a:r>
            <a:r>
              <a:rPr lang="ru-RU" sz="1600" dirty="0"/>
              <a:t> (входной и выходной) </a:t>
            </a:r>
          </a:p>
          <a:p>
            <a:pPr marL="652050" lvl="1" indent="-252000">
              <a:spcBef>
                <a:spcPts val="0"/>
              </a:spcBef>
              <a:buClr>
                <a:srgbClr val="C00000"/>
              </a:buClr>
              <a:buFont typeface="Wingdings" panose="05000000000000000000" pitchFamily="2" charset="2"/>
              <a:buChar char="Ø"/>
              <a:defRPr/>
            </a:pPr>
            <a:r>
              <a:rPr lang="ru-RU" sz="1600" dirty="0"/>
              <a:t>либо </a:t>
            </a:r>
            <a:r>
              <a:rPr lang="ru-RU" sz="1600" dirty="0" err="1"/>
              <a:t>none</a:t>
            </a:r>
            <a:r>
              <a:rPr lang="ru-RU" sz="1600" dirty="0"/>
              <a:t> (без параметров)</a:t>
            </a:r>
          </a:p>
        </p:txBody>
      </p:sp>
      <p:sp>
        <p:nvSpPr>
          <p:cNvPr id="25603" name="Номер слайда 3">
            <a:extLst>
              <a:ext uri="{FF2B5EF4-FFF2-40B4-BE49-F238E27FC236}">
                <a16:creationId xmlns:a16="http://schemas.microsoft.com/office/drawing/2014/main" id="{553A1585-E92D-48CC-98EF-0565AE3304B6}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20000"/>
              </a:spcBef>
              <a:buClr>
                <a:schemeClr val="bg2"/>
              </a:buClr>
              <a:buSzPct val="75000"/>
              <a:buFont typeface="Wingdings" panose="05000000000000000000" pitchFamily="2" charset="2"/>
              <a:buChar char="n"/>
              <a:defRPr sz="32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lr>
                <a:schemeClr val="accent2"/>
              </a:buClr>
              <a:buSzPct val="80000"/>
              <a:buFont typeface="Wingdings" panose="05000000000000000000" pitchFamily="2" charset="2"/>
              <a:buChar char="¨"/>
              <a:defRPr sz="28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lr>
                <a:schemeClr val="bg2"/>
              </a:buClr>
              <a:buSzPct val="65000"/>
              <a:buFont typeface="Wingdings" panose="05000000000000000000" pitchFamily="2" charset="2"/>
              <a:buChar char="n"/>
              <a:defRPr sz="24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70000"/>
              <a:buFont typeface="Wingdings" panose="05000000000000000000" pitchFamily="2" charset="2"/>
              <a:buChar char="¨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lr>
                <a:schemeClr val="bg2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>
              <a:spcBef>
                <a:spcPct val="0"/>
              </a:spcBef>
              <a:buClrTx/>
              <a:buSzTx/>
              <a:buFontTx/>
              <a:buNone/>
            </a:pPr>
            <a:fld id="{F9ECC080-D00E-4443-BB87-D692E7DD61E2}" type="slidenum">
              <a:rPr lang="ru-RU" altLang="ru-RU" sz="1200" smtClean="0">
                <a:latin typeface="Arial Black" panose="020B0A04020102020204" pitchFamily="34" charset="0"/>
              </a:rPr>
              <a:pPr>
                <a:spcBef>
                  <a:spcPct val="0"/>
                </a:spcBef>
                <a:buClrTx/>
                <a:buSzTx/>
                <a:buFontTx/>
                <a:buNone/>
              </a:pPr>
              <a:t>23</a:t>
            </a:fld>
            <a:endParaRPr lang="ru-RU" altLang="ru-RU" sz="1200">
              <a:latin typeface="Arial Black" panose="020B0A04020102020204" pitchFamily="34" charset="0"/>
            </a:endParaRPr>
          </a:p>
        </p:txBody>
      </p:sp>
      <p:sp>
        <p:nvSpPr>
          <p:cNvPr id="25604" name="Rectangle 2">
            <a:extLst>
              <a:ext uri="{FF2B5EF4-FFF2-40B4-BE49-F238E27FC236}">
                <a16:creationId xmlns:a16="http://schemas.microsoft.com/office/drawing/2014/main" id="{AB835FBE-CA53-4DB8-86EB-B27F947046AC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539750" y="115888"/>
            <a:ext cx="8229600" cy="649287"/>
          </a:xfrm>
        </p:spPr>
        <p:txBody>
          <a:bodyPr/>
          <a:lstStyle/>
          <a:p>
            <a:pPr algn="ctr"/>
            <a:r>
              <a:rPr lang="ru-RU" altLang="ru-RU" sz="3200">
                <a:solidFill>
                  <a:schemeClr val="bg2"/>
                </a:solidFill>
              </a:rPr>
              <a:t>Синтаксис описания хранимых процедур</a:t>
            </a: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7" dur="500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 nodeType="clickPar">
                      <p:stCondLst>
                        <p:cond delay="indefinite"/>
                      </p:stCondLst>
                      <p:childTnLst>
                        <p:par>
                          <p:cTn id="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2" dur="500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 nodeType="clickPar">
                      <p:stCondLst>
                        <p:cond delay="indefinite"/>
                      </p:stCondLst>
                      <p:childTnLst>
                        <p:par>
                          <p:cTn id="1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5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7" dur="500"/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 nodeType="clickPar">
                      <p:stCondLst>
                        <p:cond delay="indefinite"/>
                      </p:stCondLst>
                      <p:childTnLst>
                        <p:par>
                          <p:cTn id="1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0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22" dur="500"/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 nodeType="clickPar">
                      <p:stCondLst>
                        <p:cond delay="indefinite"/>
                      </p:stCondLst>
                      <p:childTnLst>
                        <p:par>
                          <p:cTn id="2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5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27" dur="500"/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 nodeType="clickPar">
                      <p:stCondLst>
                        <p:cond delay="indefinite"/>
                      </p:stCondLst>
                      <p:childTnLst>
                        <p:par>
                          <p:cTn id="2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30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32" dur="500"/>
                                        <p:tgtEl>
                                          <p:spTgt spid="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 nodeType="clickPar">
                      <p:stCondLst>
                        <p:cond delay="indefinite"/>
                      </p:stCondLst>
                      <p:childTnLst>
                        <p:par>
                          <p:cTn id="3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35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37" dur="500"/>
                                        <p:tgtEl>
                                          <p:spTgt spid="3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 nodeType="clickPar">
                      <p:stCondLst>
                        <p:cond delay="indefinite"/>
                      </p:stCondLst>
                      <p:childTnLst>
                        <p:par>
                          <p:cTn id="3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40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42" dur="500"/>
                                        <p:tgtEl>
                                          <p:spTgt spid="3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 nodeType="clickPar">
                      <p:stCondLst>
                        <p:cond delay="indefinite"/>
                      </p:stCondLst>
                      <p:childTnLst>
                        <p:par>
                          <p:cTn id="4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45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1" end="1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47" dur="500"/>
                                        <p:tgtEl>
                                          <p:spTgt spid="3">
                                            <p:txEl>
                                              <p:pRg st="11" end="1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 nodeType="clickPar">
                      <p:stCondLst>
                        <p:cond delay="indefinite"/>
                      </p:stCondLst>
                      <p:childTnLst>
                        <p:par>
                          <p:cTn id="4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0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2" end="1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52" dur="500"/>
                                        <p:tgtEl>
                                          <p:spTgt spid="3">
                                            <p:txEl>
                                              <p:pRg st="12" end="1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3" fill="hold" nodeType="clickPar">
                      <p:stCondLst>
                        <p:cond delay="indefinite"/>
                      </p:stCondLst>
                      <p:childTnLst>
                        <p:par>
                          <p:cTn id="5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5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3" end="1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57" dur="500"/>
                                        <p:tgtEl>
                                          <p:spTgt spid="3">
                                            <p:txEl>
                                              <p:pRg st="13" end="1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8" fill="hold" nodeType="clickPar">
                      <p:stCondLst>
                        <p:cond delay="indefinite"/>
                      </p:stCondLst>
                      <p:childTnLst>
                        <p:par>
                          <p:cTn id="5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60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5" end="1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62" dur="500"/>
                                        <p:tgtEl>
                                          <p:spTgt spid="3">
                                            <p:txEl>
                                              <p:pRg st="15" end="1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3" fill="hold" nodeType="clickPar">
                      <p:stCondLst>
                        <p:cond delay="indefinite"/>
                      </p:stCondLst>
                      <p:childTnLst>
                        <p:par>
                          <p:cTn id="6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65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6" end="1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67" dur="500"/>
                                        <p:tgtEl>
                                          <p:spTgt spid="3">
                                            <p:txEl>
                                              <p:pRg st="16" end="1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8" presetID="2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7" end="1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70" dur="500"/>
                                        <p:tgtEl>
                                          <p:spTgt spid="3">
                                            <p:txEl>
                                              <p:pRg st="17" end="17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71" presetID="2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8" end="1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73" dur="500"/>
                                        <p:tgtEl>
                                          <p:spTgt spid="3">
                                            <p:txEl>
                                              <p:pRg st="18" end="18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74" presetID="2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9" end="1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76" dur="500"/>
                                        <p:tgtEl>
                                          <p:spTgt spid="3">
                                            <p:txEl>
                                              <p:pRg st="19" end="19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77" presetID="2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0" end="2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79" dur="500"/>
                                        <p:tgtEl>
                                          <p:spTgt spid="3">
                                            <p:txEl>
                                              <p:pRg st="20" end="2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build="p"/>
    </p:bldLst>
  </p:timing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Объект 2">
            <a:extLst>
              <a:ext uri="{FF2B5EF4-FFF2-40B4-BE49-F238E27FC236}">
                <a16:creationId xmlns:a16="http://schemas.microsoft.com/office/drawing/2014/main" id="{3594DDFA-8083-41E2-ADC3-F118F6CA4678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0" y="714375"/>
            <a:ext cx="9036050" cy="6143625"/>
          </a:xfrm>
        </p:spPr>
        <p:txBody>
          <a:bodyPr>
            <a:normAutofit fontScale="62500" lnSpcReduction="20000"/>
          </a:bodyPr>
          <a:lstStyle/>
          <a:p>
            <a:pPr>
              <a:lnSpc>
                <a:spcPct val="120000"/>
              </a:lnSpc>
              <a:buFont typeface="Wingdings" panose="05000000000000000000" pitchFamily="2" charset="2"/>
              <a:buNone/>
              <a:defRPr/>
            </a:pPr>
            <a:r>
              <a:rPr lang="en-US" dirty="0"/>
              <a:t>EXEC SQL </a:t>
            </a:r>
            <a:endParaRPr lang="ru-RU" dirty="0"/>
          </a:p>
          <a:p>
            <a:pPr>
              <a:lnSpc>
                <a:spcPct val="120000"/>
              </a:lnSpc>
              <a:buFont typeface="Wingdings" panose="05000000000000000000" pitchFamily="2" charset="2"/>
              <a:buNone/>
              <a:defRPr/>
            </a:pPr>
            <a:r>
              <a:rPr lang="ru-RU" b="1" dirty="0"/>
              <a:t>	</a:t>
            </a:r>
            <a:r>
              <a:rPr lang="en-US" b="1" dirty="0"/>
              <a:t>CREATE PROCEDURE</a:t>
            </a:r>
            <a:r>
              <a:rPr lang="en-US" dirty="0"/>
              <a:t> </a:t>
            </a:r>
            <a:r>
              <a:rPr lang="ru-RU" dirty="0" err="1"/>
              <a:t>удалить_курс</a:t>
            </a:r>
            <a:r>
              <a:rPr lang="ru-RU" dirty="0"/>
              <a:t> </a:t>
            </a:r>
          </a:p>
          <a:p>
            <a:pPr>
              <a:lnSpc>
                <a:spcPct val="120000"/>
              </a:lnSpc>
              <a:buFont typeface="Wingdings" panose="05000000000000000000" pitchFamily="2" charset="2"/>
              <a:buNone/>
              <a:defRPr/>
            </a:pPr>
            <a:r>
              <a:rPr lang="ru-RU" dirty="0"/>
              <a:t>		(</a:t>
            </a:r>
            <a:r>
              <a:rPr lang="en-US" b="1" dirty="0"/>
              <a:t>IN</a:t>
            </a:r>
            <a:r>
              <a:rPr lang="en-US" dirty="0"/>
              <a:t> </a:t>
            </a:r>
            <a:r>
              <a:rPr lang="ru-RU" dirty="0" err="1"/>
              <a:t>ид_студента</a:t>
            </a:r>
            <a:r>
              <a:rPr lang="ru-RU" dirty="0"/>
              <a:t> </a:t>
            </a:r>
            <a:r>
              <a:rPr lang="en-US" dirty="0"/>
              <a:t>CHAR (6), </a:t>
            </a:r>
            <a:endParaRPr lang="ru-RU" dirty="0"/>
          </a:p>
          <a:p>
            <a:pPr>
              <a:lnSpc>
                <a:spcPct val="120000"/>
              </a:lnSpc>
              <a:buFont typeface="Wingdings" panose="05000000000000000000" pitchFamily="2" charset="2"/>
              <a:buNone/>
              <a:defRPr/>
            </a:pPr>
            <a:r>
              <a:rPr lang="ru-RU" b="1" dirty="0"/>
              <a:t>		</a:t>
            </a:r>
            <a:r>
              <a:rPr lang="en-US" b="1" dirty="0"/>
              <a:t>IN</a:t>
            </a:r>
            <a:r>
              <a:rPr lang="en-US" dirty="0"/>
              <a:t> </a:t>
            </a:r>
            <a:r>
              <a:rPr lang="ru-RU" dirty="0" err="1"/>
              <a:t>ид_курса</a:t>
            </a:r>
            <a:r>
              <a:rPr lang="ru-RU" dirty="0"/>
              <a:t> </a:t>
            </a:r>
            <a:r>
              <a:rPr lang="en-US" dirty="0"/>
              <a:t>CHAR (6), </a:t>
            </a:r>
            <a:endParaRPr lang="ru-RU" dirty="0"/>
          </a:p>
          <a:p>
            <a:pPr>
              <a:lnSpc>
                <a:spcPct val="120000"/>
              </a:lnSpc>
              <a:buFont typeface="Wingdings" panose="05000000000000000000" pitchFamily="2" charset="2"/>
              <a:buNone/>
              <a:defRPr/>
            </a:pPr>
            <a:r>
              <a:rPr lang="ru-RU" b="1" dirty="0"/>
              <a:t>		</a:t>
            </a:r>
            <a:r>
              <a:rPr lang="en-US" b="1" dirty="0"/>
              <a:t>OUT</a:t>
            </a:r>
            <a:r>
              <a:rPr lang="en-US" dirty="0"/>
              <a:t> </a:t>
            </a:r>
            <a:r>
              <a:rPr lang="ru-RU" dirty="0" err="1"/>
              <a:t>строка_расшифровки</a:t>
            </a:r>
            <a:r>
              <a:rPr lang="ru-RU" dirty="0"/>
              <a:t> </a:t>
            </a:r>
            <a:r>
              <a:rPr lang="en-US" dirty="0"/>
              <a:t>CHAR (80)) </a:t>
            </a:r>
            <a:endParaRPr lang="ru-RU" dirty="0"/>
          </a:p>
          <a:p>
            <a:pPr>
              <a:lnSpc>
                <a:spcPct val="120000"/>
              </a:lnSpc>
              <a:buFont typeface="Wingdings" panose="05000000000000000000" pitchFamily="2" charset="2"/>
              <a:buNone/>
              <a:defRPr/>
            </a:pPr>
            <a:r>
              <a:rPr lang="ru-RU" dirty="0"/>
              <a:t>		</a:t>
            </a:r>
            <a:r>
              <a:rPr lang="en-US" dirty="0"/>
              <a:t>BEGIN </a:t>
            </a:r>
            <a:r>
              <a:rPr lang="ru-RU" dirty="0"/>
              <a:t> </a:t>
            </a:r>
            <a:r>
              <a:rPr lang="en-US" dirty="0"/>
              <a:t>ATOMIC </a:t>
            </a:r>
            <a:endParaRPr lang="ru-RU" dirty="0"/>
          </a:p>
          <a:p>
            <a:pPr>
              <a:lnSpc>
                <a:spcPct val="120000"/>
              </a:lnSpc>
              <a:buFont typeface="Wingdings" panose="05000000000000000000" pitchFamily="2" charset="2"/>
              <a:buNone/>
              <a:defRPr/>
            </a:pPr>
            <a:r>
              <a:rPr lang="ru-RU" dirty="0"/>
              <a:t>		</a:t>
            </a:r>
            <a:r>
              <a:rPr lang="en-US" dirty="0"/>
              <a:t>DELETE </a:t>
            </a:r>
            <a:r>
              <a:rPr lang="ru-RU" dirty="0"/>
              <a:t> </a:t>
            </a:r>
            <a:r>
              <a:rPr lang="en-US" dirty="0"/>
              <a:t>FROM </a:t>
            </a:r>
            <a:r>
              <a:rPr lang="ru-RU" dirty="0" err="1"/>
              <a:t>регистрационные_записи</a:t>
            </a:r>
            <a:r>
              <a:rPr lang="ru-RU" dirty="0"/>
              <a:t> </a:t>
            </a:r>
          </a:p>
          <a:p>
            <a:pPr>
              <a:lnSpc>
                <a:spcPct val="120000"/>
              </a:lnSpc>
              <a:buFont typeface="Wingdings" panose="05000000000000000000" pitchFamily="2" charset="2"/>
              <a:buNone/>
              <a:defRPr/>
            </a:pPr>
            <a:r>
              <a:rPr lang="ru-RU" dirty="0"/>
              <a:t>			     </a:t>
            </a:r>
            <a:r>
              <a:rPr lang="en-US" dirty="0"/>
              <a:t>WHERE </a:t>
            </a:r>
            <a:r>
              <a:rPr lang="ru-RU" dirty="0"/>
              <a:t>студент = </a:t>
            </a:r>
            <a:r>
              <a:rPr lang="ru-RU" dirty="0" err="1"/>
              <a:t>ид_студента</a:t>
            </a:r>
            <a:endParaRPr lang="ru-RU" dirty="0"/>
          </a:p>
          <a:p>
            <a:pPr>
              <a:lnSpc>
                <a:spcPct val="120000"/>
              </a:lnSpc>
              <a:buFont typeface="Wingdings" panose="05000000000000000000" pitchFamily="2" charset="2"/>
              <a:buNone/>
              <a:defRPr/>
            </a:pPr>
            <a:r>
              <a:rPr lang="ru-RU" dirty="0"/>
              <a:t>					</a:t>
            </a:r>
            <a:r>
              <a:rPr lang="en-US" dirty="0"/>
              <a:t>AND </a:t>
            </a:r>
            <a:r>
              <a:rPr lang="ru-RU" dirty="0"/>
              <a:t>курс = </a:t>
            </a:r>
            <a:r>
              <a:rPr lang="ru-RU" dirty="0" err="1"/>
              <a:t>ид_курса</a:t>
            </a:r>
            <a:r>
              <a:rPr lang="ru-RU" dirty="0"/>
              <a:t>; </a:t>
            </a:r>
          </a:p>
          <a:p>
            <a:pPr>
              <a:lnSpc>
                <a:spcPct val="120000"/>
              </a:lnSpc>
              <a:buFont typeface="Wingdings" panose="05000000000000000000" pitchFamily="2" charset="2"/>
              <a:buNone/>
              <a:defRPr/>
            </a:pPr>
            <a:r>
              <a:rPr lang="ru-RU" dirty="0"/>
              <a:t>			     </a:t>
            </a:r>
            <a:r>
              <a:rPr lang="en-US" dirty="0"/>
              <a:t>INSERT INTO </a:t>
            </a:r>
            <a:r>
              <a:rPr lang="ru-RU" dirty="0"/>
              <a:t>расшифровка </a:t>
            </a:r>
          </a:p>
          <a:p>
            <a:pPr>
              <a:lnSpc>
                <a:spcPct val="120000"/>
              </a:lnSpc>
              <a:buFont typeface="Wingdings" panose="05000000000000000000" pitchFamily="2" charset="2"/>
              <a:buNone/>
              <a:defRPr/>
            </a:pPr>
            <a:r>
              <a:rPr lang="ru-RU" dirty="0"/>
              <a:t>				</a:t>
            </a:r>
            <a:r>
              <a:rPr lang="en-US" dirty="0"/>
              <a:t>VALUES ( </a:t>
            </a:r>
            <a:r>
              <a:rPr lang="ru-RU" dirty="0" err="1"/>
              <a:t>ид_студента</a:t>
            </a:r>
            <a:r>
              <a:rPr lang="ru-RU" dirty="0"/>
              <a:t>, </a:t>
            </a:r>
            <a:r>
              <a:rPr lang="en-US" dirty="0"/>
              <a:t>CURRENT_DATE, </a:t>
            </a:r>
            <a:r>
              <a:rPr lang="ru-RU" dirty="0"/>
              <a:t>							</a:t>
            </a:r>
            <a:r>
              <a:rPr lang="ru-RU" dirty="0" err="1"/>
              <a:t>ид_курса</a:t>
            </a:r>
            <a:r>
              <a:rPr lang="ru-RU" dirty="0"/>
              <a:t> || ' удален' ); </a:t>
            </a:r>
          </a:p>
          <a:p>
            <a:pPr>
              <a:lnSpc>
                <a:spcPct val="120000"/>
              </a:lnSpc>
              <a:buFont typeface="Wingdings" panose="05000000000000000000" pitchFamily="2" charset="2"/>
              <a:buNone/>
              <a:defRPr/>
            </a:pPr>
            <a:r>
              <a:rPr lang="ru-RU" dirty="0"/>
              <a:t>			   </a:t>
            </a:r>
            <a:r>
              <a:rPr lang="en-US" dirty="0"/>
              <a:t>SET </a:t>
            </a:r>
            <a:r>
              <a:rPr lang="ru-RU" dirty="0" err="1"/>
              <a:t>строка_расшифровки</a:t>
            </a:r>
            <a:r>
              <a:rPr lang="ru-RU" dirty="0"/>
              <a:t> = </a:t>
            </a:r>
            <a:r>
              <a:rPr lang="ru-RU" dirty="0" err="1"/>
              <a:t>ид_курса</a:t>
            </a:r>
            <a:r>
              <a:rPr lang="ru-RU" dirty="0"/>
              <a:t> || ' удален'; </a:t>
            </a:r>
          </a:p>
          <a:p>
            <a:pPr>
              <a:lnSpc>
                <a:spcPct val="120000"/>
              </a:lnSpc>
              <a:buFont typeface="Wingdings" panose="05000000000000000000" pitchFamily="2" charset="2"/>
              <a:buNone/>
              <a:defRPr/>
            </a:pPr>
            <a:r>
              <a:rPr lang="ru-RU" dirty="0"/>
              <a:t>	</a:t>
            </a:r>
            <a:r>
              <a:rPr lang="en-US" dirty="0"/>
              <a:t>END; </a:t>
            </a:r>
            <a:endParaRPr lang="ru-RU" dirty="0"/>
          </a:p>
          <a:p>
            <a:pPr>
              <a:lnSpc>
                <a:spcPct val="120000"/>
              </a:lnSpc>
              <a:buFont typeface="Wingdings" panose="05000000000000000000" pitchFamily="2" charset="2"/>
              <a:buNone/>
              <a:defRPr/>
            </a:pPr>
            <a:r>
              <a:rPr lang="en-US" dirty="0"/>
              <a:t>EXEC SQL /* </a:t>
            </a:r>
            <a:r>
              <a:rPr lang="ru-RU" dirty="0"/>
              <a:t>Приложение на включающем языке */ </a:t>
            </a:r>
          </a:p>
          <a:p>
            <a:pPr>
              <a:lnSpc>
                <a:spcPct val="120000"/>
              </a:lnSpc>
              <a:buFont typeface="Wingdings" panose="05000000000000000000" pitchFamily="2" charset="2"/>
              <a:buNone/>
              <a:defRPr/>
            </a:pPr>
            <a:r>
              <a:rPr lang="en-US" b="1" dirty="0"/>
              <a:t>CALL </a:t>
            </a:r>
            <a:r>
              <a:rPr lang="ru-RU" b="1" dirty="0" err="1"/>
              <a:t>удалить_курс</a:t>
            </a:r>
            <a:r>
              <a:rPr lang="ru-RU" b="1" dirty="0"/>
              <a:t> ( ... );</a:t>
            </a:r>
            <a:endParaRPr lang="ru-RU" dirty="0"/>
          </a:p>
        </p:txBody>
      </p:sp>
      <p:sp>
        <p:nvSpPr>
          <p:cNvPr id="26627" name="Номер слайда 3">
            <a:extLst>
              <a:ext uri="{FF2B5EF4-FFF2-40B4-BE49-F238E27FC236}">
                <a16:creationId xmlns:a16="http://schemas.microsoft.com/office/drawing/2014/main" id="{939A9CE5-FFBB-44C2-BE3A-8737ABB71B8C}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20000"/>
              </a:spcBef>
              <a:buClr>
                <a:schemeClr val="bg2"/>
              </a:buClr>
              <a:buSzPct val="75000"/>
              <a:buFont typeface="Wingdings" panose="05000000000000000000" pitchFamily="2" charset="2"/>
              <a:buChar char="n"/>
              <a:defRPr sz="32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lr>
                <a:schemeClr val="accent2"/>
              </a:buClr>
              <a:buSzPct val="80000"/>
              <a:buFont typeface="Wingdings" panose="05000000000000000000" pitchFamily="2" charset="2"/>
              <a:buChar char="¨"/>
              <a:defRPr sz="28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lr>
                <a:schemeClr val="bg2"/>
              </a:buClr>
              <a:buSzPct val="65000"/>
              <a:buFont typeface="Wingdings" panose="05000000000000000000" pitchFamily="2" charset="2"/>
              <a:buChar char="n"/>
              <a:defRPr sz="24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70000"/>
              <a:buFont typeface="Wingdings" panose="05000000000000000000" pitchFamily="2" charset="2"/>
              <a:buChar char="¨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lr>
                <a:schemeClr val="bg2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>
              <a:spcBef>
                <a:spcPct val="0"/>
              </a:spcBef>
              <a:buClrTx/>
              <a:buSzTx/>
              <a:buFontTx/>
              <a:buNone/>
            </a:pPr>
            <a:fld id="{C33ACD2E-39E0-4A10-8C52-0F3CA8BE11E2}" type="slidenum">
              <a:rPr lang="ru-RU" altLang="ru-RU" sz="1200" smtClean="0">
                <a:latin typeface="Arial Black" panose="020B0A04020102020204" pitchFamily="34" charset="0"/>
              </a:rPr>
              <a:pPr>
                <a:spcBef>
                  <a:spcPct val="0"/>
                </a:spcBef>
                <a:buClrTx/>
                <a:buSzTx/>
                <a:buFontTx/>
                <a:buNone/>
              </a:pPr>
              <a:t>24</a:t>
            </a:fld>
            <a:endParaRPr lang="ru-RU" altLang="ru-RU" sz="1200">
              <a:latin typeface="Arial Black" panose="020B0A04020102020204" pitchFamily="34" charset="0"/>
            </a:endParaRPr>
          </a:p>
        </p:txBody>
      </p:sp>
      <p:sp>
        <p:nvSpPr>
          <p:cNvPr id="26628" name="Rectangle 2">
            <a:extLst>
              <a:ext uri="{FF2B5EF4-FFF2-40B4-BE49-F238E27FC236}">
                <a16:creationId xmlns:a16="http://schemas.microsoft.com/office/drawing/2014/main" id="{146F92B8-74FC-444B-9AD0-6F324EBA5CE3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457200" y="71438"/>
            <a:ext cx="8229600" cy="738187"/>
          </a:xfrm>
        </p:spPr>
        <p:txBody>
          <a:bodyPr/>
          <a:lstStyle/>
          <a:p>
            <a:pPr algn="ctr"/>
            <a:r>
              <a:rPr lang="ru-RU" altLang="ru-RU" sz="3600">
                <a:solidFill>
                  <a:schemeClr val="bg2"/>
                </a:solidFill>
              </a:rPr>
              <a:t>Хранимые процедуры. Пример.</a:t>
            </a: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7" dur="500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 nodeType="clickPar">
                      <p:stCondLst>
                        <p:cond delay="indefinite"/>
                      </p:stCondLst>
                      <p:childTnLst>
                        <p:par>
                          <p:cTn id="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2" dur="500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 nodeType="clickPar">
                      <p:stCondLst>
                        <p:cond delay="indefinite"/>
                      </p:stCondLst>
                      <p:childTnLst>
                        <p:par>
                          <p:cTn id="1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5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7" dur="500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 nodeType="clickPar">
                      <p:stCondLst>
                        <p:cond delay="indefinite"/>
                      </p:stCondLst>
                      <p:childTnLst>
                        <p:par>
                          <p:cTn id="1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0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22" dur="500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 nodeType="clickPar">
                      <p:stCondLst>
                        <p:cond delay="indefinite"/>
                      </p:stCondLst>
                      <p:childTnLst>
                        <p:par>
                          <p:cTn id="2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5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27" dur="500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 nodeType="clickPar">
                      <p:stCondLst>
                        <p:cond delay="indefinite"/>
                      </p:stCondLst>
                      <p:childTnLst>
                        <p:par>
                          <p:cTn id="2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30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32" dur="500"/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 nodeType="clickPar">
                      <p:stCondLst>
                        <p:cond delay="indefinite"/>
                      </p:stCondLst>
                      <p:childTnLst>
                        <p:par>
                          <p:cTn id="3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35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37" dur="500"/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 nodeType="clickPar">
                      <p:stCondLst>
                        <p:cond delay="indefinite"/>
                      </p:stCondLst>
                      <p:childTnLst>
                        <p:par>
                          <p:cTn id="3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40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42" dur="500"/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 nodeType="clickPar">
                      <p:stCondLst>
                        <p:cond delay="indefinite"/>
                      </p:stCondLst>
                      <p:childTnLst>
                        <p:par>
                          <p:cTn id="4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45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47" dur="500"/>
                                        <p:tgtEl>
                                          <p:spTgt spid="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 nodeType="clickPar">
                      <p:stCondLst>
                        <p:cond delay="indefinite"/>
                      </p:stCondLst>
                      <p:childTnLst>
                        <p:par>
                          <p:cTn id="4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0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52" dur="500"/>
                                        <p:tgtEl>
                                          <p:spTgt spid="3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3" fill="hold" nodeType="clickPar">
                      <p:stCondLst>
                        <p:cond delay="indefinite"/>
                      </p:stCondLst>
                      <p:childTnLst>
                        <p:par>
                          <p:cTn id="5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5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57" dur="500"/>
                                        <p:tgtEl>
                                          <p:spTgt spid="3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8" fill="hold" nodeType="clickPar">
                      <p:stCondLst>
                        <p:cond delay="indefinite"/>
                      </p:stCondLst>
                      <p:childTnLst>
                        <p:par>
                          <p:cTn id="5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60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1" end="1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62" dur="500"/>
                                        <p:tgtEl>
                                          <p:spTgt spid="3">
                                            <p:txEl>
                                              <p:pRg st="11" end="1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3" fill="hold" nodeType="clickPar">
                      <p:stCondLst>
                        <p:cond delay="indefinite"/>
                      </p:stCondLst>
                      <p:childTnLst>
                        <p:par>
                          <p:cTn id="6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65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2" end="1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67" dur="500"/>
                                        <p:tgtEl>
                                          <p:spTgt spid="3">
                                            <p:txEl>
                                              <p:pRg st="12" end="1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8" fill="hold" nodeType="clickPar">
                      <p:stCondLst>
                        <p:cond delay="indefinite"/>
                      </p:stCondLst>
                      <p:childTnLst>
                        <p:par>
                          <p:cTn id="6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70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3" end="1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72" dur="500"/>
                                        <p:tgtEl>
                                          <p:spTgt spid="3">
                                            <p:txEl>
                                              <p:pRg st="13" end="1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3" fill="hold" nodeType="clickPar">
                      <p:stCondLst>
                        <p:cond delay="indefinite"/>
                      </p:stCondLst>
                      <p:childTnLst>
                        <p:par>
                          <p:cTn id="7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75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4" end="1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77" dur="500"/>
                                        <p:tgtEl>
                                          <p:spTgt spid="3">
                                            <p:txEl>
                                              <p:pRg st="14" end="1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build="p"/>
    </p:bldLst>
  </p:timing>
</p:sld>
</file>

<file path=ppt/theme/theme1.xml><?xml version="1.0" encoding="utf-8"?>
<a:theme xmlns:a="http://schemas.openxmlformats.org/drawingml/2006/main" name="Пиксел">
  <a:themeElements>
    <a:clrScheme name="Пиксел 12">
      <a:dk1>
        <a:srgbClr val="000000"/>
      </a:dk1>
      <a:lt1>
        <a:srgbClr val="FFFFFF"/>
      </a:lt1>
      <a:dk2>
        <a:srgbClr val="000000"/>
      </a:dk2>
      <a:lt2>
        <a:srgbClr val="00007D"/>
      </a:lt2>
      <a:accent1>
        <a:srgbClr val="9999FF"/>
      </a:accent1>
      <a:accent2>
        <a:srgbClr val="9999CC"/>
      </a:accent2>
      <a:accent3>
        <a:srgbClr val="FFFFFF"/>
      </a:accent3>
      <a:accent4>
        <a:srgbClr val="000000"/>
      </a:accent4>
      <a:accent5>
        <a:srgbClr val="CACAFF"/>
      </a:accent5>
      <a:accent6>
        <a:srgbClr val="8A8AB9"/>
      </a:accent6>
      <a:hlink>
        <a:srgbClr val="666699"/>
      </a:hlink>
      <a:folHlink>
        <a:srgbClr val="CCCCE6"/>
      </a:folHlink>
    </a:clrScheme>
    <a:fontScheme name="Пиксел">
      <a:majorFont>
        <a:latin typeface="Arial"/>
        <a:ea typeface=""/>
        <a:cs typeface="Arial"/>
      </a:majorFont>
      <a:minorFont>
        <a:latin typeface="Arial"/>
        <a:ea typeface=""/>
        <a:cs typeface="Arial"/>
      </a:minorFont>
    </a:fontScheme>
    <a:fmtScheme name="Стандартная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>
    <a:extraClrScheme>
      <a:clrScheme name="Пиксел 1">
        <a:dk1>
          <a:srgbClr val="0066FF"/>
        </a:dk1>
        <a:lt1>
          <a:srgbClr val="FFFFFF"/>
        </a:lt1>
        <a:dk2>
          <a:srgbClr val="000066"/>
        </a:dk2>
        <a:lt2>
          <a:srgbClr val="FFFFFF"/>
        </a:lt2>
        <a:accent1>
          <a:srgbClr val="6699FF"/>
        </a:accent1>
        <a:accent2>
          <a:srgbClr val="3333FF"/>
        </a:accent2>
        <a:accent3>
          <a:srgbClr val="AAAAB8"/>
        </a:accent3>
        <a:accent4>
          <a:srgbClr val="DADADA"/>
        </a:accent4>
        <a:accent5>
          <a:srgbClr val="B8CAFF"/>
        </a:accent5>
        <a:accent6>
          <a:srgbClr val="2D2DE7"/>
        </a:accent6>
        <a:hlink>
          <a:srgbClr val="FFCC00"/>
        </a:hlink>
        <a:folHlink>
          <a:srgbClr val="0000CC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Пиксел 2">
        <a:dk1>
          <a:srgbClr val="009999"/>
        </a:dk1>
        <a:lt1>
          <a:srgbClr val="FFFFFF"/>
        </a:lt1>
        <a:dk2>
          <a:srgbClr val="334B49"/>
        </a:dk2>
        <a:lt2>
          <a:srgbClr val="FFFFFF"/>
        </a:lt2>
        <a:accent1>
          <a:srgbClr val="33CCCC"/>
        </a:accent1>
        <a:accent2>
          <a:srgbClr val="008080"/>
        </a:accent2>
        <a:accent3>
          <a:srgbClr val="ADB1B1"/>
        </a:accent3>
        <a:accent4>
          <a:srgbClr val="DADADA"/>
        </a:accent4>
        <a:accent5>
          <a:srgbClr val="ADE2E2"/>
        </a:accent5>
        <a:accent6>
          <a:srgbClr val="007373"/>
        </a:accent6>
        <a:hlink>
          <a:srgbClr val="FFCC00"/>
        </a:hlink>
        <a:folHlink>
          <a:srgbClr val="006666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Пиксел 3">
        <a:dk1>
          <a:srgbClr val="006699"/>
        </a:dk1>
        <a:lt1>
          <a:srgbClr val="FFFFFF"/>
        </a:lt1>
        <a:dk2>
          <a:srgbClr val="333399"/>
        </a:dk2>
        <a:lt2>
          <a:srgbClr val="FFFFFF"/>
        </a:lt2>
        <a:accent1>
          <a:srgbClr val="0099CC"/>
        </a:accent1>
        <a:accent2>
          <a:srgbClr val="0386AF"/>
        </a:accent2>
        <a:accent3>
          <a:srgbClr val="ADADCA"/>
        </a:accent3>
        <a:accent4>
          <a:srgbClr val="DADADA"/>
        </a:accent4>
        <a:accent5>
          <a:srgbClr val="AACAE2"/>
        </a:accent5>
        <a:accent6>
          <a:srgbClr val="02799E"/>
        </a:accent6>
        <a:hlink>
          <a:srgbClr val="FFCC00"/>
        </a:hlink>
        <a:folHlink>
          <a:srgbClr val="6699FF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Пиксел 4">
        <a:dk1>
          <a:srgbClr val="008080"/>
        </a:dk1>
        <a:lt1>
          <a:srgbClr val="FFFFFF"/>
        </a:lt1>
        <a:dk2>
          <a:srgbClr val="2F978D"/>
        </a:dk2>
        <a:lt2>
          <a:srgbClr val="FFFFFF"/>
        </a:lt2>
        <a:accent1>
          <a:srgbClr val="0099FF"/>
        </a:accent1>
        <a:accent2>
          <a:srgbClr val="009999"/>
        </a:accent2>
        <a:accent3>
          <a:srgbClr val="ADC9C5"/>
        </a:accent3>
        <a:accent4>
          <a:srgbClr val="DADADA"/>
        </a:accent4>
        <a:accent5>
          <a:srgbClr val="AACAFF"/>
        </a:accent5>
        <a:accent6>
          <a:srgbClr val="008A8A"/>
        </a:accent6>
        <a:hlink>
          <a:srgbClr val="FFFFCC"/>
        </a:hlink>
        <a:folHlink>
          <a:srgbClr val="70CAC6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Пиксел 5">
        <a:dk1>
          <a:srgbClr val="822504"/>
        </a:dk1>
        <a:lt1>
          <a:srgbClr val="FFFFFF"/>
        </a:lt1>
        <a:dk2>
          <a:srgbClr val="330000"/>
        </a:dk2>
        <a:lt2>
          <a:srgbClr val="FFFFFF"/>
        </a:lt2>
        <a:accent1>
          <a:srgbClr val="FF9900"/>
        </a:accent1>
        <a:accent2>
          <a:srgbClr val="9E2A06"/>
        </a:accent2>
        <a:accent3>
          <a:srgbClr val="ADAAAA"/>
        </a:accent3>
        <a:accent4>
          <a:srgbClr val="DADADA"/>
        </a:accent4>
        <a:accent5>
          <a:srgbClr val="FFCAAA"/>
        </a:accent5>
        <a:accent6>
          <a:srgbClr val="8F2505"/>
        </a:accent6>
        <a:hlink>
          <a:srgbClr val="FF3300"/>
        </a:hlink>
        <a:folHlink>
          <a:srgbClr val="7C0704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Пиксел 6">
        <a:dk1>
          <a:srgbClr val="336600"/>
        </a:dk1>
        <a:lt1>
          <a:srgbClr val="FFFFFF"/>
        </a:lt1>
        <a:dk2>
          <a:srgbClr val="4A7911"/>
        </a:dk2>
        <a:lt2>
          <a:srgbClr val="FFFFFF"/>
        </a:lt2>
        <a:accent1>
          <a:srgbClr val="666633"/>
        </a:accent1>
        <a:accent2>
          <a:srgbClr val="669900"/>
        </a:accent2>
        <a:accent3>
          <a:srgbClr val="B1BEAA"/>
        </a:accent3>
        <a:accent4>
          <a:srgbClr val="DADADA"/>
        </a:accent4>
        <a:accent5>
          <a:srgbClr val="B8B8AD"/>
        </a:accent5>
        <a:accent6>
          <a:srgbClr val="5C8A00"/>
        </a:accent6>
        <a:hlink>
          <a:srgbClr val="FFCC00"/>
        </a:hlink>
        <a:folHlink>
          <a:srgbClr val="99CC00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Пиксел 7">
        <a:dk1>
          <a:srgbClr val="000000"/>
        </a:dk1>
        <a:lt1>
          <a:srgbClr val="FFFFFF"/>
        </a:lt1>
        <a:dk2>
          <a:srgbClr val="000000"/>
        </a:dk2>
        <a:lt2>
          <a:srgbClr val="CC3300"/>
        </a:lt2>
        <a:accent1>
          <a:srgbClr val="FFCC00"/>
        </a:accent1>
        <a:accent2>
          <a:srgbClr val="CC6600"/>
        </a:accent2>
        <a:accent3>
          <a:srgbClr val="FFFFFF"/>
        </a:accent3>
        <a:accent4>
          <a:srgbClr val="000000"/>
        </a:accent4>
        <a:accent5>
          <a:srgbClr val="FFE2AA"/>
        </a:accent5>
        <a:accent6>
          <a:srgbClr val="B95C00"/>
        </a:accent6>
        <a:hlink>
          <a:srgbClr val="663300"/>
        </a:hlink>
        <a:folHlink>
          <a:srgbClr val="CC99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Пиксел 8">
        <a:dk1>
          <a:srgbClr val="003300"/>
        </a:dk1>
        <a:lt1>
          <a:srgbClr val="FFFFFF"/>
        </a:lt1>
        <a:dk2>
          <a:srgbClr val="000000"/>
        </a:dk2>
        <a:lt2>
          <a:srgbClr val="336600"/>
        </a:lt2>
        <a:accent1>
          <a:srgbClr val="CCCC00"/>
        </a:accent1>
        <a:accent2>
          <a:srgbClr val="669900"/>
        </a:accent2>
        <a:accent3>
          <a:srgbClr val="FFFFFF"/>
        </a:accent3>
        <a:accent4>
          <a:srgbClr val="002A00"/>
        </a:accent4>
        <a:accent5>
          <a:srgbClr val="E2E2AA"/>
        </a:accent5>
        <a:accent6>
          <a:srgbClr val="5C8A00"/>
        </a:accent6>
        <a:hlink>
          <a:srgbClr val="333300"/>
        </a:hlink>
        <a:folHlink>
          <a:srgbClr val="99CC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Пиксел 9">
        <a:dk1>
          <a:srgbClr val="000000"/>
        </a:dk1>
        <a:lt1>
          <a:srgbClr val="FFFFFF"/>
        </a:lt1>
        <a:dk2>
          <a:srgbClr val="000000"/>
        </a:dk2>
        <a:lt2>
          <a:srgbClr val="440044"/>
        </a:lt2>
        <a:accent1>
          <a:srgbClr val="FFCCCC"/>
        </a:accent1>
        <a:accent2>
          <a:srgbClr val="790571"/>
        </a:accent2>
        <a:accent3>
          <a:srgbClr val="FFFFFF"/>
        </a:accent3>
        <a:accent4>
          <a:srgbClr val="000000"/>
        </a:accent4>
        <a:accent5>
          <a:srgbClr val="FFE2E2"/>
        </a:accent5>
        <a:accent6>
          <a:srgbClr val="6D0466"/>
        </a:accent6>
        <a:hlink>
          <a:srgbClr val="993366"/>
        </a:hlink>
        <a:folHlink>
          <a:srgbClr val="9F839F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Пиксел 10">
        <a:dk1>
          <a:srgbClr val="000000"/>
        </a:dk1>
        <a:lt1>
          <a:srgbClr val="FFFFFF"/>
        </a:lt1>
        <a:dk2>
          <a:srgbClr val="000000"/>
        </a:dk2>
        <a:lt2>
          <a:srgbClr val="FF9900"/>
        </a:lt2>
        <a:accent1>
          <a:srgbClr val="FFCC99"/>
        </a:accent1>
        <a:accent2>
          <a:srgbClr val="FBA313"/>
        </a:accent2>
        <a:accent3>
          <a:srgbClr val="FFFFFF"/>
        </a:accent3>
        <a:accent4>
          <a:srgbClr val="000000"/>
        </a:accent4>
        <a:accent5>
          <a:srgbClr val="FFE2CA"/>
        </a:accent5>
        <a:accent6>
          <a:srgbClr val="E39310"/>
        </a:accent6>
        <a:hlink>
          <a:srgbClr val="CC3300"/>
        </a:hlink>
        <a:folHlink>
          <a:srgbClr val="FCC66E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Пиксел 11">
        <a:dk1>
          <a:srgbClr val="000000"/>
        </a:dk1>
        <a:lt1>
          <a:srgbClr val="FFFFFF"/>
        </a:lt1>
        <a:dk2>
          <a:srgbClr val="000000"/>
        </a:dk2>
        <a:lt2>
          <a:srgbClr val="779F92"/>
        </a:lt2>
        <a:accent1>
          <a:srgbClr val="33CCCC"/>
        </a:accent1>
        <a:accent2>
          <a:srgbClr val="9DC2D7"/>
        </a:accent2>
        <a:accent3>
          <a:srgbClr val="FFFFFF"/>
        </a:accent3>
        <a:accent4>
          <a:srgbClr val="000000"/>
        </a:accent4>
        <a:accent5>
          <a:srgbClr val="ADE2E2"/>
        </a:accent5>
        <a:accent6>
          <a:srgbClr val="8EB0C3"/>
        </a:accent6>
        <a:hlink>
          <a:srgbClr val="006666"/>
        </a:hlink>
        <a:folHlink>
          <a:srgbClr val="CCCCFF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Пиксел 12">
        <a:dk1>
          <a:srgbClr val="000000"/>
        </a:dk1>
        <a:lt1>
          <a:srgbClr val="FFFFFF"/>
        </a:lt1>
        <a:dk2>
          <a:srgbClr val="000000"/>
        </a:dk2>
        <a:lt2>
          <a:srgbClr val="00007D"/>
        </a:lt2>
        <a:accent1>
          <a:srgbClr val="9999FF"/>
        </a:accent1>
        <a:accent2>
          <a:srgbClr val="9999CC"/>
        </a:accent2>
        <a:accent3>
          <a:srgbClr val="FFFFFF"/>
        </a:accent3>
        <a:accent4>
          <a:srgbClr val="000000"/>
        </a:accent4>
        <a:accent5>
          <a:srgbClr val="CACAFF"/>
        </a:accent5>
        <a:accent6>
          <a:srgbClr val="8A8AB9"/>
        </a:accent6>
        <a:hlink>
          <a:srgbClr val="666699"/>
        </a:hlink>
        <a:folHlink>
          <a:srgbClr val="CCCCE6"/>
        </a:folHlink>
      </a:clrScheme>
      <a:clrMap bg1="lt1" tx1="dk1" bg2="lt2" tx2="dk2" accent1="accent1" accent2="accent2" accent3="accent3" accent4="accent4" accent5="accent5" accent6="accent6" hlink="hlink" folHlink="folHlink"/>
    </a:extraClrScheme>
  </a:extraClrSchemeLst>
</a:theme>
</file>

<file path=ppt/theme/theme2.xml><?xml version="1.0" encoding="utf-8"?>
<a:theme xmlns:a="http://schemas.openxmlformats.org/drawingml/2006/main" name="Тема Office">
  <a:themeElements>
    <a:clrScheme name="Стандартная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Стандартная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Стандартная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>Pixel</Template>
  <TotalTime>3685</TotalTime>
  <Words>2202</Words>
  <Application>Microsoft Office PowerPoint</Application>
  <PresentationFormat>Экран (4:3)</PresentationFormat>
  <Paragraphs>257</Paragraphs>
  <Slides>24</Slides>
  <Notes>1</Notes>
  <HiddenSlides>0</HiddenSlides>
  <MMClips>0</MMClips>
  <ScaleCrop>false</ScaleCrop>
  <HeadingPairs>
    <vt:vector size="6" baseType="variant">
      <vt:variant>
        <vt:lpstr>Использованные шрифты</vt:lpstr>
      </vt:variant>
      <vt:variant>
        <vt:i4>6</vt:i4>
      </vt:variant>
      <vt:variant>
        <vt:lpstr>Тема</vt:lpstr>
      </vt:variant>
      <vt:variant>
        <vt:i4>1</vt:i4>
      </vt:variant>
      <vt:variant>
        <vt:lpstr>Заголовки слайдов</vt:lpstr>
      </vt:variant>
      <vt:variant>
        <vt:i4>24</vt:i4>
      </vt:variant>
    </vt:vector>
  </HeadingPairs>
  <TitlesOfParts>
    <vt:vector size="31" baseType="lpstr">
      <vt:lpstr>Arial</vt:lpstr>
      <vt:lpstr>Arial Black</vt:lpstr>
      <vt:lpstr>Calibri</vt:lpstr>
      <vt:lpstr>Lato</vt:lpstr>
      <vt:lpstr>Times New Roman</vt:lpstr>
      <vt:lpstr>Wingdings</vt:lpstr>
      <vt:lpstr>Пиксел</vt:lpstr>
      <vt:lpstr>Ограничения целостности Триггеры Хранимые процедуры</vt:lpstr>
      <vt:lpstr>Ограничения целостности</vt:lpstr>
      <vt:lpstr>Ограничения уровня схемы и триггеры </vt:lpstr>
      <vt:lpstr>ASSERTION</vt:lpstr>
      <vt:lpstr>ASSERTION</vt:lpstr>
      <vt:lpstr>ASSERTION</vt:lpstr>
      <vt:lpstr>Пример</vt:lpstr>
      <vt:lpstr>Презентация PowerPoint</vt:lpstr>
      <vt:lpstr>Презентация PowerPoint</vt:lpstr>
      <vt:lpstr>Презентация PowerPoint</vt:lpstr>
      <vt:lpstr>ТРИГГЕРЫ</vt:lpstr>
      <vt:lpstr>Функции триггеров</vt:lpstr>
      <vt:lpstr>ТРИГГЕРЫ</vt:lpstr>
      <vt:lpstr>События, действия </vt:lpstr>
      <vt:lpstr>Ограничения секции "действия"</vt:lpstr>
      <vt:lpstr>Условие, время выполнения</vt:lpstr>
      <vt:lpstr>ТРИГГЕРЫ - синтаксис</vt:lpstr>
      <vt:lpstr>Адресация кортежей в UPDATE</vt:lpstr>
      <vt:lpstr>Триггер (уровень кортежа)</vt:lpstr>
      <vt:lpstr>Триггер (уровень команды)</vt:lpstr>
      <vt:lpstr>Ссылка на примеры триггеров</vt:lpstr>
      <vt:lpstr>Хранимые процедуры</vt:lpstr>
      <vt:lpstr>Синтаксис описания хранимых процедур</vt:lpstr>
      <vt:lpstr>Хранимые процедуры. Пример.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Реляционная модель</dc:title>
  <dc:creator>Борис</dc:creator>
  <cp:lastModifiedBy>Def</cp:lastModifiedBy>
  <cp:revision>207</cp:revision>
  <dcterms:created xsi:type="dcterms:W3CDTF">2012-10-04T16:47:37Z</dcterms:created>
  <dcterms:modified xsi:type="dcterms:W3CDTF">2021-11-11T01:59:44Z</dcterms:modified>
</cp:coreProperties>
</file>