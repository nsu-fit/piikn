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"/>
  </p:notesMasterIdLst>
  <p:sldIdLst>
    <p:sldId id="256" r:id="rId2"/>
    <p:sldId id="300" r:id="rId3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110"/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8598" autoAdjust="0"/>
  </p:normalViewPr>
  <p:slideViewPr>
    <p:cSldViewPr snapToGrid="0" showGuides="1">
      <p:cViewPr varScale="1">
        <p:scale>
          <a:sx n="75" d="100"/>
          <a:sy n="75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16.05.2024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xjbFk4obk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6wPC6DE3u3g" TargetMode="External"/><Relationship Id="rId4" Type="http://schemas.openxmlformats.org/officeDocument/2006/relationships/hyperlink" Target="https://www.youtube.com/watch?v=wPxxjiyX2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sz="5400" dirty="0"/>
              <a:t>Технологическая платформа </a:t>
            </a:r>
            <a:r>
              <a:rPr lang="en-US" dirty="0"/>
              <a:t>ODANT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8052" y="4293704"/>
            <a:ext cx="8825947" cy="2166732"/>
          </a:xfrm>
        </p:spPr>
        <p:txBody>
          <a:bodyPr>
            <a:normAutofit/>
          </a:bodyPr>
          <a:lstStyle/>
          <a:p>
            <a:pPr algn="l"/>
            <a:endParaRPr lang="en-US" sz="2800" i="0" dirty="0">
              <a:effectLst/>
            </a:endParaRPr>
          </a:p>
          <a:p>
            <a:pPr eaLnBrk="1" hangingPunct="1">
              <a:defRPr/>
            </a:pPr>
            <a:endParaRPr lang="ru-RU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0"/>
            <a:ext cx="8788400" cy="757237"/>
          </a:xfrm>
        </p:spPr>
        <p:txBody>
          <a:bodyPr lIns="36000" tIns="36000" rIns="36000" bIns="36000"/>
          <a:lstStyle/>
          <a:p>
            <a:pPr algn="ctr"/>
            <a:r>
              <a:rPr lang="ru-RU" sz="3200" b="1" dirty="0">
                <a:solidFill>
                  <a:schemeClr val="bg2"/>
                </a:solidFill>
              </a:rPr>
              <a:t>Презентации 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278295" y="645809"/>
            <a:ext cx="8607288" cy="5973651"/>
          </a:xfrm>
        </p:spPr>
        <p:txBody>
          <a:bodyPr>
            <a:normAutofit/>
          </a:bodyPr>
          <a:lstStyle/>
          <a:p>
            <a:r>
              <a:rPr lang="ru-RU" sz="1600" dirty="0"/>
              <a:t>Лекция «Универсальная архитектура информационных систем». Перепелкин Р.А. (1ч.36м.) </a:t>
            </a:r>
            <a:r>
              <a:rPr lang="ru-RU" sz="1600" u="sng" dirty="0">
                <a:hlinkClick r:id="rId3"/>
              </a:rPr>
              <a:t>https://www.youtube.com/watch?v=5xjbFk4obk4</a:t>
            </a:r>
            <a:endParaRPr lang="ru-RU" sz="1600" u="sng" dirty="0"/>
          </a:p>
          <a:p>
            <a:r>
              <a:rPr lang="ru-RU" sz="1600" dirty="0"/>
              <a:t>О технологической платформе </a:t>
            </a:r>
            <a:r>
              <a:rPr lang="en-US" sz="1600" dirty="0"/>
              <a:t>ODANT</a:t>
            </a:r>
            <a:r>
              <a:rPr lang="ru-RU" sz="1600" dirty="0"/>
              <a:t>.</a:t>
            </a:r>
            <a:r>
              <a:rPr lang="en-US" sz="1600" dirty="0"/>
              <a:t> </a:t>
            </a:r>
            <a:r>
              <a:rPr lang="ru-RU" sz="1600" dirty="0"/>
              <a:t>Выступление ген. директора </a:t>
            </a:r>
            <a:r>
              <a:rPr lang="en-US" sz="1600" dirty="0"/>
              <a:t>OOO </a:t>
            </a:r>
            <a:r>
              <a:rPr lang="ru-RU" sz="1600" dirty="0"/>
              <a:t>«</a:t>
            </a:r>
            <a:r>
              <a:rPr lang="ru-RU" sz="1600" dirty="0" err="1"/>
              <a:t>БинесИнтерСофт</a:t>
            </a:r>
            <a:r>
              <a:rPr lang="ru-RU" sz="1600" dirty="0"/>
              <a:t>» Перепелкина Романа Александровича (Рязань) на совещании РСПП </a:t>
            </a:r>
            <a:r>
              <a:rPr lang="en-US" sz="1600" dirty="0">
                <a:hlinkClick r:id="rId4"/>
              </a:rPr>
              <a:t>https://www.youtube.com/watch?v=wPxxjiyX2PI</a:t>
            </a:r>
            <a:r>
              <a:rPr lang="en-US" sz="1600" dirty="0"/>
              <a:t> </a:t>
            </a:r>
            <a:endParaRPr lang="ru-RU" sz="1600" dirty="0"/>
          </a:p>
          <a:p>
            <a:r>
              <a:rPr lang="ru-RU" sz="1600" dirty="0"/>
              <a:t>Выступление Романа Перепёлкина в МГУ 14.03.2019. Обсуждение цифровой интеграционной платформы ODANT, инновационного подхода к разработке и использованию распределенных информационных систем и перехода от </a:t>
            </a:r>
            <a:r>
              <a:rPr lang="ru-RU" sz="1600" dirty="0" err="1"/>
              <a:t>бизнесаналитики</a:t>
            </a:r>
            <a:r>
              <a:rPr lang="ru-RU" sz="1600" dirty="0"/>
              <a:t> к бизнес-инжинирингу.( 1ч26м) </a:t>
            </a:r>
            <a:r>
              <a:rPr lang="en-US" sz="1600" u="sng" dirty="0">
                <a:hlinkClick r:id="rId5"/>
              </a:rPr>
              <a:t>https://youtu.be/6wPC6DE3u3g</a:t>
            </a:r>
            <a:r>
              <a:rPr lang="ru-RU" sz="1600" u="sng" dirty="0"/>
              <a:t> </a:t>
            </a:r>
          </a:p>
          <a:p>
            <a:endParaRPr lang="ru-RU" sz="16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4805</TotalTime>
  <Words>110</Words>
  <Application>Microsoft Office PowerPoint</Application>
  <PresentationFormat>Экран (4:3)</PresentationFormat>
  <Paragraphs>8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Times New Roman</vt:lpstr>
      <vt:lpstr>Wingdings</vt:lpstr>
      <vt:lpstr>Пиксел</vt:lpstr>
      <vt:lpstr>Технологическая платформа ODANT</vt:lpstr>
      <vt:lpstr>Презентации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273</cp:revision>
  <dcterms:created xsi:type="dcterms:W3CDTF">2012-10-04T16:47:37Z</dcterms:created>
  <dcterms:modified xsi:type="dcterms:W3CDTF">2024-05-16T04:51:25Z</dcterms:modified>
</cp:coreProperties>
</file>