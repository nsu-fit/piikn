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8.xml" ContentType="application/vnd.openxmlformats-officedocument.presentationml.tags+xml"/>
  <Override PartName="/ppt/notesSlides/notesSlide1.xml" ContentType="application/vnd.openxmlformats-officedocument.presentationml.notesSlide+xml"/>
  <Override PartName="/ppt/tags/tag39.xml" ContentType="application/vnd.openxmlformats-officedocument.presentationml.tags+xml"/>
  <Override PartName="/ppt/notesSlides/notesSlide2.xml" ContentType="application/vnd.openxmlformats-officedocument.presentationml.notesSlide+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notesSlides/notesSlide6.xml" ContentType="application/vnd.openxmlformats-officedocument.presentationml.notesSlide+xml"/>
  <Override PartName="/ppt/tags/tag44.xml" ContentType="application/vnd.openxmlformats-officedocument.presentationml.tags+xml"/>
  <Override PartName="/ppt/notesSlides/notesSlide7.xml" ContentType="application/vnd.openxmlformats-officedocument.presentationml.notesSlide+xml"/>
  <Override PartName="/ppt/tags/tag45.xml" ContentType="application/vnd.openxmlformats-officedocument.presentationml.tags+xml"/>
  <Override PartName="/ppt/notesSlides/notesSlide8.xml" ContentType="application/vnd.openxmlformats-officedocument.presentationml.notesSlide+xml"/>
  <Override PartName="/ppt/tags/tag46.xml" ContentType="application/vnd.openxmlformats-officedocument.presentationml.tags+xml"/>
  <Override PartName="/ppt/notesSlides/notesSlide9.xml" ContentType="application/vnd.openxmlformats-officedocument.presentationml.notesSlide+xml"/>
  <Override PartName="/ppt/tags/tag47.xml" ContentType="application/vnd.openxmlformats-officedocument.presentationml.tags+xml"/>
  <Override PartName="/ppt/notesSlides/notesSlide10.xml" ContentType="application/vnd.openxmlformats-officedocument.presentationml.notesSlide+xml"/>
  <Override PartName="/ppt/tags/tag48.xml" ContentType="application/vnd.openxmlformats-officedocument.presentationml.tags+xml"/>
  <Override PartName="/ppt/notesSlides/notesSlide11.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2.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3.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4.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 id="2147483776" r:id="rId2"/>
  </p:sldMasterIdLst>
  <p:notesMasterIdLst>
    <p:notesMasterId r:id="rId18"/>
  </p:notesMasterIdLst>
  <p:handoutMasterIdLst>
    <p:handoutMasterId r:id="rId19"/>
  </p:handoutMasterIdLst>
  <p:sldIdLst>
    <p:sldId id="411" r:id="rId3"/>
    <p:sldId id="412" r:id="rId4"/>
    <p:sldId id="382" r:id="rId5"/>
    <p:sldId id="409" r:id="rId6"/>
    <p:sldId id="350" r:id="rId7"/>
    <p:sldId id="407" r:id="rId8"/>
    <p:sldId id="352" r:id="rId9"/>
    <p:sldId id="331" r:id="rId10"/>
    <p:sldId id="376" r:id="rId11"/>
    <p:sldId id="408" r:id="rId12"/>
    <p:sldId id="402" r:id="rId13"/>
    <p:sldId id="362" r:id="rId14"/>
    <p:sldId id="391" r:id="rId15"/>
    <p:sldId id="405" r:id="rId16"/>
    <p:sldId id="345" r:id="rId17"/>
  </p:sldIdLst>
  <p:sldSz cx="9144000" cy="5143500" type="screen16x9"/>
  <p:notesSz cx="6858000" cy="91440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6">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906030"/>
    <a:srgbClr val="940E21"/>
    <a:srgbClr val="682C72"/>
    <a:srgbClr val="73621B"/>
    <a:srgbClr val="D33C13"/>
    <a:srgbClr val="F00A0A"/>
    <a:srgbClr val="F11A09"/>
    <a:srgbClr val="B51307"/>
    <a:srgbClr val="7F7F7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5175" autoAdjust="0"/>
    <p:restoredTop sz="58911" autoAdjust="0"/>
  </p:normalViewPr>
  <p:slideViewPr>
    <p:cSldViewPr showGuides="1">
      <p:cViewPr varScale="1">
        <p:scale>
          <a:sx n="89" d="100"/>
          <a:sy n="89" d="100"/>
        </p:scale>
        <p:origin x="1998" y="90"/>
      </p:cViewPr>
      <p:guideLst>
        <p:guide orient="horz" pos="3156"/>
        <p:guide orient="horz" pos="229"/>
        <p:guide pos="2879"/>
      </p:guideLst>
    </p:cSldViewPr>
  </p:slideViewPr>
  <p:outlineViewPr>
    <p:cViewPr>
      <p:scale>
        <a:sx n="33" d="100"/>
        <a:sy n="33" d="100"/>
      </p:scale>
      <p:origin x="0" y="648"/>
    </p:cViewPr>
  </p:outlineViewPr>
  <p:notesTextViewPr>
    <p:cViewPr>
      <p:scale>
        <a:sx n="100" d="100"/>
        <a:sy n="100" d="100"/>
      </p:scale>
      <p:origin x="0" y="0"/>
    </p:cViewPr>
  </p:notesTextViewPr>
  <p:sorterViewPr>
    <p:cViewPr>
      <p:scale>
        <a:sx n="158" d="100"/>
        <a:sy n="158" d="100"/>
      </p:scale>
      <p:origin x="0" y="4806"/>
    </p:cViewPr>
  </p:sorterViewPr>
  <p:notesViewPr>
    <p:cSldViewPr snapToObjects="1" showGuides="1">
      <p:cViewPr varScale="1">
        <p:scale>
          <a:sx n="67" d="100"/>
          <a:sy n="67" d="100"/>
        </p:scale>
        <p:origin x="-2736" y="-108"/>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dirty="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smtClean="0">
                <a:solidFill>
                  <a:srgbClr val="000000"/>
                </a:solidFill>
              </a:rPr>
              <a:t>TITLE</a:t>
            </a:r>
            <a:endParaRPr lang="en-US" sz="1400" dirty="0">
              <a:solidFill>
                <a:srgbClr val="000000"/>
              </a:solidFill>
            </a:endParaRP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609600" y="3886200"/>
            <a:ext cx="5943600" cy="4800600"/>
          </a:xfrm>
          <a:prstGeom prst="rect">
            <a:avLst/>
          </a:prstGeom>
        </p:spPr>
        <p:txBody>
          <a:bodyPr vert="horz" lIns="0" tIns="0" rIns="0" bIns="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extBox 2"/>
          <p:cNvSpPr txBox="1"/>
          <p:nvPr/>
        </p:nvSpPr>
        <p:spPr>
          <a:xfrm>
            <a:off x="6446051" y="8915400"/>
            <a:ext cx="309700"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ru-RU" sz="800" smtClean="0">
                <a:latin typeface="Arial" pitchFamily="34" charset="0"/>
                <a:cs typeface="Arial" pitchFamily="34" charset="0"/>
              </a:rPr>
              <a:pPr marL="0" marR="0" indent="0" algn="ctr" defTabSz="457200" rtl="0" eaLnBrk="1" fontAlgn="auto" latinLnBrk="0" hangingPunct="1">
                <a:lnSpc>
                  <a:spcPct val="100000"/>
                </a:lnSpc>
                <a:spcBef>
                  <a:spcPts val="0"/>
                </a:spcBef>
                <a:spcAft>
                  <a:spcPts val="0"/>
                </a:spcAft>
                <a:buClrTx/>
                <a:buSzTx/>
                <a:buFontTx/>
                <a:buNone/>
                <a:tabLst/>
                <a:defRPr/>
              </a:pPr>
              <a:t>‹#›</a:t>
            </a:fld>
            <a:endParaRPr lang="ru-RU" sz="800" dirty="0" smtClean="0">
              <a:latin typeface="Arial" pitchFamily="34" charset="0"/>
              <a:cs typeface="Arial" pitchFamily="34" charset="0"/>
            </a:endParaRPr>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smtClean="0">
                <a:solidFill>
                  <a:srgbClr val="717073"/>
                </a:solidFill>
                <a:latin typeface="Arial" pitchFamily="34" charset="0"/>
                <a:cs typeface="Arial" pitchFamily="34" charset="0"/>
              </a:rPr>
              <a:t> Корпорация EMC, 2015 г. Все права защищены.</a:t>
            </a:r>
          </a:p>
        </p:txBody>
      </p:sp>
      <p:sp>
        <p:nvSpPr>
          <p:cNvPr id="6" name="Slide Image Placeholder 5"/>
          <p:cNvSpPr>
            <a:spLocks noGrp="1" noRot="1" noChangeAspect="1"/>
          </p:cNvSpPr>
          <p:nvPr>
            <p:ph type="sldImg" idx="2"/>
          </p:nvPr>
        </p:nvSpPr>
        <p:spPr>
          <a:xfrm>
            <a:off x="609600" y="381001"/>
            <a:ext cx="5943600" cy="3343275"/>
          </a:xfrm>
          <a:prstGeom prst="rect">
            <a:avLst/>
          </a:prstGeom>
          <a:noFill/>
          <a:ln w="12700">
            <a:solidFill>
              <a:prstClr val="black"/>
            </a:solidFill>
          </a:ln>
        </p:spPr>
        <p:txBody>
          <a:bodyPr vert="horz" lIns="91440" tIns="45720" rIns="91440" bIns="45720" rtlCol="0" anchor="ctr"/>
          <a:lstStyle/>
          <a:p>
            <a:endParaRPr lang="en-US"/>
          </a:p>
        </p:txBody>
      </p:sp>
      <p:sp>
        <p:nvSpPr>
          <p:cNvPr id="8" name="TextBox 7"/>
          <p:cNvSpPr txBox="1"/>
          <p:nvPr/>
        </p:nvSpPr>
        <p:spPr>
          <a:xfrm>
            <a:off x="3352800" y="8915400"/>
            <a:ext cx="3276600" cy="215444"/>
          </a:xfrm>
          <a:prstGeom prst="rect">
            <a:avLst/>
          </a:prstGeom>
          <a:noFill/>
        </p:spPr>
        <p:txBody>
          <a:bodyPr wrap="square" rtlCol="0">
            <a:spAutoFit/>
          </a:bodyPr>
          <a:lstStyle/>
          <a:p>
            <a:r>
              <a:rPr lang="ru-RU" sz="800" kern="1200" baseline="0" dirty="0" smtClean="0">
                <a:solidFill>
                  <a:schemeClr val="tx1"/>
                </a:solidFill>
                <a:latin typeface="Arial" pitchFamily="34" charset="0"/>
                <a:ea typeface="+mn-ea"/>
                <a:cs typeface="Arial" pitchFamily="34" charset="0"/>
              </a:rPr>
              <a:t>ISM v3 модуль 1: введение в системы хранения информации</a:t>
            </a:r>
            <a:endParaRPr lang="en-US" sz="800" kern="1200" baseline="0" dirty="0" err="1" smtClean="0">
              <a:solidFill>
                <a:schemeClr val="tx1"/>
              </a:solidFill>
              <a:latin typeface="Arial" pitchFamily="34" charset="0"/>
              <a:ea typeface="+mn-ea"/>
              <a:cs typeface="Arial" pitchFamily="34" charset="0"/>
            </a:endParaRPr>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fontAlgn="base" latinLnBrk="0" hangingPunct="1">
      <a:spcBef>
        <a:spcPts val="1200"/>
      </a:spcBef>
      <a:defRPr sz="1000" kern="1200">
        <a:solidFill>
          <a:schemeClr val="tx1"/>
        </a:solidFill>
        <a:latin typeface="Arial" pitchFamily="34" charset="0"/>
        <a:ea typeface="+mn-ea"/>
        <a:cs typeface="Arial" pitchFamily="34" charset="0"/>
      </a:defRPr>
    </a:lvl1pPr>
    <a:lvl2pPr marL="344488" indent="-117475" algn="l" defTabSz="457200" rtl="0" eaLnBrk="1" fontAlgn="base" latinLnBrk="0" hangingPunct="1">
      <a:spcBef>
        <a:spcPts val="600"/>
      </a:spcBef>
      <a:buFont typeface="Arial"/>
      <a:buChar char="•"/>
      <a:defRPr sz="1000" kern="1200">
        <a:solidFill>
          <a:schemeClr val="tx1"/>
        </a:solidFill>
        <a:latin typeface="Arial" pitchFamily="34" charset="0"/>
        <a:ea typeface="+mn-ea"/>
        <a:cs typeface="Arial" pitchFamily="34" charset="0"/>
      </a:defRPr>
    </a:lvl2pPr>
    <a:lvl3pPr marL="628650" indent="-174625" algn="l" defTabSz="457200" rtl="0" eaLnBrk="1" fontAlgn="base" latinLnBrk="0" hangingPunct="1">
      <a:spcBef>
        <a:spcPts val="600"/>
      </a:spcBef>
      <a:buFont typeface="Lucida Grande"/>
      <a:buChar char="–"/>
      <a:tabLst/>
      <a:defRPr sz="1000" kern="1200">
        <a:solidFill>
          <a:schemeClr val="tx1"/>
        </a:solidFill>
        <a:latin typeface="Arial" pitchFamily="34" charset="0"/>
        <a:ea typeface="+mn-ea"/>
        <a:cs typeface="Arial" pitchFamily="34" charset="0"/>
      </a:defRPr>
    </a:lvl3pPr>
    <a:lvl4pPr marL="973138" indent="-174625" algn="l" defTabSz="457200" rtl="0" eaLnBrk="1" fontAlgn="base" latinLnBrk="0" hangingPunct="1">
      <a:spcBef>
        <a:spcPts val="600"/>
      </a:spcBef>
      <a:buFont typeface="Wingdings" charset="2"/>
      <a:buChar char="§"/>
      <a:defRPr sz="1000" kern="1200">
        <a:solidFill>
          <a:schemeClr val="tx1"/>
        </a:solidFill>
        <a:latin typeface="Arial" pitchFamily="34" charset="0"/>
        <a:ea typeface="+mn-ea"/>
        <a:cs typeface="Arial" pitchFamily="34" charset="0"/>
      </a:defRPr>
    </a:lvl4pPr>
    <a:lvl5pPr marL="1258888" indent="-117475" algn="l" defTabSz="457200" rtl="0" eaLnBrk="1" fontAlgn="base" latinLnBrk="0" hangingPunct="1">
      <a:spcBef>
        <a:spcPts val="600"/>
      </a:spcBef>
      <a:buFont typeface="Lucida Grande"/>
      <a:buChar char="–"/>
      <a:defRPr sz="1000" kern="1200">
        <a:solidFill>
          <a:schemeClr val="tx1"/>
        </a:solidFill>
        <a:latin typeface="Arial" pitchFamily="34" charset="0"/>
        <a:ea typeface="+mn-ea"/>
        <a:cs typeface="Arial"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lvl="0" indent="0" defTabSz="457200" rtl="0" eaLnBrk="1" fontAlgn="auto" latinLnBrk="0" hangingPunct="1">
              <a:spcBef>
                <a:spcPts val="600"/>
              </a:spcBef>
              <a:buClrTx/>
              <a:buSzTx/>
              <a:buFontTx/>
              <a:buNone/>
              <a:tabLst/>
              <a:defRPr/>
            </a:pPr>
            <a:r>
              <a:rPr lang="ru-RU" sz="900" b="0" i="0" dirty="0" smtClean="0">
                <a:solidFill>
                  <a:srgbClr val="000000"/>
                </a:solidFill>
              </a:rPr>
              <a:t>Добро пожаловать в обучающий модуль «Введение в системы хранения информации». </a:t>
            </a:r>
          </a:p>
          <a:p>
            <a:pPr lvl="0">
              <a:spcBef>
                <a:spcPts val="600"/>
              </a:spcBef>
            </a:pPr>
            <a:r>
              <a:rPr lang="ru-RU" sz="900" b="0" i="0" dirty="0" smtClean="0">
                <a:solidFill>
                  <a:srgbClr val="000000"/>
                </a:solidFill>
              </a:rPr>
              <a:t>Перейдите на вкладку «Ресурсы», чтобы загрузить версию данного электронного модуля в формате PDF.</a:t>
            </a:r>
          </a:p>
          <a:p>
            <a:pPr marL="0" marR="0" lvl="0" indent="0" defTabSz="457200" rtl="0" eaLnBrk="1" fontAlgn="auto" latinLnBrk="0" hangingPunct="1">
              <a:spcBef>
                <a:spcPts val="600"/>
              </a:spcBef>
              <a:buClrTx/>
              <a:buSzTx/>
              <a:buFontTx/>
              <a:buNone/>
              <a:tabLst/>
              <a:defRPr/>
            </a:pPr>
            <a:r>
              <a:rPr lang="ru-RU" sz="900" b="0" i="0" dirty="0" smtClean="0">
                <a:solidFill>
                  <a:srgbClr val="000000"/>
                </a:solidFill>
              </a:rPr>
              <a:t>Этот модуль — часть курса ISM v3, состоящего из 16 модулей. </a:t>
            </a:r>
          </a:p>
          <a:p>
            <a:pPr>
              <a:spcBef>
                <a:spcPts val="600"/>
              </a:spcBef>
            </a:pPr>
            <a:r>
              <a:rPr lang="ru-RU" sz="900" b="0" i="0" dirty="0" smtClean="0">
                <a:solidFill>
                  <a:srgbClr val="000000"/>
                </a:solidFill>
              </a:rPr>
              <a:t>© Корпорация EMC, 2015 г. Все права защищены. Опубликовано в России. По сведениям ЕМС информация, содержащаяся в данной публикации, является правильной на дату публикации. Данная информация может измениться без уведомления. </a:t>
            </a:r>
          </a:p>
          <a:p>
            <a:pPr>
              <a:spcBef>
                <a:spcPts val="600"/>
              </a:spcBef>
            </a:pPr>
            <a:r>
              <a:rPr lang="ru-RU" sz="900" b="0" i="0" dirty="0" smtClean="0">
                <a:solidFill>
                  <a:srgbClr val="000000"/>
                </a:solidFill>
              </a:rPr>
              <a:t>СОДЕРЖАЩАЯСЯ В ДАННОЙ ПУБЛИКАЦИИ ИНФОРМАЦИЯ ПРЕДОСТАВЛЯЕТСЯ НА УСЛОВИЯХ «КАК ЕСТЬ». КОРПОРАЦИЯ EMC НЕ ПРЕДОСТАВЛЯЕТ НИКАКИХ УСЛОВИЙ ИЛИ ГАРАНТИЙ В ОТНОШЕНИИ УКАЗАННОЙ ИНФОРМАЦИИ И ОТКАЗЫВАЕТСЯ ОТ ПОДРАЗУМЕВАЕМЫХ ГАРАНТИЙ КОММЕРЧЕСКОЙ ЦЕННОСТИ И ПРИГОДНОСТИ ДЛЯ ОПРЕДЕЛЕННОЙ ЦЕЛИ.</a:t>
            </a:r>
          </a:p>
          <a:p>
            <a:pPr>
              <a:spcBef>
                <a:spcPts val="600"/>
              </a:spcBef>
            </a:pPr>
            <a:r>
              <a:rPr lang="ru-RU" sz="900" b="0" i="0" dirty="0" smtClean="0">
                <a:solidFill>
                  <a:srgbClr val="000000"/>
                </a:solidFill>
              </a:rPr>
              <a:t>Использование, копирование и распространение любых продуктов ЕМС, описанных в данной публикации, требует наличия соответствующей лицензии. Товарные знаки, логотипы и сервисные знаки (совокупно «Товарные знаки»), упоминаемые в настоящей публикации, являются собственностью корпорации EMC и других лиц. Никакие положения, содержащиеся в данной публикации, не должны рассматриваться, как предоставление каких-либо лицензий или прав на использование любого Товарного знака без предварительного письменного разрешения владельца данного Товарного знака.</a:t>
            </a:r>
          </a:p>
          <a:p>
            <a:pPr>
              <a:spcBef>
                <a:spcPts val="600"/>
              </a:spcBef>
            </a:pPr>
            <a:r>
              <a:rPr lang="ru-RU" sz="900" b="0" i="0" dirty="0" smtClean="0">
                <a:solidFill>
                  <a:srgbClr val="000000"/>
                </a:solidFill>
              </a:rPr>
              <a:t>EMC, EMC² AccessAnywhere Access Logix, AdvantEdge, AlphaStor, AppSync ApplicationXtender, ArchiveXtender, Atmos, Authentica, Authentic Problems, Automated Resource Manager, AutoStart, AutoSwap, AVALONidm, Avamar, Bus-Tech, Captiva, Catalog Solution, C-Clip, Celerra, Celerra Replicator, Centera, CenterStage, CentraStar, EMC CertTracker. CIO Connect, ClaimPack, ClaimsEditor, Claralert</a:t>
            </a:r>
            <a:r>
              <a:rPr lang="ru-RU" sz="900" b="0" i="0" dirty="0" smtClean="0">
                <a:solidFill>
                  <a:srgbClr val="494848"/>
                </a:solidFill>
              </a:rPr>
              <a:t>c</a:t>
            </a:r>
            <a:r>
              <a:rPr lang="ru-RU" sz="900" b="0" i="0" dirty="0" smtClean="0">
                <a:solidFill>
                  <a:srgbClr val="000000"/>
                </a:solidFill>
              </a:rPr>
              <a:t>LARiiON, ClientPak, CloudArray, Codebook Correlation Technology, Common Information Model, Compuset, Compute Anywhere, Configuration Intelligence, Configuresoft, Connectrix, Constellation Computing, EMC ControlCenter, CopyCross, CopyPoint, CX, DataBridge Data Protection Suite. Data Protection Advisor, DBClassify, DD Boost, Dantz, DatabaseXtender, Data Domain, Direct Matrix Architecture, DiskXtender, DiskXtender 2000, DLS ECO, Document Sciences, Documentum, DR Anywhere, ECS, elnput, E-Lab, Elastic Cloud Storage, EmailXaminer, EmailXtender EMC Centera, EMC ControlCenter, EMC LifeLine, EMCTV, Enginuity, EPFM. eRoom, Event Explorer, FAST, FarPoint, FirstPass, FLARE, FormWare, Geosynchrony, Global File Virtualization, Graphic Visualization, Greenplum, HighRoad, HomeBase, Illuminator InfoArchive, InfoMover, Infoscape, Infra, Input</a:t>
            </a:r>
            <a:r>
              <a:rPr lang="ru-RU" sz="900" b="0" i="1" dirty="0" smtClean="0">
                <a:solidFill>
                  <a:srgbClr val="000000"/>
                </a:solidFill>
              </a:rPr>
              <a:t>Accel</a:t>
            </a:r>
            <a:r>
              <a:rPr lang="ru-RU" sz="900" b="0" i="0" dirty="0" smtClean="0">
                <a:solidFill>
                  <a:srgbClr val="000000"/>
                </a:solidFill>
              </a:rPr>
              <a:t>, Input</a:t>
            </a:r>
            <a:r>
              <a:rPr lang="ru-RU" sz="900" b="0" i="1" dirty="0" smtClean="0">
                <a:solidFill>
                  <a:srgbClr val="000000"/>
                </a:solidFill>
              </a:rPr>
              <a:t>Accel</a:t>
            </a:r>
            <a:r>
              <a:rPr lang="ru-RU" sz="900" b="0" i="0" dirty="0" smtClean="0">
                <a:solidFill>
                  <a:srgbClr val="000000"/>
                </a:solidFill>
              </a:rPr>
              <a:t> Express, Invista, Ionix, ISIS,Kazeon, EMC LifeLine, Mainframe Appliance for Storage, Mainframe Data Library, Max Retriever, MCx, MediaStor Metro, MetroPoint, MirrorView, Multi-Band Deduplication,Navisphere, Netstorage, NetWorker, nLayers, EMC OnCourse, OnAlert, OpenScale, Petrocloud, PixTools, Powerlink, PowerPath, PowerSnap, ProSphere, ProtectEverywhere, ProtectPoint, EMC Proven, EMC Proven Professional, QuickScan, RAPIDPath, EMC RecoverPoint, Rainfinity, RepliCare, RepliStor, ResourcePak, Retrospect, RSA, логотип RSA, SafeLine, SAN Advisor, SAN Copy, SAN Manager, ScaleIO Smarts, EMC Snap, SnapImage, SnapSure, SnapView, SourceOne, SRDF, EMC Storage Administrator, StorageScope, SupportMate, SymmAPI, SymmEnabler, Symmetrix, Symmetrix DMX, Symmetrix VMAX, TimeFinder, TwinStrata, UltraFlex, UltraPoint, UltraScale, Unisphere, Universal Data Consistency, Vblock, Velocity, Viewlets, ViPR, Virtual Matrix, Virtual Matrix Architecture, Virtual Provisioning, Virtualize Everything, Compromise Nothing, Virtuent, VMAX, VMAXe, VNX, VNXe, Voyence, VPLEX, VSAM-Assist, VSAM I/O PLUS, VSET, VSPEX, Watch4net, WebXtender, xPression, xPresso, Xtrem, XtremCache, XtremSF, XtremSW, XtremIO, YottaYotta, Zero-Friction Enterprise Storage.</a:t>
            </a:r>
          </a:p>
          <a:p>
            <a:pPr>
              <a:spcBef>
                <a:spcPts val="600"/>
              </a:spcBef>
            </a:pPr>
            <a:r>
              <a:rPr lang="ru-RU" sz="900" b="0" i="0" dirty="0" smtClean="0">
                <a:solidFill>
                  <a:srgbClr val="000000"/>
                </a:solidFill>
              </a:rPr>
              <a:t>Дата выпуска: август 2015 г. </a:t>
            </a:r>
          </a:p>
          <a:p>
            <a:pPr>
              <a:spcBef>
                <a:spcPts val="600"/>
              </a:spcBef>
            </a:pPr>
            <a:r>
              <a:rPr lang="ru-RU" sz="900" b="0" i="0" dirty="0" smtClean="0">
                <a:solidFill>
                  <a:srgbClr val="000000"/>
                </a:solidFill>
              </a:rPr>
              <a:t>Номер выпуска: MR-1WP-ISMv3Intro </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3693696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этом</a:t>
            </a:r>
            <a:r>
              <a:rPr lang="ru-RU" sz="900" b="0" i="0" dirty="0" smtClean="0">
                <a:solidFill>
                  <a:srgbClr val="000000"/>
                </a:solidFill>
              </a:rPr>
              <a:t> </a:t>
            </a:r>
            <a:r>
              <a:rPr lang="ru-RU" sz="900" b="0" i="0" dirty="0" smtClean="0">
                <a:solidFill>
                  <a:srgbClr val="000000"/>
                </a:solidFill>
                <a:latin typeface="Arial"/>
              </a:rPr>
              <a:t>модуле</a:t>
            </a:r>
            <a:r>
              <a:rPr lang="ru-RU" sz="900" b="0" i="0" dirty="0" smtClean="0">
                <a:solidFill>
                  <a:srgbClr val="000000"/>
                </a:solidFill>
              </a:rPr>
              <a:t> </a:t>
            </a:r>
            <a:r>
              <a:rPr lang="ru-RU" sz="900" b="0" i="0" dirty="0" smtClean="0">
                <a:solidFill>
                  <a:srgbClr val="000000"/>
                </a:solidFill>
                <a:latin typeface="Arial"/>
              </a:rPr>
              <a:t>рассматриваются</a:t>
            </a:r>
            <a:r>
              <a:rPr lang="ru-RU" sz="900" b="0" i="0" dirty="0" smtClean="0">
                <a:solidFill>
                  <a:srgbClr val="000000"/>
                </a:solidFill>
              </a:rPr>
              <a:t> </a:t>
            </a:r>
            <a:r>
              <a:rPr lang="ru-RU" sz="900" b="0" i="0" dirty="0" smtClean="0">
                <a:solidFill>
                  <a:srgbClr val="000000"/>
                </a:solidFill>
                <a:latin typeface="Arial"/>
              </a:rPr>
              <a:t>цифровые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типы</a:t>
            </a:r>
            <a:r>
              <a:rPr lang="ru-RU" sz="900" b="0" i="0" dirty="0" smtClean="0">
                <a:solidFill>
                  <a:srgbClr val="000000"/>
                </a:solidFill>
              </a:rPr>
              <a:t> </a:t>
            </a:r>
            <a:r>
              <a:rPr lang="ru-RU" sz="900" b="0" i="0" dirty="0" smtClean="0">
                <a:solidFill>
                  <a:srgbClr val="000000"/>
                </a:solidFill>
                <a:latin typeface="Arial"/>
              </a:rPr>
              <a:t>цифровых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информация</a:t>
            </a:r>
            <a:r>
              <a:rPr lang="ru-RU" sz="900" b="0" i="0" dirty="0" smtClean="0">
                <a:solidFill>
                  <a:srgbClr val="000000"/>
                </a:solidFill>
              </a:rPr>
              <a:t>. </a:t>
            </a:r>
            <a:r>
              <a:rPr lang="ru-RU" sz="900" b="0" i="0" dirty="0" smtClean="0">
                <a:solidFill>
                  <a:srgbClr val="000000"/>
                </a:solidFill>
                <a:latin typeface="Arial"/>
              </a:rPr>
              <a:t>Кроме</a:t>
            </a:r>
            <a:r>
              <a:rPr lang="ru-RU" sz="900" b="0" i="0" dirty="0" smtClean="0">
                <a:solidFill>
                  <a:srgbClr val="000000"/>
                </a:solidFill>
              </a:rPr>
              <a:t> </a:t>
            </a:r>
            <a:r>
              <a:rPr lang="ru-RU" sz="900" b="0" i="0" dirty="0" smtClean="0">
                <a:solidFill>
                  <a:srgbClr val="000000"/>
                </a:solidFill>
                <a:latin typeface="Arial"/>
              </a:rPr>
              <a:t>того</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нем</a:t>
            </a:r>
            <a:r>
              <a:rPr lang="ru-RU" sz="900" b="0" i="0" dirty="0" smtClean="0">
                <a:solidFill>
                  <a:srgbClr val="000000"/>
                </a:solidFill>
              </a:rPr>
              <a:t> </a:t>
            </a:r>
            <a:r>
              <a:rPr lang="ru-RU" sz="900" b="0" i="0" dirty="0" smtClean="0">
                <a:solidFill>
                  <a:srgbClr val="000000"/>
                </a:solidFill>
                <a:latin typeface="Arial"/>
              </a:rPr>
              <a:t>дается</a:t>
            </a:r>
            <a:r>
              <a:rPr lang="ru-RU" sz="900" b="0" i="0" dirty="0" smtClean="0">
                <a:solidFill>
                  <a:srgbClr val="000000"/>
                </a:solidFill>
              </a:rPr>
              <a:t> </a:t>
            </a:r>
            <a:r>
              <a:rPr lang="ru-RU" sz="900" b="0" i="0" dirty="0" smtClean="0">
                <a:solidFill>
                  <a:srgbClr val="000000"/>
                </a:solidFill>
                <a:latin typeface="Arial"/>
              </a:rPr>
              <a:t>определение</a:t>
            </a:r>
            <a:r>
              <a:rPr lang="ru-RU" sz="900" b="0" i="0" dirty="0" smtClean="0">
                <a:solidFill>
                  <a:srgbClr val="000000"/>
                </a:solidFill>
              </a:rPr>
              <a:t> </a:t>
            </a:r>
            <a:r>
              <a:rPr lang="ru-RU" sz="900" b="0" i="0" dirty="0" smtClean="0">
                <a:solidFill>
                  <a:srgbClr val="000000"/>
                </a:solidFill>
                <a:latin typeface="Arial"/>
              </a:rPr>
              <a:t>центра</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приводятся</a:t>
            </a:r>
            <a:r>
              <a:rPr lang="ru-RU" sz="900" b="0" i="0" dirty="0" smtClean="0">
                <a:solidFill>
                  <a:srgbClr val="000000"/>
                </a:solidFill>
              </a:rPr>
              <a:t> </a:t>
            </a:r>
            <a:r>
              <a:rPr lang="ru-RU" sz="900" b="0" i="0" dirty="0" smtClean="0">
                <a:solidFill>
                  <a:srgbClr val="000000"/>
                </a:solidFill>
                <a:latin typeface="Arial"/>
              </a:rPr>
              <a:t>его</a:t>
            </a:r>
            <a:r>
              <a:rPr lang="ru-RU" sz="900" b="0" i="0" dirty="0" smtClean="0">
                <a:solidFill>
                  <a:srgbClr val="000000"/>
                </a:solidFill>
              </a:rPr>
              <a:t> </a:t>
            </a:r>
            <a:r>
              <a:rPr lang="ru-RU" sz="900" b="0" i="0" dirty="0" smtClean="0">
                <a:solidFill>
                  <a:srgbClr val="000000"/>
                </a:solidFill>
                <a:latin typeface="Arial"/>
              </a:rPr>
              <a:t>ключевые</a:t>
            </a:r>
            <a:r>
              <a:rPr lang="ru-RU" sz="900" b="0" i="0" dirty="0" smtClean="0">
                <a:solidFill>
                  <a:srgbClr val="000000"/>
                </a:solidFill>
              </a:rPr>
              <a:t> </a:t>
            </a:r>
            <a:r>
              <a:rPr lang="ru-RU" sz="900" b="0" i="0" dirty="0" smtClean="0">
                <a:solidFill>
                  <a:srgbClr val="000000"/>
                </a:solidFill>
                <a:latin typeface="Arial"/>
              </a:rPr>
              <a:t>характеристики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рассматриваются</a:t>
            </a:r>
            <a:r>
              <a:rPr lang="ru-RU" sz="900" b="0" i="0" dirty="0" smtClean="0">
                <a:solidFill>
                  <a:srgbClr val="000000"/>
                </a:solidFill>
              </a:rPr>
              <a:t> </a:t>
            </a:r>
            <a:r>
              <a:rPr lang="ru-RU" sz="900" b="0" i="0" dirty="0" smtClean="0">
                <a:solidFill>
                  <a:srgbClr val="000000"/>
                </a:solidFill>
                <a:latin typeface="Arial"/>
              </a:rPr>
              <a:t>ключевые</a:t>
            </a:r>
            <a:r>
              <a:rPr lang="ru-RU" sz="900" b="0" i="0" dirty="0" smtClean="0">
                <a:solidFill>
                  <a:srgbClr val="000000"/>
                </a:solidFill>
              </a:rPr>
              <a:t> </a:t>
            </a:r>
            <a:r>
              <a:rPr lang="ru-RU" sz="900" b="0" i="0" dirty="0" smtClean="0">
                <a:solidFill>
                  <a:srgbClr val="000000"/>
                </a:solidFill>
                <a:latin typeface="Arial"/>
              </a:rPr>
              <a:t>процессы</a:t>
            </a:r>
            <a:r>
              <a:rPr lang="ru-RU" sz="900" b="0" i="0" dirty="0" smtClean="0">
                <a:solidFill>
                  <a:srgbClr val="000000"/>
                </a:solidFill>
              </a:rPr>
              <a:t> </a:t>
            </a:r>
            <a:r>
              <a:rPr lang="ru-RU" sz="900" b="0" i="0" dirty="0" smtClean="0">
                <a:solidFill>
                  <a:srgbClr val="000000"/>
                </a:solidFill>
                <a:latin typeface="Arial"/>
              </a:rPr>
              <a:t>управления</a:t>
            </a:r>
            <a:r>
              <a:rPr lang="ru-RU" sz="900" b="0" i="0" dirty="0" smtClean="0">
                <a:solidFill>
                  <a:srgbClr val="000000"/>
                </a:solidFill>
              </a:rPr>
              <a:t> </a:t>
            </a:r>
            <a:r>
              <a:rPr lang="ru-RU" sz="900" b="0" i="0" dirty="0" smtClean="0">
                <a:solidFill>
                  <a:srgbClr val="000000"/>
                </a:solidFill>
                <a:latin typeface="Arial"/>
              </a:rPr>
              <a:t>центром</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Наконец</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этом</a:t>
            </a:r>
            <a:r>
              <a:rPr lang="ru-RU" sz="900" b="0" i="0" dirty="0" smtClean="0">
                <a:solidFill>
                  <a:srgbClr val="000000"/>
                </a:solidFill>
              </a:rPr>
              <a:t> </a:t>
            </a:r>
            <a:r>
              <a:rPr lang="ru-RU" sz="900" b="0" i="0" dirty="0" smtClean="0">
                <a:solidFill>
                  <a:srgbClr val="000000"/>
                </a:solidFill>
                <a:latin typeface="Arial"/>
              </a:rPr>
              <a:t>модуле</a:t>
            </a:r>
            <a:r>
              <a:rPr lang="ru-RU" sz="900" b="0" i="0" dirty="0" smtClean="0">
                <a:solidFill>
                  <a:srgbClr val="000000"/>
                </a:solidFill>
              </a:rPr>
              <a:t> </a:t>
            </a:r>
            <a:r>
              <a:rPr lang="ru-RU" sz="900" b="0" i="0" dirty="0" smtClean="0">
                <a:solidFill>
                  <a:srgbClr val="000000"/>
                </a:solidFill>
                <a:latin typeface="Arial"/>
              </a:rPr>
              <a:t>рассматриваются</a:t>
            </a:r>
            <a:r>
              <a:rPr lang="ru-RU" sz="900" b="0" i="0" dirty="0" smtClean="0">
                <a:solidFill>
                  <a:srgbClr val="000000"/>
                </a:solidFill>
              </a:rPr>
              <a:t> </a:t>
            </a:r>
            <a:r>
              <a:rPr lang="ru-RU" sz="900" b="0" i="0" dirty="0" smtClean="0">
                <a:solidFill>
                  <a:srgbClr val="000000"/>
                </a:solidFill>
                <a:latin typeface="Arial"/>
              </a:rPr>
              <a:t>этапы</a:t>
            </a:r>
            <a:r>
              <a:rPr lang="ru-RU" sz="900" b="0" i="0" dirty="0" smtClean="0">
                <a:solidFill>
                  <a:srgbClr val="000000"/>
                </a:solidFill>
              </a:rPr>
              <a:t> </a:t>
            </a:r>
            <a:r>
              <a:rPr lang="ru-RU" sz="900" b="0" i="0" dirty="0" smtClean="0">
                <a:solidFill>
                  <a:srgbClr val="000000"/>
                </a:solidFill>
                <a:latin typeface="Arial"/>
              </a:rPr>
              <a:t>развития</a:t>
            </a:r>
            <a:r>
              <a:rPr lang="ru-RU" sz="900" b="0" i="0" dirty="0" smtClean="0">
                <a:solidFill>
                  <a:srgbClr val="000000"/>
                </a:solidFill>
              </a:rPr>
              <a:t> </a:t>
            </a:r>
            <a:r>
              <a:rPr lang="ru-RU" sz="900" b="0" i="0" dirty="0" smtClean="0">
                <a:solidFill>
                  <a:srgbClr val="000000"/>
                </a:solidFill>
                <a:latin typeface="Arial"/>
              </a:rPr>
              <a:t>вычислительных</a:t>
            </a:r>
            <a:r>
              <a:rPr lang="ru-RU" sz="900" b="0" i="0" dirty="0" smtClean="0">
                <a:solidFill>
                  <a:srgbClr val="000000"/>
                </a:solidFill>
              </a:rPr>
              <a:t> </a:t>
            </a:r>
            <a:r>
              <a:rPr lang="ru-RU" sz="900" b="0" i="0" dirty="0" smtClean="0">
                <a:solidFill>
                  <a:srgbClr val="000000"/>
                </a:solidFill>
                <a:latin typeface="Arial"/>
              </a:rPr>
              <a:t>платформ</a:t>
            </a:r>
            <a:r>
              <a:rPr lang="ru-RU" sz="900" b="0" i="0" dirty="0" smtClean="0">
                <a:solidFill>
                  <a:srgbClr val="000000"/>
                </a:solidFill>
              </a:rPr>
              <a:t>.</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511676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609600" y="381000"/>
            <a:ext cx="5943600" cy="3343275"/>
          </a:xfrm>
        </p:spPr>
      </p:sp>
      <p:sp>
        <p:nvSpPr>
          <p:cNvPr id="7" name="Notes Placeholder 6"/>
          <p:cNvSpPr>
            <a:spLocks noGrp="1"/>
          </p:cNvSpPr>
          <p:nvPr>
            <p:ph type="body" idx="1"/>
          </p:nvPr>
        </p:nvSpPr>
        <p:spPr/>
        <p:txBody>
          <a:bodyPr/>
          <a:lstStyle/>
          <a:p>
            <a:pPr>
              <a:spcBef>
                <a:spcPts val="600"/>
              </a:spcBef>
              <a:defRPr/>
            </a:pPr>
            <a:r>
              <a:rPr lang="ru-RU" sz="900" b="0" i="0" dirty="0" smtClean="0">
                <a:solidFill>
                  <a:srgbClr val="000000"/>
                </a:solidFill>
                <a:latin typeface="Arial"/>
              </a:rPr>
              <a:t>Мы</a:t>
            </a:r>
            <a:r>
              <a:rPr lang="ru-RU" sz="900" b="0" i="0" dirty="0" smtClean="0">
                <a:solidFill>
                  <a:srgbClr val="000000"/>
                </a:solidFill>
              </a:rPr>
              <a:t> </a:t>
            </a:r>
            <a:r>
              <a:rPr lang="ru-RU" sz="900" b="0" i="0" dirty="0" smtClean="0">
                <a:solidFill>
                  <a:srgbClr val="000000"/>
                </a:solidFill>
                <a:latin typeface="Arial"/>
              </a:rPr>
              <a:t>живем</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1" dirty="0" smtClean="0">
                <a:solidFill>
                  <a:srgbClr val="000000"/>
                </a:solidFill>
                <a:latin typeface="Arial"/>
              </a:rPr>
              <a:t>цифровой</a:t>
            </a:r>
            <a:r>
              <a:rPr lang="ru-RU" sz="900" b="0" i="1" dirty="0" smtClean="0">
                <a:solidFill>
                  <a:srgbClr val="000000"/>
                </a:solidFill>
              </a:rPr>
              <a:t> </a:t>
            </a:r>
            <a:r>
              <a:rPr lang="ru-RU" sz="900" b="0" i="1" dirty="0" smtClean="0">
                <a:solidFill>
                  <a:srgbClr val="000000"/>
                </a:solidFill>
                <a:latin typeface="Arial"/>
              </a:rPr>
              <a:t>вселенной</a:t>
            </a:r>
            <a:r>
              <a:rPr lang="ru-RU" sz="900" b="0" i="0" dirty="0" smtClean="0">
                <a:solidFill>
                  <a:srgbClr val="000000"/>
                </a:solidFill>
              </a:rPr>
              <a:t>, </a:t>
            </a:r>
            <a:r>
              <a:rPr lang="ru-RU" sz="900" b="0" i="0" dirty="0" smtClean="0">
                <a:solidFill>
                  <a:srgbClr val="000000"/>
                </a:solidFill>
                <a:latin typeface="Arial"/>
              </a:rPr>
              <a:t>которая</a:t>
            </a:r>
            <a:r>
              <a:rPr lang="ru-RU" sz="900" b="0" i="0" dirty="0" smtClean="0">
                <a:solidFill>
                  <a:srgbClr val="000000"/>
                </a:solidFill>
              </a:rPr>
              <a:t> </a:t>
            </a:r>
            <a:r>
              <a:rPr lang="ru-RU" sz="900" b="0" i="0" dirty="0" smtClean="0">
                <a:solidFill>
                  <a:srgbClr val="000000"/>
                </a:solidFill>
                <a:latin typeface="Arial"/>
              </a:rPr>
              <a:t>представляет</a:t>
            </a:r>
            <a:r>
              <a:rPr lang="ru-RU" sz="900" b="0" i="0" dirty="0" smtClean="0">
                <a:solidFill>
                  <a:srgbClr val="000000"/>
                </a:solidFill>
              </a:rPr>
              <a:t> </a:t>
            </a:r>
            <a:r>
              <a:rPr lang="ru-RU" sz="900" b="0" i="0" dirty="0" smtClean="0">
                <a:solidFill>
                  <a:srgbClr val="000000"/>
                </a:solidFill>
                <a:latin typeface="Arial"/>
              </a:rPr>
              <a:t>собой</a:t>
            </a:r>
            <a:r>
              <a:rPr lang="ru-RU" sz="900" b="0" i="0" dirty="0" smtClean="0">
                <a:solidFill>
                  <a:srgbClr val="000000"/>
                </a:solidFill>
              </a:rPr>
              <a:t> </a:t>
            </a:r>
            <a:r>
              <a:rPr lang="ru-RU" sz="900" b="0" i="0" dirty="0" smtClean="0">
                <a:solidFill>
                  <a:srgbClr val="000000"/>
                </a:solidFill>
                <a:latin typeface="Arial"/>
              </a:rPr>
              <a:t>мир</a:t>
            </a:r>
            <a:r>
              <a:rPr lang="ru-RU" sz="900" b="0" i="0" dirty="0" smtClean="0">
                <a:solidFill>
                  <a:srgbClr val="000000"/>
                </a:solidFill>
              </a:rPr>
              <a:t>, </a:t>
            </a:r>
            <a:r>
              <a:rPr lang="ru-RU" sz="900" b="0" i="0" dirty="0" smtClean="0">
                <a:solidFill>
                  <a:srgbClr val="000000"/>
                </a:solidFill>
                <a:latin typeface="Arial"/>
              </a:rPr>
              <a:t>создаваемый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определяемый</a:t>
            </a:r>
            <a:r>
              <a:rPr lang="ru-RU" sz="900" b="0" i="0" dirty="0" smtClean="0">
                <a:solidFill>
                  <a:srgbClr val="000000"/>
                </a:solidFill>
              </a:rPr>
              <a:t> </a:t>
            </a:r>
            <a:r>
              <a:rPr lang="ru-RU" sz="900" b="0" i="0" dirty="0" smtClean="0">
                <a:solidFill>
                  <a:srgbClr val="000000"/>
                </a:solidFill>
                <a:latin typeface="Arial"/>
              </a:rPr>
              <a:t>программным</a:t>
            </a:r>
            <a:r>
              <a:rPr lang="ru-RU" sz="900" b="0" i="0" dirty="0" smtClean="0">
                <a:solidFill>
                  <a:srgbClr val="000000"/>
                </a:solidFill>
              </a:rPr>
              <a:t> </a:t>
            </a:r>
            <a:r>
              <a:rPr lang="ru-RU" sz="900" b="0" i="0" dirty="0" smtClean="0">
                <a:solidFill>
                  <a:srgbClr val="000000"/>
                </a:solidFill>
                <a:latin typeface="Arial"/>
              </a:rPr>
              <a:t>обеспечением</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цифровой</a:t>
            </a:r>
            <a:r>
              <a:rPr lang="ru-RU" sz="900" b="0" i="0" dirty="0" smtClean="0">
                <a:solidFill>
                  <a:srgbClr val="000000"/>
                </a:solidFill>
              </a:rPr>
              <a:t> </a:t>
            </a:r>
            <a:r>
              <a:rPr lang="ru-RU" sz="900" b="0" i="0" dirty="0" smtClean="0">
                <a:solidFill>
                  <a:srgbClr val="000000"/>
                </a:solidFill>
                <a:latin typeface="Arial"/>
              </a:rPr>
              <a:t>вселенной</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помощью</a:t>
            </a:r>
            <a:r>
              <a:rPr lang="ru-RU" sz="900" b="0" i="0" dirty="0" smtClean="0">
                <a:solidFill>
                  <a:srgbClr val="000000"/>
                </a:solidFill>
              </a:rPr>
              <a:t> </a:t>
            </a:r>
            <a:r>
              <a:rPr lang="ru-RU" sz="900" b="0" i="0" dirty="0" smtClean="0">
                <a:solidFill>
                  <a:srgbClr val="000000"/>
                </a:solidFill>
                <a:latin typeface="Arial"/>
              </a:rPr>
              <a:t>программного</a:t>
            </a:r>
            <a:r>
              <a:rPr lang="ru-RU" sz="900" b="0" i="0" dirty="0" smtClean="0">
                <a:solidFill>
                  <a:srgbClr val="000000"/>
                </a:solidFill>
              </a:rPr>
              <a:t> </a:t>
            </a:r>
            <a:r>
              <a:rPr lang="ru-RU" sz="900" b="0" i="0" dirty="0" smtClean="0">
                <a:solidFill>
                  <a:srgbClr val="000000"/>
                </a:solidFill>
                <a:latin typeface="Arial"/>
              </a:rPr>
              <a:t>обеспечения</a:t>
            </a:r>
            <a:r>
              <a:rPr lang="ru-RU" sz="900" b="0" i="0" dirty="0" smtClean="0">
                <a:solidFill>
                  <a:srgbClr val="000000"/>
                </a:solidFill>
              </a:rPr>
              <a:t> </a:t>
            </a:r>
            <a:r>
              <a:rPr lang="ru-RU" sz="900" b="0" i="0" dirty="0" smtClean="0">
                <a:solidFill>
                  <a:srgbClr val="000000"/>
                </a:solidFill>
                <a:latin typeface="Arial"/>
              </a:rPr>
              <a:t>осуществляется</a:t>
            </a:r>
            <a:r>
              <a:rPr lang="ru-RU" sz="900" b="0" i="0" dirty="0" smtClean="0">
                <a:solidFill>
                  <a:srgbClr val="000000"/>
                </a:solidFill>
              </a:rPr>
              <a:t> </a:t>
            </a:r>
            <a:r>
              <a:rPr lang="ru-RU" sz="900" b="0" i="0" dirty="0" smtClean="0">
                <a:solidFill>
                  <a:srgbClr val="000000"/>
                </a:solidFill>
                <a:latin typeface="Arial"/>
              </a:rPr>
              <a:t>непрерывное</a:t>
            </a:r>
            <a:r>
              <a:rPr lang="ru-RU" sz="900" b="0" i="0" dirty="0" smtClean="0">
                <a:solidFill>
                  <a:srgbClr val="000000"/>
                </a:solidFill>
              </a:rPr>
              <a:t> </a:t>
            </a:r>
            <a:r>
              <a:rPr lang="ru-RU" sz="900" b="0" i="0" dirty="0" smtClean="0">
                <a:solidFill>
                  <a:srgbClr val="000000"/>
                </a:solidFill>
                <a:latin typeface="Arial"/>
              </a:rPr>
              <a:t>создание</a:t>
            </a:r>
            <a:r>
              <a:rPr lang="ru-RU" sz="900" b="0" i="0" dirty="0" smtClean="0">
                <a:solidFill>
                  <a:srgbClr val="000000"/>
                </a:solidFill>
              </a:rPr>
              <a:t>, </a:t>
            </a:r>
            <a:r>
              <a:rPr lang="ru-RU" sz="900" b="0" i="0" dirty="0" smtClean="0">
                <a:solidFill>
                  <a:srgbClr val="000000"/>
                </a:solidFill>
                <a:latin typeface="Arial"/>
              </a:rPr>
              <a:t>сбор</a:t>
            </a:r>
            <a:r>
              <a:rPr lang="ru-RU" sz="900" b="0" i="0" dirty="0" smtClean="0">
                <a:solidFill>
                  <a:srgbClr val="000000"/>
                </a:solidFill>
              </a:rPr>
              <a:t>, </a:t>
            </a:r>
            <a:r>
              <a:rPr lang="ru-RU" sz="900" b="0" i="0" dirty="0" smtClean="0">
                <a:solidFill>
                  <a:srgbClr val="000000"/>
                </a:solidFill>
                <a:latin typeface="Arial"/>
              </a:rPr>
              <a:t>хранение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анализ</a:t>
            </a:r>
            <a:r>
              <a:rPr lang="ru-RU" sz="900" b="0" i="0" dirty="0" smtClean="0">
                <a:solidFill>
                  <a:srgbClr val="000000"/>
                </a:solidFill>
              </a:rPr>
              <a:t> </a:t>
            </a:r>
            <a:r>
              <a:rPr lang="ru-RU" sz="900" b="0" i="0" dirty="0" smtClean="0">
                <a:solidFill>
                  <a:srgbClr val="000000"/>
                </a:solidFill>
                <a:latin typeface="Arial"/>
              </a:rPr>
              <a:t>цифровых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p>
          <a:p>
            <a:pPr>
              <a:spcBef>
                <a:spcPts val="600"/>
              </a:spcBef>
              <a:defRPr/>
            </a:pPr>
            <a:r>
              <a:rPr lang="ru-RU" sz="900" b="0" i="0" dirty="0" smtClean="0">
                <a:solidFill>
                  <a:srgbClr val="000000"/>
                </a:solidFill>
                <a:latin typeface="Arial"/>
              </a:rPr>
              <a:t>Исследование</a:t>
            </a:r>
            <a:r>
              <a:rPr lang="ru-RU" sz="900" b="0" i="0" dirty="0" smtClean="0">
                <a:solidFill>
                  <a:srgbClr val="000000"/>
                </a:solidFill>
              </a:rPr>
              <a:t> </a:t>
            </a:r>
            <a:r>
              <a:rPr lang="ru-RU" sz="900" b="0" i="0" dirty="0" smtClean="0">
                <a:solidFill>
                  <a:srgbClr val="000000"/>
                </a:solidFill>
                <a:latin typeface="Arial"/>
              </a:rPr>
              <a:t>цифровой</a:t>
            </a:r>
            <a:r>
              <a:rPr lang="ru-RU" sz="900" b="0" i="0" dirty="0" smtClean="0">
                <a:solidFill>
                  <a:srgbClr val="000000"/>
                </a:solidFill>
              </a:rPr>
              <a:t> </a:t>
            </a:r>
            <a:r>
              <a:rPr lang="ru-RU" sz="900" b="0" i="0" dirty="0" smtClean="0">
                <a:solidFill>
                  <a:srgbClr val="000000"/>
                </a:solidFill>
                <a:latin typeface="Arial"/>
              </a:rPr>
              <a:t>вселенной</a:t>
            </a:r>
            <a:r>
              <a:rPr lang="ru-RU" sz="900" b="0" i="0" dirty="0" smtClean="0">
                <a:solidFill>
                  <a:srgbClr val="000000"/>
                </a:solidFill>
              </a:rPr>
              <a:t>, </a:t>
            </a:r>
            <a:r>
              <a:rPr lang="ru-RU" sz="900" b="0" i="0" dirty="0" smtClean="0">
                <a:solidFill>
                  <a:srgbClr val="000000"/>
                </a:solidFill>
                <a:latin typeface="Arial"/>
              </a:rPr>
              <a:t>проведенное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2014 </a:t>
            </a:r>
            <a:r>
              <a:rPr lang="ru-RU" sz="900" b="0" i="0" dirty="0" smtClean="0">
                <a:solidFill>
                  <a:srgbClr val="000000"/>
                </a:solidFill>
                <a:latin typeface="Arial"/>
              </a:rPr>
              <a:t>г</a:t>
            </a:r>
            <a:r>
              <a:rPr lang="ru-RU" sz="900" b="0" i="0" dirty="0" smtClean="0">
                <a:solidFill>
                  <a:srgbClr val="000000"/>
                </a:solidFill>
              </a:rPr>
              <a:t>. </a:t>
            </a:r>
            <a:r>
              <a:rPr lang="ru-RU" sz="900" b="0" i="0" dirty="0" smtClean="0">
                <a:solidFill>
                  <a:srgbClr val="000000"/>
                </a:solidFill>
                <a:latin typeface="Arial"/>
              </a:rPr>
              <a:t>корпорацией</a:t>
            </a:r>
            <a:r>
              <a:rPr lang="ru-RU" sz="900" b="0" i="0" dirty="0" smtClean="0">
                <a:solidFill>
                  <a:srgbClr val="000000"/>
                </a:solidFill>
              </a:rPr>
              <a:t> International Data Corporation (IDC), </a:t>
            </a:r>
            <a:r>
              <a:rPr lang="ru-RU" sz="900" b="0" i="0" dirty="0" smtClean="0">
                <a:solidFill>
                  <a:srgbClr val="000000"/>
                </a:solidFill>
                <a:latin typeface="Arial"/>
              </a:rPr>
              <a:t>показало</a:t>
            </a:r>
            <a:r>
              <a:rPr lang="ru-RU" sz="900" b="0" i="0" dirty="0" smtClean="0">
                <a:solidFill>
                  <a:srgbClr val="000000"/>
                </a:solidFill>
              </a:rPr>
              <a:t>, </a:t>
            </a:r>
            <a:r>
              <a:rPr lang="ru-RU" sz="900" b="0" i="0" dirty="0" smtClean="0">
                <a:solidFill>
                  <a:srgbClr val="000000"/>
                </a:solidFill>
                <a:latin typeface="Arial"/>
              </a:rPr>
              <a:t>что</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цифровой</a:t>
            </a:r>
            <a:r>
              <a:rPr lang="ru-RU" sz="900" b="0" i="0" dirty="0" smtClean="0">
                <a:solidFill>
                  <a:srgbClr val="000000"/>
                </a:solidFill>
              </a:rPr>
              <a:t> </a:t>
            </a:r>
            <a:r>
              <a:rPr lang="ru-RU" sz="900" b="0" i="0" dirty="0" smtClean="0">
                <a:solidFill>
                  <a:srgbClr val="000000"/>
                </a:solidFill>
                <a:latin typeface="Arial"/>
              </a:rPr>
              <a:t>вселенной</a:t>
            </a:r>
            <a:r>
              <a:rPr lang="ru-RU" sz="900" b="0" i="0" dirty="0" smtClean="0">
                <a:solidFill>
                  <a:srgbClr val="000000"/>
                </a:solidFill>
              </a:rPr>
              <a:t> </a:t>
            </a:r>
            <a:r>
              <a:rPr lang="ru-RU" sz="900" b="0" i="0" dirty="0" smtClean="0">
                <a:solidFill>
                  <a:srgbClr val="000000"/>
                </a:solidFill>
                <a:latin typeface="Arial"/>
              </a:rPr>
              <a:t>каждый</a:t>
            </a:r>
            <a:r>
              <a:rPr lang="ru-RU" sz="900" b="0" i="0" dirty="0" smtClean="0">
                <a:solidFill>
                  <a:srgbClr val="000000"/>
                </a:solidFill>
              </a:rPr>
              <a:t> </a:t>
            </a:r>
            <a:r>
              <a:rPr lang="ru-RU" sz="900" b="0" i="0" dirty="0" smtClean="0">
                <a:solidFill>
                  <a:srgbClr val="000000"/>
                </a:solidFill>
                <a:latin typeface="Arial"/>
              </a:rPr>
              <a:t>год</a:t>
            </a:r>
            <a:r>
              <a:rPr lang="ru-RU" sz="900" b="0" i="0" dirty="0" smtClean="0">
                <a:solidFill>
                  <a:srgbClr val="000000"/>
                </a:solidFill>
              </a:rPr>
              <a:t> </a:t>
            </a:r>
            <a:r>
              <a:rPr lang="ru-RU" sz="900" b="0" i="0" dirty="0" smtClean="0">
                <a:solidFill>
                  <a:srgbClr val="000000"/>
                </a:solidFill>
                <a:latin typeface="Arial"/>
              </a:rPr>
              <a:t>создается</a:t>
            </a:r>
            <a:r>
              <a:rPr lang="ru-RU" sz="900" b="0" i="0" dirty="0" smtClean="0">
                <a:solidFill>
                  <a:srgbClr val="000000"/>
                </a:solidFill>
              </a:rPr>
              <a:t> </a:t>
            </a:r>
            <a:r>
              <a:rPr lang="ru-RU" sz="900" b="0" i="0" dirty="0" smtClean="0">
                <a:solidFill>
                  <a:srgbClr val="000000"/>
                </a:solidFill>
                <a:latin typeface="Arial"/>
              </a:rPr>
              <a:t>около</a:t>
            </a:r>
            <a:r>
              <a:rPr lang="ru-RU" sz="900" b="0" i="0" dirty="0" smtClean="0">
                <a:solidFill>
                  <a:srgbClr val="000000"/>
                </a:solidFill>
              </a:rPr>
              <a:t> 4,4 </a:t>
            </a:r>
            <a:r>
              <a:rPr lang="ru-RU" sz="900" b="0" i="0" dirty="0" smtClean="0">
                <a:solidFill>
                  <a:srgbClr val="000000"/>
                </a:solidFill>
                <a:latin typeface="Arial"/>
              </a:rPr>
              <a:t>триллиона</a:t>
            </a:r>
            <a:r>
              <a:rPr lang="ru-RU" sz="900" b="0" i="0" dirty="0" smtClean="0">
                <a:solidFill>
                  <a:srgbClr val="000000"/>
                </a:solidFill>
              </a:rPr>
              <a:t> </a:t>
            </a:r>
            <a:r>
              <a:rPr lang="ru-RU" sz="900" b="0" i="0" dirty="0" smtClean="0">
                <a:solidFill>
                  <a:srgbClr val="000000"/>
                </a:solidFill>
                <a:latin typeface="Arial"/>
              </a:rPr>
              <a:t>гигабайт</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этот</a:t>
            </a:r>
            <a:r>
              <a:rPr lang="ru-RU" sz="900" b="0" i="0" dirty="0" smtClean="0">
                <a:solidFill>
                  <a:srgbClr val="000000"/>
                </a:solidFill>
              </a:rPr>
              <a:t> </a:t>
            </a:r>
            <a:r>
              <a:rPr lang="ru-RU" sz="900" b="0" i="0" dirty="0" smtClean="0">
                <a:solidFill>
                  <a:srgbClr val="000000"/>
                </a:solidFill>
                <a:latin typeface="Arial"/>
              </a:rPr>
              <a:t>объем</a:t>
            </a:r>
            <a:r>
              <a:rPr lang="ru-RU" sz="900" b="0" i="0" dirty="0" smtClean="0">
                <a:solidFill>
                  <a:srgbClr val="000000"/>
                </a:solidFill>
              </a:rPr>
              <a:t> </a:t>
            </a:r>
            <a:r>
              <a:rPr lang="ru-RU" sz="900" b="0" i="0" dirty="0" smtClean="0">
                <a:solidFill>
                  <a:srgbClr val="000000"/>
                </a:solidFill>
                <a:latin typeface="Arial"/>
              </a:rPr>
              <a:t>удваивается</a:t>
            </a:r>
            <a:r>
              <a:rPr lang="ru-RU" sz="900" b="0" i="0" dirty="0" smtClean="0">
                <a:solidFill>
                  <a:srgbClr val="000000"/>
                </a:solidFill>
              </a:rPr>
              <a:t> </a:t>
            </a:r>
            <a:r>
              <a:rPr lang="ru-RU" sz="900" b="0" i="0" dirty="0" smtClean="0">
                <a:solidFill>
                  <a:srgbClr val="000000"/>
                </a:solidFill>
                <a:latin typeface="Arial"/>
              </a:rPr>
              <a:t>каждые</a:t>
            </a:r>
            <a:r>
              <a:rPr lang="ru-RU" sz="900" b="0" i="0" dirty="0" smtClean="0">
                <a:solidFill>
                  <a:srgbClr val="000000"/>
                </a:solidFill>
              </a:rPr>
              <a:t> </a:t>
            </a:r>
            <a:r>
              <a:rPr lang="ru-RU" sz="900" b="0" i="0" dirty="0" smtClean="0">
                <a:solidFill>
                  <a:srgbClr val="000000"/>
                </a:solidFill>
                <a:latin typeface="Arial"/>
              </a:rPr>
              <a:t>два</a:t>
            </a:r>
            <a:r>
              <a:rPr lang="ru-RU" sz="900" b="0" i="0" dirty="0" smtClean="0">
                <a:solidFill>
                  <a:srgbClr val="000000"/>
                </a:solidFill>
              </a:rPr>
              <a:t> </a:t>
            </a:r>
            <a:r>
              <a:rPr lang="ru-RU" sz="900" b="0" i="0" dirty="0" smtClean="0">
                <a:solidFill>
                  <a:srgbClr val="000000"/>
                </a:solidFill>
                <a:latin typeface="Arial"/>
              </a:rPr>
              <a:t>года</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учетом</a:t>
            </a:r>
            <a:r>
              <a:rPr lang="ru-RU" sz="900" b="0" i="0" dirty="0" smtClean="0">
                <a:solidFill>
                  <a:srgbClr val="000000"/>
                </a:solidFill>
              </a:rPr>
              <a:t> </a:t>
            </a:r>
            <a:r>
              <a:rPr lang="ru-RU" sz="900" b="0" i="0" dirty="0" smtClean="0">
                <a:solidFill>
                  <a:srgbClr val="000000"/>
                </a:solidFill>
                <a:latin typeface="Arial"/>
              </a:rPr>
              <a:t>этих</a:t>
            </a:r>
            <a:r>
              <a:rPr lang="ru-RU" sz="900" b="0" i="0" dirty="0" smtClean="0">
                <a:solidFill>
                  <a:srgbClr val="000000"/>
                </a:solidFill>
              </a:rPr>
              <a:t> </a:t>
            </a:r>
            <a:r>
              <a:rPr lang="ru-RU" sz="900" b="0" i="0" dirty="0" smtClean="0">
                <a:solidFill>
                  <a:srgbClr val="000000"/>
                </a:solidFill>
                <a:latin typeface="Arial"/>
              </a:rPr>
              <a:t>показателей</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спрогнозировать</a:t>
            </a:r>
            <a:r>
              <a:rPr lang="ru-RU" sz="900" b="0" i="0" dirty="0" smtClean="0">
                <a:solidFill>
                  <a:srgbClr val="000000"/>
                </a:solidFill>
              </a:rPr>
              <a:t>, </a:t>
            </a:r>
            <a:r>
              <a:rPr lang="ru-RU" sz="900" b="0" i="0" dirty="0" smtClean="0">
                <a:solidFill>
                  <a:srgbClr val="000000"/>
                </a:solidFill>
                <a:latin typeface="Arial"/>
              </a:rPr>
              <a:t>что</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2020 </a:t>
            </a:r>
            <a:r>
              <a:rPr lang="ru-RU" sz="900" b="0" i="0" dirty="0" smtClean="0">
                <a:solidFill>
                  <a:srgbClr val="000000"/>
                </a:solidFill>
                <a:latin typeface="Arial"/>
              </a:rPr>
              <a:t>году</a:t>
            </a:r>
            <a:r>
              <a:rPr lang="ru-RU" sz="900" b="0" i="0" dirty="0" smtClean="0">
                <a:solidFill>
                  <a:srgbClr val="000000"/>
                </a:solidFill>
              </a:rPr>
              <a:t> </a:t>
            </a:r>
            <a:r>
              <a:rPr lang="ru-RU" sz="900" b="0" i="0" dirty="0" smtClean="0">
                <a:solidFill>
                  <a:srgbClr val="000000"/>
                </a:solidFill>
                <a:latin typeface="Arial"/>
              </a:rPr>
              <a:t>цифровая</a:t>
            </a:r>
            <a:r>
              <a:rPr lang="ru-RU" sz="900" b="0" i="0" dirty="0" smtClean="0">
                <a:solidFill>
                  <a:srgbClr val="000000"/>
                </a:solidFill>
              </a:rPr>
              <a:t> </a:t>
            </a:r>
            <a:r>
              <a:rPr lang="ru-RU" sz="900" b="0" i="0" dirty="0" smtClean="0">
                <a:solidFill>
                  <a:srgbClr val="000000"/>
                </a:solidFill>
                <a:latin typeface="Arial"/>
              </a:rPr>
              <a:t>вселенная</a:t>
            </a:r>
            <a:r>
              <a:rPr lang="ru-RU" sz="900" b="0" i="0" dirty="0" smtClean="0">
                <a:solidFill>
                  <a:srgbClr val="000000"/>
                </a:solidFill>
              </a:rPr>
              <a:t> </a:t>
            </a:r>
            <a:r>
              <a:rPr lang="ru-RU" sz="900" b="0" i="0" dirty="0" smtClean="0">
                <a:solidFill>
                  <a:srgbClr val="000000"/>
                </a:solidFill>
                <a:latin typeface="Arial"/>
              </a:rPr>
              <a:t>расширится</a:t>
            </a:r>
            <a:r>
              <a:rPr lang="ru-RU" sz="900" b="0" i="0" dirty="0" smtClean="0">
                <a:solidFill>
                  <a:srgbClr val="000000"/>
                </a:solidFill>
              </a:rPr>
              <a:t> </a:t>
            </a:r>
            <a:r>
              <a:rPr lang="ru-RU" sz="900" b="0" i="0" dirty="0" smtClean="0">
                <a:solidFill>
                  <a:srgbClr val="000000"/>
                </a:solidFill>
                <a:latin typeface="Arial"/>
              </a:rPr>
              <a:t>до</a:t>
            </a:r>
            <a:r>
              <a:rPr lang="ru-RU" sz="900" b="0" i="0" dirty="0" smtClean="0">
                <a:solidFill>
                  <a:srgbClr val="000000"/>
                </a:solidFill>
              </a:rPr>
              <a:t> 44 </a:t>
            </a:r>
            <a:r>
              <a:rPr lang="ru-RU" sz="900" b="0" i="0" dirty="0" smtClean="0">
                <a:solidFill>
                  <a:srgbClr val="000000"/>
                </a:solidFill>
                <a:latin typeface="Arial"/>
              </a:rPr>
              <a:t>триллионов</a:t>
            </a:r>
            <a:r>
              <a:rPr lang="ru-RU" sz="900" b="0" i="0" dirty="0" smtClean="0">
                <a:solidFill>
                  <a:srgbClr val="000000"/>
                </a:solidFill>
              </a:rPr>
              <a:t> </a:t>
            </a:r>
            <a:r>
              <a:rPr lang="ru-RU" sz="900" b="0" i="0" dirty="0" smtClean="0">
                <a:solidFill>
                  <a:srgbClr val="000000"/>
                </a:solidFill>
                <a:latin typeface="Arial"/>
              </a:rPr>
              <a:t>гигабайт</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p>
          <a:p>
            <a:pPr>
              <a:spcBef>
                <a:spcPts val="600"/>
              </a:spcBef>
              <a:defRPr/>
            </a:pP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цифровой</a:t>
            </a:r>
            <a:r>
              <a:rPr lang="ru-RU" sz="900" b="0" i="0" dirty="0" smtClean="0">
                <a:solidFill>
                  <a:srgbClr val="000000"/>
                </a:solidFill>
              </a:rPr>
              <a:t> </a:t>
            </a:r>
            <a:r>
              <a:rPr lang="ru-RU" sz="900" b="0" i="0" dirty="0" smtClean="0">
                <a:solidFill>
                  <a:srgbClr val="000000"/>
                </a:solidFill>
                <a:latin typeface="Arial"/>
              </a:rPr>
              <a:t>вселенной</a:t>
            </a:r>
            <a:r>
              <a:rPr lang="ru-RU" sz="900" b="0" i="0" dirty="0" smtClean="0">
                <a:solidFill>
                  <a:srgbClr val="000000"/>
                </a:solidFill>
              </a:rPr>
              <a:t> </a:t>
            </a:r>
            <a:r>
              <a:rPr lang="ru-RU" sz="900" b="0" i="0" dirty="0" smtClean="0">
                <a:solidFill>
                  <a:srgbClr val="000000"/>
                </a:solidFill>
                <a:latin typeface="Arial"/>
              </a:rPr>
              <a:t>создаются</a:t>
            </a:r>
            <a:r>
              <a:rPr lang="ru-RU" sz="900" b="0" i="0" dirty="0" smtClean="0">
                <a:solidFill>
                  <a:srgbClr val="000000"/>
                </a:solidFill>
              </a:rPr>
              <a:t> </a:t>
            </a:r>
            <a:r>
              <a:rPr lang="ru-RU" sz="900" b="0" i="0" dirty="0" smtClean="0">
                <a:solidFill>
                  <a:srgbClr val="000000"/>
                </a:solidFill>
                <a:latin typeface="Arial"/>
              </a:rPr>
              <a:t>различными</a:t>
            </a:r>
            <a:r>
              <a:rPr lang="ru-RU" sz="900" b="0" i="0" dirty="0" smtClean="0">
                <a:solidFill>
                  <a:srgbClr val="000000"/>
                </a:solidFill>
              </a:rPr>
              <a:t> </a:t>
            </a:r>
            <a:r>
              <a:rPr lang="ru-RU" sz="900" b="0" i="0" dirty="0" smtClean="0">
                <a:solidFill>
                  <a:srgbClr val="000000"/>
                </a:solidFill>
                <a:latin typeface="Arial"/>
              </a:rPr>
              <a:t>источниками</a:t>
            </a:r>
            <a:r>
              <a:rPr lang="ru-RU" sz="900" b="0" i="0" dirty="0" smtClean="0">
                <a:solidFill>
                  <a:srgbClr val="000000"/>
                </a:solidFill>
              </a:rPr>
              <a:t>: </a:t>
            </a:r>
            <a:r>
              <a:rPr lang="ru-RU" sz="900" b="1" i="0" dirty="0" smtClean="0">
                <a:solidFill>
                  <a:srgbClr val="000000"/>
                </a:solidFill>
                <a:latin typeface="Arial"/>
              </a:rPr>
              <a:t>пользователи</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dirty="0" smtClean="0">
                <a:solidFill>
                  <a:srgbClr val="000000"/>
                </a:solidFill>
                <a:latin typeface="Arial"/>
              </a:rPr>
              <a:t>ведут</a:t>
            </a:r>
            <a:r>
              <a:rPr lang="ru-RU" sz="900" b="0" i="0" dirty="0" smtClean="0">
                <a:solidFill>
                  <a:srgbClr val="000000"/>
                </a:solidFill>
              </a:rPr>
              <a:t> </a:t>
            </a:r>
            <a:r>
              <a:rPr lang="ru-RU" sz="900" b="0" i="0" dirty="0" smtClean="0">
                <a:solidFill>
                  <a:srgbClr val="000000"/>
                </a:solidFill>
                <a:latin typeface="Arial"/>
              </a:rPr>
              <a:t>активную</a:t>
            </a:r>
            <a:r>
              <a:rPr lang="ru-RU" sz="900" b="0" i="0" dirty="0" smtClean="0">
                <a:solidFill>
                  <a:srgbClr val="000000"/>
                </a:solidFill>
              </a:rPr>
              <a:t> </a:t>
            </a:r>
            <a:r>
              <a:rPr lang="ru-RU" sz="900" b="0" i="0" dirty="0" smtClean="0">
                <a:solidFill>
                  <a:srgbClr val="000000"/>
                </a:solidFill>
                <a:latin typeface="Arial"/>
              </a:rPr>
              <a:t>деятельность</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работают</a:t>
            </a:r>
            <a:r>
              <a:rPr lang="ru-RU" sz="900" b="0" i="0" dirty="0" smtClean="0">
                <a:solidFill>
                  <a:srgbClr val="000000"/>
                </a:solidFill>
              </a:rPr>
              <a:t> </a:t>
            </a:r>
            <a:r>
              <a:rPr lang="ru-RU" sz="900" b="0" i="0" dirty="0" smtClean="0">
                <a:solidFill>
                  <a:srgbClr val="000000"/>
                </a:solidFill>
                <a:latin typeface="Arial"/>
              </a:rPr>
              <a:t>онлайн</a:t>
            </a:r>
            <a:r>
              <a:rPr lang="ru-RU" sz="900" b="1" i="0" dirty="0" smtClean="0">
                <a:solidFill>
                  <a:srgbClr val="000000"/>
                </a:solidFill>
              </a:rPr>
              <a:t>, </a:t>
            </a:r>
            <a:r>
              <a:rPr lang="ru-RU" sz="900" b="1"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использующие</a:t>
            </a:r>
            <a:r>
              <a:rPr lang="ru-RU" sz="900" b="0" i="0" dirty="0" smtClean="0">
                <a:solidFill>
                  <a:srgbClr val="000000"/>
                </a:solidFill>
              </a:rPr>
              <a:t> </a:t>
            </a:r>
            <a:r>
              <a:rPr lang="ru-RU" sz="900" b="0" i="0" dirty="0" smtClean="0">
                <a:solidFill>
                  <a:srgbClr val="000000"/>
                </a:solidFill>
                <a:latin typeface="Arial"/>
              </a:rPr>
              <a:t>информационные</a:t>
            </a:r>
            <a:r>
              <a:rPr lang="ru-RU" sz="900" b="0" i="0" dirty="0" smtClean="0">
                <a:solidFill>
                  <a:srgbClr val="000000"/>
                </a:solidFill>
              </a:rPr>
              <a:t> </a:t>
            </a:r>
            <a:r>
              <a:rPr lang="ru-RU" sz="900" b="0" i="0" dirty="0" smtClean="0">
                <a:solidFill>
                  <a:srgbClr val="000000"/>
                </a:solidFill>
                <a:latin typeface="Arial"/>
              </a:rPr>
              <a:t>технологии</a:t>
            </a:r>
            <a:r>
              <a:rPr lang="ru-RU" sz="900" b="0" i="0" dirty="0" smtClean="0">
                <a:solidFill>
                  <a:srgbClr val="000000"/>
                </a:solidFill>
              </a:rPr>
              <a:t> (</a:t>
            </a:r>
            <a:r>
              <a:rPr lang="ru-RU" sz="900" b="0" i="0" dirty="0" smtClean="0">
                <a:solidFill>
                  <a:srgbClr val="000000"/>
                </a:solidFill>
                <a:latin typeface="Arial"/>
              </a:rPr>
              <a:t>ИТ</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своих</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операций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1" i="0" dirty="0" smtClean="0">
                <a:solidFill>
                  <a:srgbClr val="000000"/>
                </a:solidFill>
                <a:latin typeface="Arial"/>
              </a:rPr>
              <a:t>разнообразные</a:t>
            </a:r>
            <a:r>
              <a:rPr lang="ru-RU" sz="900" b="1" i="0" dirty="0" smtClean="0">
                <a:solidFill>
                  <a:srgbClr val="000000"/>
                </a:solidFill>
              </a:rPr>
              <a:t> «</a:t>
            </a:r>
            <a:r>
              <a:rPr lang="ru-RU" sz="900" b="1" i="0" dirty="0" smtClean="0">
                <a:solidFill>
                  <a:srgbClr val="000000"/>
                </a:solidFill>
                <a:latin typeface="Arial"/>
              </a:rPr>
              <a:t>интеллектуальные</a:t>
            </a:r>
            <a:r>
              <a:rPr lang="ru-RU" sz="900" b="1" i="0" dirty="0" smtClean="0">
                <a:solidFill>
                  <a:srgbClr val="000000"/>
                </a:solidFill>
              </a:rPr>
              <a:t>» </a:t>
            </a:r>
            <a:r>
              <a:rPr lang="ru-RU" sz="900" b="1" i="0" dirty="0" smtClean="0">
                <a:solidFill>
                  <a:srgbClr val="000000"/>
                </a:solidFill>
                <a:latin typeface="Arial"/>
              </a:rPr>
              <a:t>электронные</a:t>
            </a:r>
            <a:r>
              <a:rPr lang="ru-RU" sz="900" b="1" i="0" dirty="0" smtClean="0">
                <a:solidFill>
                  <a:srgbClr val="000000"/>
                </a:solidFill>
              </a:rPr>
              <a:t> </a:t>
            </a:r>
            <a:r>
              <a:rPr lang="ru-RU" sz="900" b="1" i="0" dirty="0" smtClean="0">
                <a:solidFill>
                  <a:srgbClr val="000000"/>
                </a:solidFill>
                <a:latin typeface="Arial"/>
              </a:rPr>
              <a:t>устройства</a:t>
            </a:r>
            <a:r>
              <a:rPr lang="ru-RU" sz="900" b="0" i="0" dirty="0" smtClean="0">
                <a:solidFill>
                  <a:srgbClr val="000000"/>
                </a:solidFill>
              </a:rPr>
              <a:t>, </a:t>
            </a:r>
            <a:r>
              <a:rPr lang="ru-RU" sz="900" b="0" i="0" dirty="0" smtClean="0">
                <a:solidFill>
                  <a:srgbClr val="000000"/>
                </a:solidFill>
                <a:latin typeface="Arial"/>
              </a:rPr>
              <a:t>подключенные</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Интернету</a:t>
            </a:r>
            <a:r>
              <a:rPr lang="ru-RU" sz="900" b="0" i="0" dirty="0" smtClean="0">
                <a:solidFill>
                  <a:srgbClr val="000000"/>
                </a:solidFill>
              </a:rPr>
              <a:t>. </a:t>
            </a:r>
          </a:p>
          <a:p>
            <a:pPr>
              <a:spcBef>
                <a:spcPts val="600"/>
              </a:spcBef>
              <a:defRPr/>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организациях</a:t>
            </a:r>
            <a:r>
              <a:rPr lang="ru-RU" sz="900" b="0" i="0" dirty="0" smtClean="0">
                <a:solidFill>
                  <a:srgbClr val="000000"/>
                </a:solidFill>
              </a:rPr>
              <a:t> </a:t>
            </a:r>
            <a:r>
              <a:rPr lang="ru-RU" sz="900" b="0" i="0" dirty="0" smtClean="0">
                <a:solidFill>
                  <a:srgbClr val="000000"/>
                </a:solidFill>
                <a:latin typeface="Arial"/>
              </a:rPr>
              <a:t>объемы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важность</a:t>
            </a:r>
            <a:r>
              <a:rPr lang="ru-RU" sz="900" b="0" i="0" dirty="0" smtClean="0">
                <a:solidFill>
                  <a:srgbClr val="000000"/>
                </a:solidFill>
              </a:rPr>
              <a:t> </a:t>
            </a:r>
            <a:r>
              <a:rPr lang="ru-RU" sz="900" b="0"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операций</a:t>
            </a:r>
            <a:r>
              <a:rPr lang="ru-RU" sz="900" b="0" i="0" dirty="0" smtClean="0">
                <a:solidFill>
                  <a:srgbClr val="000000"/>
                </a:solidFill>
              </a:rPr>
              <a:t> </a:t>
            </a:r>
            <a:r>
              <a:rPr lang="ru-RU" sz="900" b="0" i="0" dirty="0" smtClean="0">
                <a:solidFill>
                  <a:srgbClr val="000000"/>
                </a:solidFill>
                <a:latin typeface="Arial"/>
              </a:rPr>
              <a:t>продолжают</a:t>
            </a:r>
            <a:r>
              <a:rPr lang="ru-RU" sz="900" b="0" i="0" dirty="0" smtClean="0">
                <a:solidFill>
                  <a:srgbClr val="000000"/>
                </a:solidFill>
              </a:rPr>
              <a:t> </a:t>
            </a:r>
            <a:r>
              <a:rPr lang="ru-RU" sz="900" b="0" i="0" dirty="0" smtClean="0">
                <a:solidFill>
                  <a:srgbClr val="000000"/>
                </a:solidFill>
                <a:latin typeface="Arial"/>
              </a:rPr>
              <a:t>расти</a:t>
            </a:r>
            <a:r>
              <a:rPr lang="ru-RU" sz="900" b="0" i="0" dirty="0" smtClean="0">
                <a:solidFill>
                  <a:srgbClr val="000000"/>
                </a:solidFill>
              </a:rPr>
              <a:t> </a:t>
            </a:r>
            <a:r>
              <a:rPr lang="ru-RU" sz="900" b="0" i="0" dirty="0" smtClean="0">
                <a:solidFill>
                  <a:srgbClr val="000000"/>
                </a:solidFill>
                <a:latin typeface="Arial"/>
              </a:rPr>
              <a:t>впечатляющими</a:t>
            </a:r>
            <a:r>
              <a:rPr lang="ru-RU" sz="900" b="0" i="0" dirty="0" smtClean="0">
                <a:solidFill>
                  <a:srgbClr val="000000"/>
                </a:solidFill>
              </a:rPr>
              <a:t> </a:t>
            </a:r>
            <a:r>
              <a:rPr lang="ru-RU" sz="900" b="0" i="0" dirty="0" smtClean="0">
                <a:solidFill>
                  <a:srgbClr val="000000"/>
                </a:solidFill>
                <a:latin typeface="Arial"/>
              </a:rPr>
              <a:t>темпами</a:t>
            </a:r>
            <a:r>
              <a:rPr lang="ru-RU" sz="900" b="0" i="0" dirty="0" smtClean="0">
                <a:solidFill>
                  <a:srgbClr val="000000"/>
                </a:solidFill>
              </a:rPr>
              <a:t>. </a:t>
            </a:r>
            <a:r>
              <a:rPr lang="ru-RU" sz="900" b="1" i="0" dirty="0" smtClean="0">
                <a:solidFill>
                  <a:srgbClr val="000000"/>
                </a:solidFill>
                <a:latin typeface="Arial"/>
              </a:rPr>
              <a:t>Пользователи</a:t>
            </a:r>
            <a:r>
              <a:rPr lang="ru-RU" sz="900" b="1" i="0" dirty="0" smtClean="0">
                <a:solidFill>
                  <a:srgbClr val="000000"/>
                </a:solidFill>
              </a:rPr>
              <a:t> </a:t>
            </a:r>
            <a:r>
              <a:rPr lang="ru-RU" sz="900" b="0" i="0" dirty="0" smtClean="0">
                <a:solidFill>
                  <a:srgbClr val="000000"/>
                </a:solidFill>
                <a:latin typeface="Arial"/>
              </a:rPr>
              <a:t>непрерывно</a:t>
            </a:r>
            <a:r>
              <a:rPr lang="ru-RU" sz="900" b="0" i="0" dirty="0" smtClean="0">
                <a:solidFill>
                  <a:srgbClr val="000000"/>
                </a:solidFill>
              </a:rPr>
              <a:t> </a:t>
            </a:r>
            <a:r>
              <a:rPr lang="ru-RU" sz="900" b="0" i="0" dirty="0" smtClean="0">
                <a:solidFill>
                  <a:srgbClr val="000000"/>
                </a:solidFill>
                <a:latin typeface="Arial"/>
              </a:rPr>
              <a:t>создают</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потребляют</a:t>
            </a:r>
            <a:r>
              <a:rPr lang="ru-RU" sz="900" b="0" i="0" dirty="0" smtClean="0">
                <a:solidFill>
                  <a:srgbClr val="000000"/>
                </a:solidFill>
              </a:rPr>
              <a:t> </a:t>
            </a:r>
            <a:r>
              <a:rPr lang="ru-RU" sz="900" b="0" i="0" dirty="0" smtClean="0">
                <a:solidFill>
                  <a:srgbClr val="000000"/>
                </a:solidFill>
                <a:latin typeface="Arial"/>
              </a:rPr>
              <a:t>информацию</a:t>
            </a:r>
            <a:r>
              <a:rPr lang="ru-RU" sz="900" b="0" i="0" dirty="0" smtClean="0">
                <a:solidFill>
                  <a:srgbClr val="000000"/>
                </a:solidFill>
              </a:rPr>
              <a:t>, </a:t>
            </a:r>
            <a:r>
              <a:rPr lang="ru-RU" sz="900" b="0" i="0" dirty="0" smtClean="0">
                <a:solidFill>
                  <a:srgbClr val="000000"/>
                </a:solidFill>
                <a:latin typeface="Arial"/>
              </a:rPr>
              <a:t>выполняя</a:t>
            </a:r>
            <a:r>
              <a:rPr lang="ru-RU" sz="900" b="0" i="0" dirty="0" smtClean="0">
                <a:solidFill>
                  <a:srgbClr val="000000"/>
                </a:solidFill>
              </a:rPr>
              <a:t> </a:t>
            </a:r>
            <a:r>
              <a:rPr lang="ru-RU" sz="900" b="0" i="0" dirty="0" smtClean="0">
                <a:solidFill>
                  <a:srgbClr val="000000"/>
                </a:solidFill>
                <a:latin typeface="Arial"/>
              </a:rPr>
              <a:t>множество</a:t>
            </a:r>
            <a:r>
              <a:rPr lang="ru-RU" sz="900" b="0" i="0" dirty="0" smtClean="0">
                <a:solidFill>
                  <a:srgbClr val="000000"/>
                </a:solidFill>
              </a:rPr>
              <a:t> </a:t>
            </a:r>
            <a:r>
              <a:rPr lang="ru-RU" sz="900" b="0" i="0" dirty="0" smtClean="0">
                <a:solidFill>
                  <a:srgbClr val="000000"/>
                </a:solidFill>
                <a:latin typeface="Arial"/>
              </a:rPr>
              <a:t>действий</a:t>
            </a:r>
            <a:r>
              <a:rPr lang="ru-RU" sz="900" b="0" i="0" dirty="0" smtClean="0">
                <a:solidFill>
                  <a:srgbClr val="000000"/>
                </a:solidFill>
              </a:rPr>
              <a:t>, </a:t>
            </a:r>
            <a:r>
              <a:rPr lang="ru-RU" sz="900" b="0" i="0" dirty="0" smtClean="0">
                <a:solidFill>
                  <a:srgbClr val="000000"/>
                </a:solidFill>
                <a:latin typeface="Arial"/>
              </a:rPr>
              <a:t>среди</a:t>
            </a:r>
            <a:r>
              <a:rPr lang="ru-RU" sz="900" b="0" i="0" dirty="0" smtClean="0">
                <a:solidFill>
                  <a:srgbClr val="000000"/>
                </a:solidFill>
              </a:rPr>
              <a:t> </a:t>
            </a:r>
            <a:r>
              <a:rPr lang="ru-RU" sz="900" b="0" i="0" dirty="0" smtClean="0">
                <a:solidFill>
                  <a:srgbClr val="000000"/>
                </a:solidFill>
                <a:latin typeface="Arial"/>
              </a:rPr>
              <a:t>которых</a:t>
            </a:r>
            <a:r>
              <a:rPr lang="ru-RU" sz="900" b="0" i="0" dirty="0" smtClean="0">
                <a:solidFill>
                  <a:srgbClr val="000000"/>
                </a:solidFill>
              </a:rPr>
              <a:t> </a:t>
            </a:r>
            <a:r>
              <a:rPr lang="ru-RU" sz="900" b="0" i="0" dirty="0" smtClean="0">
                <a:solidFill>
                  <a:srgbClr val="000000"/>
                </a:solidFill>
                <a:latin typeface="Arial"/>
              </a:rPr>
              <a:t>поиск</a:t>
            </a:r>
            <a:r>
              <a:rPr lang="ru-RU" sz="900" b="0" i="0" dirty="0" smtClean="0">
                <a:solidFill>
                  <a:srgbClr val="000000"/>
                </a:solidFill>
              </a:rPr>
              <a:t> </a:t>
            </a:r>
            <a:r>
              <a:rPr lang="ru-RU" sz="900" b="0" i="0" dirty="0" smtClean="0">
                <a:solidFill>
                  <a:srgbClr val="000000"/>
                </a:solidFill>
                <a:latin typeface="Arial"/>
              </a:rPr>
              <a:t>сведений</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Интернете</a:t>
            </a:r>
            <a:r>
              <a:rPr lang="ru-RU" sz="900" b="0" i="0" dirty="0" smtClean="0">
                <a:solidFill>
                  <a:srgbClr val="000000"/>
                </a:solidFill>
              </a:rPr>
              <a:t>, </a:t>
            </a:r>
            <a:r>
              <a:rPr lang="ru-RU" sz="900" b="0" i="0" dirty="0" smtClean="0">
                <a:solidFill>
                  <a:srgbClr val="000000"/>
                </a:solidFill>
                <a:latin typeface="Arial"/>
              </a:rPr>
              <a:t>использование</a:t>
            </a:r>
            <a:r>
              <a:rPr lang="ru-RU" sz="900" b="0" i="0" dirty="0" smtClean="0">
                <a:solidFill>
                  <a:srgbClr val="000000"/>
                </a:solidFill>
              </a:rPr>
              <a:t> </a:t>
            </a:r>
            <a:r>
              <a:rPr lang="ru-RU" sz="900" b="0" i="0" dirty="0" smtClean="0">
                <a:solidFill>
                  <a:srgbClr val="000000"/>
                </a:solidFill>
                <a:latin typeface="Arial"/>
              </a:rPr>
              <a:t>электронной</a:t>
            </a:r>
            <a:r>
              <a:rPr lang="ru-RU" sz="900" b="0" i="0" dirty="0" smtClean="0">
                <a:solidFill>
                  <a:srgbClr val="000000"/>
                </a:solidFill>
              </a:rPr>
              <a:t> </a:t>
            </a:r>
            <a:r>
              <a:rPr lang="ru-RU" sz="900" b="0" i="0" dirty="0" smtClean="0">
                <a:solidFill>
                  <a:srgbClr val="000000"/>
                </a:solidFill>
                <a:latin typeface="Arial"/>
              </a:rPr>
              <a:t>почты</a:t>
            </a:r>
            <a:r>
              <a:rPr lang="ru-RU" sz="900" b="0" i="0" dirty="0" smtClean="0">
                <a:solidFill>
                  <a:srgbClr val="000000"/>
                </a:solidFill>
              </a:rPr>
              <a:t>, </a:t>
            </a:r>
            <a:r>
              <a:rPr lang="ru-RU" sz="900" b="0" i="0" dirty="0" smtClean="0">
                <a:solidFill>
                  <a:srgbClr val="000000"/>
                </a:solidFill>
                <a:latin typeface="Arial"/>
              </a:rPr>
              <a:t>загрузка</a:t>
            </a:r>
            <a:r>
              <a:rPr lang="ru-RU" sz="900" b="0" i="0" dirty="0" smtClean="0">
                <a:solidFill>
                  <a:srgbClr val="000000"/>
                </a:solidFill>
              </a:rPr>
              <a:t> </a:t>
            </a:r>
            <a:r>
              <a:rPr lang="ru-RU" sz="900" b="0" i="0" dirty="0" smtClean="0">
                <a:solidFill>
                  <a:srgbClr val="000000"/>
                </a:solidFill>
                <a:latin typeface="Arial"/>
              </a:rPr>
              <a:t>содержания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передача</a:t>
            </a:r>
            <a:r>
              <a:rPr lang="ru-RU" sz="900" b="0" i="0" dirty="0" smtClean="0">
                <a:solidFill>
                  <a:srgbClr val="000000"/>
                </a:solidFill>
              </a:rPr>
              <a:t> </a:t>
            </a:r>
            <a:r>
              <a:rPr lang="ru-RU" sz="900" b="0" i="0" dirty="0" smtClean="0">
                <a:solidFill>
                  <a:srgbClr val="000000"/>
                </a:solidFill>
                <a:latin typeface="Arial"/>
              </a:rPr>
              <a:t>медиа</a:t>
            </a:r>
            <a:r>
              <a:rPr lang="ru-RU" sz="900" b="0" i="0" dirty="0" smtClean="0">
                <a:solidFill>
                  <a:srgbClr val="000000"/>
                </a:solidFill>
              </a:rPr>
              <a:t>-</a:t>
            </a:r>
            <a:r>
              <a:rPr lang="ru-RU" sz="900" b="0" i="0" dirty="0" smtClean="0">
                <a:solidFill>
                  <a:srgbClr val="000000"/>
                </a:solidFill>
                <a:latin typeface="Arial"/>
              </a:rPr>
              <a:t>файлов</a:t>
            </a:r>
            <a:r>
              <a:rPr lang="ru-RU" sz="900" b="0" i="0" dirty="0" smtClean="0">
                <a:solidFill>
                  <a:srgbClr val="000000"/>
                </a:solidFill>
              </a:rPr>
              <a:t>. </a:t>
            </a:r>
          </a:p>
          <a:p>
            <a:pPr>
              <a:spcBef>
                <a:spcPts val="600"/>
              </a:spcBef>
              <a:defRPr/>
            </a:pPr>
            <a:r>
              <a:rPr lang="ru-RU" sz="900" b="0" i="0" dirty="0" smtClean="0">
                <a:solidFill>
                  <a:srgbClr val="000000"/>
                </a:solidFill>
                <a:latin typeface="Arial"/>
              </a:rPr>
              <a:t>Быстрое</a:t>
            </a:r>
            <a:r>
              <a:rPr lang="ru-RU" sz="900" b="0" i="0" dirty="0" smtClean="0">
                <a:solidFill>
                  <a:srgbClr val="000000"/>
                </a:solidFill>
              </a:rPr>
              <a:t> </a:t>
            </a:r>
            <a:r>
              <a:rPr lang="ru-RU" sz="900" b="0" i="0" dirty="0" smtClean="0">
                <a:solidFill>
                  <a:srgbClr val="000000"/>
                </a:solidFill>
                <a:latin typeface="Arial"/>
              </a:rPr>
              <a:t>распространение</a:t>
            </a:r>
            <a:r>
              <a:rPr lang="ru-RU" sz="900" b="0" i="0" dirty="0" smtClean="0">
                <a:solidFill>
                  <a:srgbClr val="000000"/>
                </a:solidFill>
              </a:rPr>
              <a:t> </a:t>
            </a:r>
            <a:r>
              <a:rPr lang="ru-RU" sz="900" b="1" i="0" dirty="0" smtClean="0">
                <a:solidFill>
                  <a:srgbClr val="000000"/>
                </a:solidFill>
                <a:latin typeface="Arial"/>
              </a:rPr>
              <a:t>социальных</a:t>
            </a:r>
            <a:r>
              <a:rPr lang="ru-RU" sz="900" b="1" i="0" dirty="0" smtClean="0">
                <a:solidFill>
                  <a:srgbClr val="000000"/>
                </a:solidFill>
              </a:rPr>
              <a:t> </a:t>
            </a:r>
            <a:r>
              <a:rPr lang="ru-RU" sz="900" b="1" i="0" dirty="0" smtClean="0">
                <a:solidFill>
                  <a:srgbClr val="000000"/>
                </a:solidFill>
                <a:latin typeface="Arial"/>
              </a:rPr>
              <a:t>сетей</a:t>
            </a:r>
            <a:r>
              <a:rPr lang="ru-RU" sz="900" b="1" i="0" dirty="0" smtClean="0">
                <a:solidFill>
                  <a:srgbClr val="000000"/>
                </a:solidFill>
              </a:rPr>
              <a:t>, </a:t>
            </a:r>
            <a:r>
              <a:rPr lang="ru-RU" sz="900" b="1" i="0" dirty="0" smtClean="0">
                <a:solidFill>
                  <a:srgbClr val="000000"/>
                </a:solidFill>
                <a:latin typeface="Arial"/>
              </a:rPr>
              <a:t>а</a:t>
            </a:r>
            <a:r>
              <a:rPr lang="ru-RU" sz="900" b="1" i="0" dirty="0" smtClean="0">
                <a:solidFill>
                  <a:srgbClr val="000000"/>
                </a:solidFill>
              </a:rPr>
              <a:t> </a:t>
            </a:r>
            <a:r>
              <a:rPr lang="ru-RU" sz="900" b="1" i="0" dirty="0" smtClean="0">
                <a:solidFill>
                  <a:srgbClr val="000000"/>
                </a:solidFill>
                <a:latin typeface="Arial"/>
              </a:rPr>
              <a:t>также</a:t>
            </a:r>
            <a:r>
              <a:rPr lang="ru-RU" sz="900" b="1" i="0" dirty="0" smtClean="0">
                <a:solidFill>
                  <a:srgbClr val="000000"/>
                </a:solidFill>
              </a:rPr>
              <a:t> </a:t>
            </a:r>
            <a:r>
              <a:rPr lang="ru-RU" sz="900" b="1" i="0" dirty="0" smtClean="0">
                <a:solidFill>
                  <a:srgbClr val="000000"/>
                </a:solidFill>
                <a:latin typeface="Arial"/>
              </a:rPr>
              <a:t>смартфонов</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планшетов</a:t>
            </a:r>
            <a:r>
              <a:rPr lang="ru-RU" sz="900" b="1" i="0" dirty="0" smtClean="0">
                <a:solidFill>
                  <a:srgbClr val="000000"/>
                </a:solidFill>
              </a:rPr>
              <a:t>, </a:t>
            </a:r>
            <a:r>
              <a:rPr lang="ru-RU" sz="900" b="1" i="0" dirty="0" smtClean="0">
                <a:solidFill>
                  <a:srgbClr val="000000"/>
                </a:solidFill>
                <a:latin typeface="Arial"/>
              </a:rPr>
              <a:t>подключенных</a:t>
            </a:r>
            <a:r>
              <a:rPr lang="ru-RU" sz="900" b="1" i="0" dirty="0" smtClean="0">
                <a:solidFill>
                  <a:srgbClr val="000000"/>
                </a:solidFill>
              </a:rPr>
              <a:t> </a:t>
            </a:r>
            <a:r>
              <a:rPr lang="ru-RU" sz="900" b="1" i="0" dirty="0" smtClean="0">
                <a:solidFill>
                  <a:srgbClr val="000000"/>
                </a:solidFill>
                <a:latin typeface="Arial"/>
              </a:rPr>
              <a:t>к</a:t>
            </a:r>
            <a:r>
              <a:rPr lang="ru-RU" sz="900" b="1" i="0" dirty="0" smtClean="0">
                <a:solidFill>
                  <a:srgbClr val="000000"/>
                </a:solidFill>
              </a:rPr>
              <a:t> </a:t>
            </a:r>
            <a:r>
              <a:rPr lang="ru-RU" sz="900" b="1" i="0" dirty="0" smtClean="0">
                <a:solidFill>
                  <a:srgbClr val="000000"/>
                </a:solidFill>
                <a:latin typeface="Arial"/>
              </a:rPr>
              <a:t>Интернету</a:t>
            </a:r>
            <a:r>
              <a:rPr lang="ru-RU" sz="900" b="0" i="0" dirty="0" smtClean="0">
                <a:solidFill>
                  <a:srgbClr val="000000"/>
                </a:solidFill>
              </a:rPr>
              <a:t>, </a:t>
            </a:r>
            <a:r>
              <a:rPr lang="ru-RU" sz="900" b="0" i="0" dirty="0" smtClean="0">
                <a:solidFill>
                  <a:srgbClr val="000000"/>
                </a:solidFill>
                <a:latin typeface="Arial"/>
              </a:rPr>
              <a:t>тоже</a:t>
            </a:r>
            <a:r>
              <a:rPr lang="ru-RU" sz="900" b="0" i="0" dirty="0" smtClean="0">
                <a:solidFill>
                  <a:srgbClr val="000000"/>
                </a:solidFill>
              </a:rPr>
              <a:t> </a:t>
            </a:r>
            <a:r>
              <a:rPr lang="ru-RU" sz="900" b="0" i="0" dirty="0" smtClean="0">
                <a:solidFill>
                  <a:srgbClr val="000000"/>
                </a:solidFill>
                <a:latin typeface="Arial"/>
              </a:rPr>
              <a:t>внесло</a:t>
            </a:r>
            <a:r>
              <a:rPr lang="ru-RU" sz="900" b="0" i="0" dirty="0" smtClean="0">
                <a:solidFill>
                  <a:srgbClr val="000000"/>
                </a:solidFill>
              </a:rPr>
              <a:t> </a:t>
            </a:r>
            <a:r>
              <a:rPr lang="ru-RU" sz="900" b="0" i="0" dirty="0" smtClean="0">
                <a:solidFill>
                  <a:srgbClr val="000000"/>
                </a:solidFill>
                <a:latin typeface="Arial"/>
              </a:rPr>
              <a:t>значительный</a:t>
            </a:r>
            <a:r>
              <a:rPr lang="ru-RU" sz="900" b="0" i="0" dirty="0" smtClean="0">
                <a:solidFill>
                  <a:srgbClr val="000000"/>
                </a:solidFill>
              </a:rPr>
              <a:t> </a:t>
            </a:r>
            <a:r>
              <a:rPr lang="ru-RU" sz="900" b="0" i="0" dirty="0" smtClean="0">
                <a:solidFill>
                  <a:srgbClr val="000000"/>
                </a:solidFill>
                <a:latin typeface="Arial"/>
              </a:rPr>
              <a:t>вклад</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развитие</a:t>
            </a:r>
            <a:r>
              <a:rPr lang="ru-RU" sz="900" b="0" i="0" dirty="0" smtClean="0">
                <a:solidFill>
                  <a:srgbClr val="000000"/>
                </a:solidFill>
              </a:rPr>
              <a:t> </a:t>
            </a:r>
            <a:r>
              <a:rPr lang="ru-RU" sz="900" b="0" i="0" dirty="0" smtClean="0">
                <a:solidFill>
                  <a:srgbClr val="000000"/>
                </a:solidFill>
                <a:latin typeface="Arial"/>
              </a:rPr>
              <a:t>цифровой</a:t>
            </a:r>
            <a:r>
              <a:rPr lang="ru-RU" sz="900" b="0" i="0" dirty="0" smtClean="0">
                <a:solidFill>
                  <a:srgbClr val="000000"/>
                </a:solidFill>
              </a:rPr>
              <a:t> </a:t>
            </a:r>
            <a:r>
              <a:rPr lang="ru-RU" sz="900" b="0" i="0" dirty="0" smtClean="0">
                <a:solidFill>
                  <a:srgbClr val="000000"/>
                </a:solidFill>
                <a:latin typeface="Arial"/>
              </a:rPr>
              <a:t>вселенной</a:t>
            </a:r>
            <a:r>
              <a:rPr lang="ru-RU" sz="900" b="0" i="0" dirty="0" smtClean="0">
                <a:solidFill>
                  <a:srgbClr val="000000"/>
                </a:solidFill>
              </a:rPr>
              <a:t>.</a:t>
            </a:r>
          </a:p>
          <a:p>
            <a:pPr>
              <a:spcBef>
                <a:spcPts val="600"/>
              </a:spcBef>
              <a:defRPr/>
            </a:pPr>
            <a:r>
              <a:rPr lang="ru-RU" sz="900" b="0" i="0" dirty="0" smtClean="0">
                <a:solidFill>
                  <a:srgbClr val="000000"/>
                </a:solidFill>
                <a:latin typeface="Arial"/>
              </a:rPr>
              <a:t>Кроме</a:t>
            </a:r>
            <a:r>
              <a:rPr lang="ru-RU" sz="900" b="0" i="0" dirty="0" smtClean="0">
                <a:solidFill>
                  <a:srgbClr val="000000"/>
                </a:solidFill>
              </a:rPr>
              <a:t> </a:t>
            </a:r>
            <a:r>
              <a:rPr lang="ru-RU" sz="900" b="0" i="0" dirty="0" smtClean="0">
                <a:solidFill>
                  <a:srgbClr val="000000"/>
                </a:solidFill>
                <a:latin typeface="Arial"/>
              </a:rPr>
              <a:t>того</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расширение</a:t>
            </a:r>
            <a:r>
              <a:rPr lang="ru-RU" sz="900" b="0" i="0" dirty="0" smtClean="0">
                <a:solidFill>
                  <a:srgbClr val="000000"/>
                </a:solidFill>
              </a:rPr>
              <a:t> </a:t>
            </a:r>
            <a:r>
              <a:rPr lang="ru-RU" sz="900" b="0" i="0" dirty="0" smtClean="0">
                <a:solidFill>
                  <a:srgbClr val="000000"/>
                </a:solidFill>
                <a:latin typeface="Arial"/>
              </a:rPr>
              <a:t>цифровой</a:t>
            </a:r>
            <a:r>
              <a:rPr lang="ru-RU" sz="900" b="0" i="0" dirty="0" smtClean="0">
                <a:solidFill>
                  <a:srgbClr val="000000"/>
                </a:solidFill>
              </a:rPr>
              <a:t> </a:t>
            </a:r>
            <a:r>
              <a:rPr lang="ru-RU" sz="900" b="0" i="0" dirty="0" smtClean="0">
                <a:solidFill>
                  <a:srgbClr val="000000"/>
                </a:solidFill>
                <a:latin typeface="Arial"/>
              </a:rPr>
              <a:t>вселенной</a:t>
            </a:r>
            <a:r>
              <a:rPr lang="ru-RU" sz="900" b="0" i="0" dirty="0" smtClean="0">
                <a:solidFill>
                  <a:srgbClr val="000000"/>
                </a:solidFill>
              </a:rPr>
              <a:t> </a:t>
            </a:r>
            <a:r>
              <a:rPr lang="ru-RU" sz="900" b="0" i="0" dirty="0" smtClean="0">
                <a:solidFill>
                  <a:srgbClr val="000000"/>
                </a:solidFill>
                <a:latin typeface="Arial"/>
              </a:rPr>
              <a:t>повлияло</a:t>
            </a:r>
            <a:r>
              <a:rPr lang="ru-RU" sz="900" b="0" i="0" dirty="0" smtClean="0">
                <a:solidFill>
                  <a:srgbClr val="000000"/>
                </a:solidFill>
              </a:rPr>
              <a:t> </a:t>
            </a:r>
            <a:r>
              <a:rPr lang="ru-RU" sz="900" b="0" i="0" dirty="0" smtClean="0">
                <a:solidFill>
                  <a:srgbClr val="000000"/>
                </a:solidFill>
                <a:latin typeface="Arial"/>
              </a:rPr>
              <a:t>появление</a:t>
            </a:r>
            <a:r>
              <a:rPr lang="ru-RU" sz="900" b="0" i="0" dirty="0" smtClean="0">
                <a:solidFill>
                  <a:srgbClr val="000000"/>
                </a:solidFill>
              </a:rPr>
              <a:t> </a:t>
            </a:r>
            <a:r>
              <a:rPr lang="ru-RU" sz="900" b="0" i="1" dirty="0" smtClean="0">
                <a:solidFill>
                  <a:srgbClr val="000000"/>
                </a:solidFill>
                <a:latin typeface="Arial"/>
              </a:rPr>
              <a:t>Интернета</a:t>
            </a:r>
            <a:r>
              <a:rPr lang="ru-RU" sz="900" b="0" i="1" dirty="0" smtClean="0">
                <a:solidFill>
                  <a:srgbClr val="000000"/>
                </a:solidFill>
              </a:rPr>
              <a:t> </a:t>
            </a:r>
            <a:r>
              <a:rPr lang="ru-RU" sz="900" b="0" i="1" dirty="0" smtClean="0">
                <a:solidFill>
                  <a:srgbClr val="000000"/>
                </a:solidFill>
                <a:latin typeface="Arial"/>
              </a:rPr>
              <a:t>вещей</a:t>
            </a:r>
            <a:r>
              <a:rPr lang="ru-RU" sz="900" b="0" i="0" dirty="0" smtClean="0">
                <a:solidFill>
                  <a:srgbClr val="000000"/>
                </a:solidFill>
              </a:rPr>
              <a:t>. </a:t>
            </a:r>
          </a:p>
          <a:p>
            <a:pPr>
              <a:spcBef>
                <a:spcPts val="600"/>
              </a:spcBef>
              <a:defRPr/>
            </a:pPr>
            <a:r>
              <a:rPr lang="ru-RU" sz="900" b="1" i="0" dirty="0" smtClean="0">
                <a:solidFill>
                  <a:srgbClr val="000000"/>
                </a:solidFill>
                <a:latin typeface="Arial"/>
              </a:rPr>
              <a:t>Интернет</a:t>
            </a:r>
            <a:r>
              <a:rPr lang="ru-RU" sz="900" b="1" i="0" dirty="0" smtClean="0">
                <a:solidFill>
                  <a:srgbClr val="000000"/>
                </a:solidFill>
              </a:rPr>
              <a:t> </a:t>
            </a:r>
            <a:r>
              <a:rPr lang="ru-RU" sz="900" b="1" i="0" dirty="0" smtClean="0">
                <a:solidFill>
                  <a:srgbClr val="000000"/>
                </a:solidFill>
                <a:latin typeface="Arial"/>
              </a:rPr>
              <a:t>вещей</a:t>
            </a:r>
            <a:r>
              <a:rPr lang="ru-RU" sz="900" b="1" i="0" dirty="0" smtClean="0">
                <a:solidFill>
                  <a:srgbClr val="000000"/>
                </a:solidFill>
              </a:rPr>
              <a:t> </a:t>
            </a:r>
            <a:r>
              <a:rPr lang="ru-RU" sz="900" b="0" i="0" dirty="0" smtClean="0">
                <a:solidFill>
                  <a:srgbClr val="000000"/>
                </a:solidFill>
                <a:latin typeface="Aria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тенденция</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развитии</a:t>
            </a:r>
            <a:r>
              <a:rPr lang="ru-RU" sz="900" b="0" i="0" dirty="0" smtClean="0">
                <a:solidFill>
                  <a:srgbClr val="000000"/>
                </a:solidFill>
              </a:rPr>
              <a:t> </a:t>
            </a:r>
            <a:r>
              <a:rPr lang="ru-RU" sz="900" b="0" i="0" dirty="0" smtClean="0">
                <a:solidFill>
                  <a:srgbClr val="000000"/>
                </a:solidFill>
                <a:latin typeface="Arial"/>
              </a:rPr>
              <a:t>технологий</a:t>
            </a:r>
            <a:r>
              <a:rPr lang="ru-RU" sz="900" b="0" i="0" dirty="0" smtClean="0">
                <a:solidFill>
                  <a:srgbClr val="000000"/>
                </a:solidFill>
              </a:rPr>
              <a:t>, </a:t>
            </a:r>
            <a:r>
              <a:rPr lang="ru-RU" sz="900" b="0" i="0" dirty="0" smtClean="0">
                <a:solidFill>
                  <a:srgbClr val="000000"/>
                </a:solidFill>
                <a:latin typeface="Arial"/>
              </a:rPr>
              <a:t>которая</a:t>
            </a:r>
            <a:r>
              <a:rPr lang="ru-RU" sz="900" b="0" i="0" dirty="0" smtClean="0">
                <a:solidFill>
                  <a:srgbClr val="000000"/>
                </a:solidFill>
              </a:rPr>
              <a:t> </a:t>
            </a:r>
            <a:r>
              <a:rPr lang="ru-RU" sz="900" b="0" i="0" dirty="0" smtClean="0">
                <a:solidFill>
                  <a:srgbClr val="000000"/>
                </a:solidFill>
                <a:latin typeface="Arial"/>
              </a:rPr>
              <a:t>заключается</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том</a:t>
            </a:r>
            <a:r>
              <a:rPr lang="ru-RU" sz="900" b="0" i="0" dirty="0" smtClean="0">
                <a:solidFill>
                  <a:srgbClr val="000000"/>
                </a:solidFill>
              </a:rPr>
              <a:t>, </a:t>
            </a:r>
            <a:r>
              <a:rPr lang="ru-RU" sz="900" b="0" i="0" dirty="0" smtClean="0">
                <a:solidFill>
                  <a:srgbClr val="000000"/>
                </a:solidFill>
                <a:latin typeface="Arial"/>
              </a:rPr>
              <a:t>что</a:t>
            </a:r>
            <a:r>
              <a:rPr lang="ru-RU" sz="900" b="0" i="0" dirty="0" smtClean="0">
                <a:solidFill>
                  <a:srgbClr val="000000"/>
                </a:solidFill>
              </a:rPr>
              <a:t> «</a:t>
            </a:r>
            <a:r>
              <a:rPr lang="ru-RU" sz="900" b="0" i="0" dirty="0" smtClean="0">
                <a:solidFill>
                  <a:srgbClr val="000000"/>
                </a:solidFill>
                <a:latin typeface="Arial"/>
              </a:rPr>
              <a:t>интеллектуальные</a:t>
            </a:r>
            <a:r>
              <a:rPr lang="ru-RU" sz="900" b="0" i="0" dirty="0" smtClean="0">
                <a:solidFill>
                  <a:srgbClr val="000000"/>
                </a:solidFill>
              </a:rPr>
              <a:t>» </a:t>
            </a:r>
            <a:r>
              <a:rPr lang="ru-RU" sz="900" b="0" i="0" dirty="0" smtClean="0">
                <a:solidFill>
                  <a:srgbClr val="000000"/>
                </a:solidFill>
                <a:latin typeface="Arial"/>
              </a:rPr>
              <a:t>устройства</a:t>
            </a:r>
            <a:r>
              <a:rPr lang="ru-RU" sz="900" b="0" i="0" dirty="0" smtClean="0">
                <a:solidFill>
                  <a:srgbClr val="000000"/>
                </a:solidFill>
              </a:rPr>
              <a:t> </a:t>
            </a:r>
            <a:r>
              <a:rPr lang="ru-RU" sz="900" b="0" i="0" dirty="0" smtClean="0">
                <a:solidFill>
                  <a:srgbClr val="000000"/>
                </a:solidFill>
                <a:latin typeface="Arial"/>
              </a:rPr>
              <a:t>со</a:t>
            </a:r>
            <a:r>
              <a:rPr lang="ru-RU" sz="900" b="0" i="0" dirty="0" smtClean="0">
                <a:solidFill>
                  <a:srgbClr val="000000"/>
                </a:solidFill>
              </a:rPr>
              <a:t> </a:t>
            </a:r>
            <a:r>
              <a:rPr lang="ru-RU" sz="900" b="0" i="0" dirty="0" smtClean="0">
                <a:solidFill>
                  <a:srgbClr val="000000"/>
                </a:solidFill>
                <a:latin typeface="Arial"/>
              </a:rPr>
              <a:t>встроенными</a:t>
            </a:r>
            <a:r>
              <a:rPr lang="ru-RU" sz="900" b="0" i="0" dirty="0" smtClean="0">
                <a:solidFill>
                  <a:srgbClr val="000000"/>
                </a:solidFill>
              </a:rPr>
              <a:t> </a:t>
            </a:r>
            <a:r>
              <a:rPr lang="ru-RU" sz="900" b="0" i="0" dirty="0" smtClean="0">
                <a:solidFill>
                  <a:srgbClr val="000000"/>
                </a:solidFill>
                <a:latin typeface="Arial"/>
              </a:rPr>
              <a:t>электронными</a:t>
            </a:r>
            <a:r>
              <a:rPr lang="ru-RU" sz="900" b="0" i="0" dirty="0" smtClean="0">
                <a:solidFill>
                  <a:srgbClr val="000000"/>
                </a:solidFill>
              </a:rPr>
              <a:t> </a:t>
            </a:r>
            <a:r>
              <a:rPr lang="ru-RU" sz="900" b="0" i="0" dirty="0" smtClean="0">
                <a:solidFill>
                  <a:srgbClr val="000000"/>
                </a:solidFill>
                <a:latin typeface="Arial"/>
              </a:rPr>
              <a:t>компонентами</a:t>
            </a:r>
            <a:r>
              <a:rPr lang="ru-RU" sz="900" b="0" i="0" dirty="0" smtClean="0">
                <a:solidFill>
                  <a:srgbClr val="000000"/>
                </a:solidFill>
              </a:rPr>
              <a:t>, </a:t>
            </a:r>
            <a:r>
              <a:rPr lang="ru-RU" sz="900" b="0" i="0" dirty="0" smtClean="0">
                <a:solidFill>
                  <a:srgbClr val="000000"/>
                </a:solidFill>
                <a:latin typeface="Arial"/>
              </a:rPr>
              <a:t>программным</a:t>
            </a:r>
            <a:r>
              <a:rPr lang="ru-RU" sz="900" b="0" i="0" dirty="0" smtClean="0">
                <a:solidFill>
                  <a:srgbClr val="000000"/>
                </a:solidFill>
              </a:rPr>
              <a:t> </a:t>
            </a:r>
            <a:r>
              <a:rPr lang="ru-RU" sz="900" b="0" i="0" dirty="0" smtClean="0">
                <a:solidFill>
                  <a:srgbClr val="000000"/>
                </a:solidFill>
                <a:latin typeface="Arial"/>
              </a:rPr>
              <a:t>обеспечением</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датчиками</a:t>
            </a:r>
            <a:r>
              <a:rPr lang="ru-RU" sz="900" b="0" i="0" dirty="0" smtClean="0">
                <a:solidFill>
                  <a:srgbClr val="000000"/>
                </a:solidFill>
              </a:rPr>
              <a:t> </a:t>
            </a:r>
            <a:r>
              <a:rPr lang="ru-RU" sz="900" b="0" i="0" dirty="0" smtClean="0">
                <a:solidFill>
                  <a:srgbClr val="000000"/>
                </a:solidFill>
                <a:latin typeface="Arial"/>
              </a:rPr>
              <a:t>обмениваются</a:t>
            </a:r>
            <a:r>
              <a:rPr lang="ru-RU" sz="900" b="0" i="0" dirty="0" smtClean="0">
                <a:solidFill>
                  <a:srgbClr val="000000"/>
                </a:solidFill>
              </a:rPr>
              <a:t> </a:t>
            </a:r>
            <a:r>
              <a:rPr lang="ru-RU" sz="900" b="0" i="0" dirty="0" smtClean="0">
                <a:solidFill>
                  <a:srgbClr val="000000"/>
                </a:solidFill>
                <a:latin typeface="Arial"/>
              </a:rPr>
              <a:t>данными</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другими</a:t>
            </a:r>
            <a:r>
              <a:rPr lang="ru-RU" sz="900" b="0" i="0" dirty="0" smtClean="0">
                <a:solidFill>
                  <a:srgbClr val="000000"/>
                </a:solidFill>
              </a:rPr>
              <a:t> </a:t>
            </a:r>
            <a:r>
              <a:rPr lang="ru-RU" sz="900" b="0" i="0" dirty="0" smtClean="0">
                <a:solidFill>
                  <a:srgbClr val="000000"/>
                </a:solidFill>
                <a:latin typeface="Arial"/>
              </a:rPr>
              <a:t>устройствами</a:t>
            </a:r>
            <a:r>
              <a:rPr lang="ru-RU" sz="900" b="0" i="0" dirty="0" smtClean="0">
                <a:solidFill>
                  <a:srgbClr val="000000"/>
                </a:solidFill>
              </a:rPr>
              <a:t> </a:t>
            </a:r>
            <a:r>
              <a:rPr lang="ru-RU" sz="900" b="0" i="0" dirty="0" smtClean="0">
                <a:solidFill>
                  <a:srgbClr val="000000"/>
                </a:solidFill>
                <a:latin typeface="Arial"/>
              </a:rPr>
              <a:t>через</a:t>
            </a:r>
            <a:r>
              <a:rPr lang="ru-RU" sz="900" b="0" i="0" dirty="0" smtClean="0">
                <a:solidFill>
                  <a:srgbClr val="000000"/>
                </a:solidFill>
              </a:rPr>
              <a:t> </a:t>
            </a:r>
            <a:r>
              <a:rPr lang="ru-RU" sz="900" b="0" i="0" dirty="0" smtClean="0">
                <a:solidFill>
                  <a:srgbClr val="000000"/>
                </a:solidFill>
                <a:latin typeface="Arial"/>
              </a:rPr>
              <a:t>Интернет</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качестве</a:t>
            </a:r>
            <a:r>
              <a:rPr lang="ru-RU" sz="900" b="0" i="0" dirty="0" smtClean="0">
                <a:solidFill>
                  <a:srgbClr val="000000"/>
                </a:solidFill>
              </a:rPr>
              <a:t> </a:t>
            </a:r>
            <a:r>
              <a:rPr lang="ru-RU" sz="900" b="0" i="0" dirty="0" smtClean="0">
                <a:solidFill>
                  <a:srgbClr val="000000"/>
                </a:solidFill>
                <a:latin typeface="Arial"/>
              </a:rPr>
              <a:t>примеров</a:t>
            </a:r>
            <a:r>
              <a:rPr lang="ru-RU" sz="900" b="0" i="0" dirty="0" smtClean="0">
                <a:solidFill>
                  <a:srgbClr val="000000"/>
                </a:solidFill>
              </a:rPr>
              <a:t> </a:t>
            </a:r>
            <a:r>
              <a:rPr lang="ru-RU" sz="900" b="0" i="0" dirty="0" smtClean="0">
                <a:solidFill>
                  <a:srgbClr val="000000"/>
                </a:solidFill>
                <a:latin typeface="Arial"/>
              </a:rPr>
              <a:t>таких</a:t>
            </a:r>
            <a:r>
              <a:rPr lang="ru-RU" sz="900" b="0" i="0" dirty="0" smtClean="0">
                <a:solidFill>
                  <a:srgbClr val="000000"/>
                </a:solidFill>
              </a:rPr>
              <a:t> </a:t>
            </a:r>
            <a:r>
              <a:rPr lang="ru-RU" sz="900" b="0" i="0" dirty="0" smtClean="0">
                <a:solidFill>
                  <a:srgbClr val="000000"/>
                </a:solidFill>
                <a:latin typeface="Arial"/>
              </a:rPr>
              <a:t>устройств</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привести</a:t>
            </a:r>
            <a:r>
              <a:rPr lang="ru-RU" sz="900" b="0" i="0" dirty="0" smtClean="0">
                <a:solidFill>
                  <a:srgbClr val="000000"/>
                </a:solidFill>
              </a:rPr>
              <a:t> </a:t>
            </a:r>
            <a:r>
              <a:rPr lang="ru-RU" sz="900" b="0" i="0" dirty="0" smtClean="0">
                <a:solidFill>
                  <a:srgbClr val="000000"/>
                </a:solidFill>
                <a:latin typeface="Arial"/>
              </a:rPr>
              <a:t>носимые</a:t>
            </a:r>
            <a:r>
              <a:rPr lang="ru-RU" sz="900" b="0" i="0" dirty="0" smtClean="0">
                <a:solidFill>
                  <a:srgbClr val="000000"/>
                </a:solidFill>
              </a:rPr>
              <a:t> </a:t>
            </a:r>
            <a:r>
              <a:rPr lang="ru-RU" sz="900" b="0" i="0" dirty="0" smtClean="0">
                <a:solidFill>
                  <a:srgbClr val="000000"/>
                </a:solidFill>
                <a:latin typeface="Arial"/>
              </a:rPr>
              <a:t>гаджеты</a:t>
            </a:r>
            <a:r>
              <a:rPr lang="ru-RU" sz="900" b="0" i="0" dirty="0" smtClean="0">
                <a:solidFill>
                  <a:srgbClr val="000000"/>
                </a:solidFill>
              </a:rPr>
              <a:t> («</a:t>
            </a:r>
            <a:r>
              <a:rPr lang="ru-RU" sz="900" b="0" i="0" dirty="0" smtClean="0">
                <a:solidFill>
                  <a:srgbClr val="000000"/>
                </a:solidFill>
                <a:latin typeface="Arial"/>
              </a:rPr>
              <a:t>умные</a:t>
            </a:r>
            <a:r>
              <a:rPr lang="ru-RU" sz="900" b="0" i="0" dirty="0" smtClean="0">
                <a:solidFill>
                  <a:srgbClr val="000000"/>
                </a:solidFill>
              </a:rPr>
              <a:t>» </a:t>
            </a:r>
            <a:r>
              <a:rPr lang="ru-RU" sz="900" b="0" i="0" dirty="0" smtClean="0">
                <a:solidFill>
                  <a:srgbClr val="000000"/>
                </a:solidFill>
                <a:latin typeface="Arial"/>
              </a:rPr>
              <a:t>часы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фитнес</a:t>
            </a:r>
            <a:r>
              <a:rPr lang="ru-RU" sz="900" b="0" i="0" dirty="0" smtClean="0">
                <a:solidFill>
                  <a:srgbClr val="000000"/>
                </a:solidFill>
              </a:rPr>
              <a:t>-</a:t>
            </a:r>
            <a:r>
              <a:rPr lang="ru-RU" sz="900" b="0" i="0" dirty="0" smtClean="0">
                <a:solidFill>
                  <a:srgbClr val="000000"/>
                </a:solidFill>
                <a:latin typeface="Arial"/>
              </a:rPr>
              <a:t>трекеры</a:t>
            </a:r>
            <a:r>
              <a:rPr lang="ru-RU" sz="900" b="0" i="0" dirty="0" smtClean="0">
                <a:solidFill>
                  <a:srgbClr val="000000"/>
                </a:solidFill>
              </a:rPr>
              <a:t>), </a:t>
            </a:r>
            <a:r>
              <a:rPr lang="ru-RU" sz="900" b="0" i="0" dirty="0" smtClean="0">
                <a:solidFill>
                  <a:srgbClr val="000000"/>
                </a:solidFill>
                <a:latin typeface="Arial"/>
              </a:rPr>
              <a:t>электронные</a:t>
            </a:r>
            <a:r>
              <a:rPr lang="ru-RU" sz="900" b="0" i="0" dirty="0" smtClean="0">
                <a:solidFill>
                  <a:srgbClr val="000000"/>
                </a:solidFill>
              </a:rPr>
              <a:t> </a:t>
            </a:r>
            <a:r>
              <a:rPr lang="ru-RU" sz="900" b="0" i="0" dirty="0" smtClean="0">
                <a:solidFill>
                  <a:srgbClr val="000000"/>
                </a:solidFill>
                <a:latin typeface="Arial"/>
              </a:rPr>
              <a:t>датчики</a:t>
            </a:r>
            <a:r>
              <a:rPr lang="ru-RU" sz="900" b="0" i="0" dirty="0" smtClean="0">
                <a:solidFill>
                  <a:srgbClr val="000000"/>
                </a:solidFill>
              </a:rPr>
              <a:t> (</a:t>
            </a:r>
            <a:r>
              <a:rPr lang="ru-RU" sz="900" b="0" i="0" dirty="0" smtClean="0">
                <a:solidFill>
                  <a:srgbClr val="000000"/>
                </a:solidFill>
                <a:latin typeface="Arial"/>
              </a:rPr>
              <a:t>датчики</a:t>
            </a:r>
            <a:r>
              <a:rPr lang="ru-RU" sz="900" b="0" i="0" dirty="0" smtClean="0">
                <a:solidFill>
                  <a:srgbClr val="000000"/>
                </a:solidFill>
              </a:rPr>
              <a:t> </a:t>
            </a:r>
            <a:r>
              <a:rPr lang="ru-RU" sz="900" b="0" i="0" dirty="0" smtClean="0">
                <a:solidFill>
                  <a:srgbClr val="000000"/>
                </a:solidFill>
                <a:latin typeface="Arial"/>
              </a:rPr>
              <a:t>температуры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имплантаты</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кардиомониторинга</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бытовые</a:t>
            </a:r>
            <a:r>
              <a:rPr lang="ru-RU" sz="900" b="0" i="0" dirty="0" smtClean="0">
                <a:solidFill>
                  <a:srgbClr val="000000"/>
                </a:solidFill>
              </a:rPr>
              <a:t> </a:t>
            </a:r>
            <a:r>
              <a:rPr lang="ru-RU" sz="900" b="0" i="0" dirty="0" smtClean="0">
                <a:solidFill>
                  <a:srgbClr val="000000"/>
                </a:solidFill>
                <a:latin typeface="Arial"/>
              </a:rPr>
              <a:t>приборы</a:t>
            </a:r>
            <a:r>
              <a:rPr lang="ru-RU" sz="900" b="0" i="0" dirty="0" smtClean="0">
                <a:solidFill>
                  <a:srgbClr val="000000"/>
                </a:solidFill>
              </a:rPr>
              <a:t> (</a:t>
            </a:r>
            <a:r>
              <a:rPr lang="ru-RU" sz="900" b="0" i="0" dirty="0" smtClean="0">
                <a:solidFill>
                  <a:srgbClr val="000000"/>
                </a:solidFill>
                <a:latin typeface="Arial"/>
              </a:rPr>
              <a:t>телевизоры</a:t>
            </a:r>
            <a:r>
              <a:rPr lang="ru-RU" sz="900" b="0" i="0" dirty="0" smtClean="0">
                <a:solidFill>
                  <a:srgbClr val="000000"/>
                </a:solidFill>
              </a:rPr>
              <a:t>, </a:t>
            </a:r>
            <a:r>
              <a:rPr lang="ru-RU" sz="900" b="0" i="0" dirty="0" smtClean="0">
                <a:solidFill>
                  <a:srgbClr val="000000"/>
                </a:solidFill>
                <a:latin typeface="Arial"/>
              </a:rPr>
              <a:t>термостаты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осветительные</a:t>
            </a:r>
            <a:r>
              <a:rPr lang="ru-RU" sz="900" b="0" i="0" dirty="0" smtClean="0">
                <a:solidFill>
                  <a:srgbClr val="000000"/>
                </a:solidFill>
              </a:rPr>
              <a:t> </a:t>
            </a:r>
            <a:r>
              <a:rPr lang="ru-RU" sz="900" b="0" i="0" dirty="0" smtClean="0">
                <a:solidFill>
                  <a:srgbClr val="000000"/>
                </a:solidFill>
                <a:latin typeface="Arial"/>
              </a:rPr>
              <a:t>приборы</a:t>
            </a:r>
            <a:r>
              <a:rPr lang="ru-RU" sz="900" b="0" i="0" dirty="0" smtClean="0">
                <a:solidFill>
                  <a:srgbClr val="000000"/>
                </a:solidFill>
              </a:rPr>
              <a:t>). </a:t>
            </a:r>
          </a:p>
          <a:p>
            <a:pPr>
              <a:spcBef>
                <a:spcPts val="600"/>
              </a:spcBef>
              <a:defRPr/>
            </a:pPr>
            <a:r>
              <a:rPr lang="ru-RU" sz="900" b="0" i="0" dirty="0" smtClean="0">
                <a:solidFill>
                  <a:srgbClr val="000000"/>
                </a:solidFill>
                <a:latin typeface="Arial"/>
              </a:rPr>
              <a:t>Интернет</a:t>
            </a:r>
            <a:r>
              <a:rPr lang="ru-RU" sz="900" b="0" i="0" dirty="0" smtClean="0">
                <a:solidFill>
                  <a:srgbClr val="000000"/>
                </a:solidFill>
              </a:rPr>
              <a:t> </a:t>
            </a:r>
            <a:r>
              <a:rPr lang="ru-RU" sz="900" b="0" i="0" dirty="0" smtClean="0">
                <a:solidFill>
                  <a:srgbClr val="000000"/>
                </a:solidFill>
                <a:latin typeface="Arial"/>
              </a:rPr>
              <a:t>вещей</a:t>
            </a:r>
            <a:r>
              <a:rPr lang="ru-RU" sz="900" b="0" i="0" dirty="0" smtClean="0">
                <a:solidFill>
                  <a:srgbClr val="000000"/>
                </a:solidFill>
              </a:rPr>
              <a:t> </a:t>
            </a:r>
            <a:r>
              <a:rPr lang="ru-RU" sz="900" b="0" i="0" dirty="0" smtClean="0">
                <a:solidFill>
                  <a:srgbClr val="000000"/>
                </a:solidFill>
                <a:latin typeface="Arial"/>
              </a:rPr>
              <a:t>имеет</a:t>
            </a:r>
            <a:r>
              <a:rPr lang="ru-RU" sz="900" b="0" i="0" dirty="0" smtClean="0">
                <a:solidFill>
                  <a:srgbClr val="000000"/>
                </a:solidFill>
              </a:rPr>
              <a:t> </a:t>
            </a:r>
            <a:r>
              <a:rPr lang="ru-RU" sz="900" b="0" i="0" dirty="0" smtClean="0">
                <a:solidFill>
                  <a:srgbClr val="000000"/>
                </a:solidFill>
                <a:latin typeface="Arial"/>
              </a:rPr>
              <a:t>широкое</a:t>
            </a:r>
            <a:r>
              <a:rPr lang="ru-RU" sz="900" b="0" i="0" dirty="0" smtClean="0">
                <a:solidFill>
                  <a:srgbClr val="000000"/>
                </a:solidFill>
              </a:rPr>
              <a:t> </a:t>
            </a:r>
            <a:r>
              <a:rPr lang="ru-RU" sz="900" b="0" i="0" dirty="0" smtClean="0">
                <a:solidFill>
                  <a:srgbClr val="000000"/>
                </a:solidFill>
                <a:latin typeface="Arial"/>
              </a:rPr>
              <a:t>применение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используется</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разработки</a:t>
            </a:r>
            <a:r>
              <a:rPr lang="ru-RU" sz="900" b="0" i="0" dirty="0" smtClean="0">
                <a:solidFill>
                  <a:srgbClr val="000000"/>
                </a:solidFill>
              </a:rPr>
              <a:t> </a:t>
            </a:r>
            <a:r>
              <a:rPr lang="ru-RU" sz="900" b="0" i="0" dirty="0" smtClean="0">
                <a:solidFill>
                  <a:srgbClr val="000000"/>
                </a:solidFill>
                <a:latin typeface="Arial"/>
              </a:rPr>
              <a:t>ряда</a:t>
            </a:r>
            <a:r>
              <a:rPr lang="ru-RU" sz="900" b="0" i="0" dirty="0" smtClean="0">
                <a:solidFill>
                  <a:srgbClr val="000000"/>
                </a:solidFill>
              </a:rPr>
              <a:t> </a:t>
            </a:r>
            <a:r>
              <a:rPr lang="ru-RU" sz="900" b="0" i="0" dirty="0" smtClean="0">
                <a:solidFill>
                  <a:srgbClr val="000000"/>
                </a:solidFill>
                <a:latin typeface="Arial"/>
              </a:rPr>
              <a:t>инновационных</a:t>
            </a:r>
            <a:r>
              <a:rPr lang="ru-RU" sz="900" b="0" i="0" dirty="0" smtClean="0">
                <a:solidFill>
                  <a:srgbClr val="000000"/>
                </a:solidFill>
              </a:rPr>
              <a:t> </a:t>
            </a:r>
            <a:r>
              <a:rPr lang="ru-RU" sz="900" b="0" i="0" dirty="0" smtClean="0">
                <a:solidFill>
                  <a:srgbClr val="000000"/>
                </a:solidFill>
                <a:latin typeface="Arial"/>
              </a:rPr>
              <a:t>технологических</a:t>
            </a:r>
            <a:r>
              <a:rPr lang="ru-RU" sz="900" b="0" i="0" dirty="0" smtClean="0">
                <a:solidFill>
                  <a:srgbClr val="000000"/>
                </a:solidFill>
              </a:rPr>
              <a:t> </a:t>
            </a:r>
            <a:r>
              <a:rPr lang="ru-RU" sz="900" b="0" i="0" dirty="0" smtClean="0">
                <a:solidFill>
                  <a:srgbClr val="000000"/>
                </a:solidFill>
                <a:latin typeface="Arial"/>
              </a:rPr>
              <a:t>решений</a:t>
            </a:r>
            <a:r>
              <a:rPr lang="ru-RU" sz="900" b="0" i="0" dirty="0" smtClean="0">
                <a:solidFill>
                  <a:srgbClr val="000000"/>
                </a:solidFill>
              </a:rPr>
              <a:t>. </a:t>
            </a:r>
            <a:r>
              <a:rPr lang="ru-RU" sz="900" b="0" i="0" dirty="0" smtClean="0">
                <a:solidFill>
                  <a:srgbClr val="000000"/>
                </a:solidFill>
                <a:latin typeface="Arial"/>
              </a:rPr>
              <a:t>Его</a:t>
            </a:r>
            <a:r>
              <a:rPr lang="ru-RU" sz="900" b="0" i="0" dirty="0" smtClean="0">
                <a:solidFill>
                  <a:srgbClr val="000000"/>
                </a:solidFill>
              </a:rPr>
              <a:t> </a:t>
            </a:r>
            <a:r>
              <a:rPr lang="ru-RU" sz="900" b="0" i="0" dirty="0" smtClean="0">
                <a:solidFill>
                  <a:srgbClr val="000000"/>
                </a:solidFill>
                <a:latin typeface="Arial"/>
              </a:rPr>
              <a:t>сферы</a:t>
            </a:r>
            <a:r>
              <a:rPr lang="ru-RU" sz="900" b="0" i="0" dirty="0" smtClean="0">
                <a:solidFill>
                  <a:srgbClr val="000000"/>
                </a:solidFill>
              </a:rPr>
              <a:t> </a:t>
            </a:r>
            <a:r>
              <a:rPr lang="ru-RU" sz="900" b="0" i="0" dirty="0" smtClean="0">
                <a:solidFill>
                  <a:srgbClr val="000000"/>
                </a:solidFill>
                <a:latin typeface="Arial"/>
              </a:rPr>
              <a:t>применения</a:t>
            </a:r>
            <a:r>
              <a:rPr lang="ru-RU" sz="900" b="0" i="0" dirty="0" smtClean="0">
                <a:solidFill>
                  <a:srgbClr val="000000"/>
                </a:solidFill>
              </a:rPr>
              <a:t> </a:t>
            </a:r>
            <a:r>
              <a:rPr lang="ru-RU" sz="900" b="0" i="0" dirty="0" smtClean="0">
                <a:solidFill>
                  <a:srgbClr val="000000"/>
                </a:solidFill>
                <a:latin typeface="Arial"/>
              </a:rPr>
              <a:t>включают</a:t>
            </a:r>
            <a:r>
              <a:rPr lang="ru-RU" sz="900" b="0" i="0" dirty="0" smtClean="0">
                <a:solidFill>
                  <a:srgbClr val="000000"/>
                </a:solidFill>
              </a:rPr>
              <a:t> </a:t>
            </a:r>
            <a:r>
              <a:rPr lang="ru-RU" sz="900" b="0" i="0" dirty="0" smtClean="0">
                <a:solidFill>
                  <a:srgbClr val="000000"/>
                </a:solidFill>
                <a:latin typeface="Arial"/>
              </a:rPr>
              <a:t>мониторинг</a:t>
            </a:r>
            <a:r>
              <a:rPr lang="ru-RU" sz="900" b="0" i="0" dirty="0" smtClean="0">
                <a:solidFill>
                  <a:srgbClr val="000000"/>
                </a:solidFill>
              </a:rPr>
              <a:t> </a:t>
            </a:r>
            <a:r>
              <a:rPr lang="ru-RU" sz="900" b="0" i="0" dirty="0" smtClean="0">
                <a:solidFill>
                  <a:srgbClr val="000000"/>
                </a:solidFill>
                <a:latin typeface="Arial"/>
              </a:rPr>
              <a:t>погоды</a:t>
            </a:r>
            <a:r>
              <a:rPr lang="ru-RU" sz="900" b="0" i="0" dirty="0" smtClean="0">
                <a:solidFill>
                  <a:srgbClr val="000000"/>
                </a:solidFill>
              </a:rPr>
              <a:t> (</a:t>
            </a:r>
            <a:r>
              <a:rPr lang="ru-RU" sz="900" b="0" i="0" dirty="0" smtClean="0">
                <a:solidFill>
                  <a:srgbClr val="000000"/>
                </a:solidFill>
                <a:latin typeface="Arial"/>
              </a:rPr>
              <a:t>удаленный</a:t>
            </a:r>
            <a:r>
              <a:rPr lang="ru-RU" sz="900" b="0" i="0" dirty="0" smtClean="0">
                <a:solidFill>
                  <a:srgbClr val="000000"/>
                </a:solidFill>
              </a:rPr>
              <a:t> </a:t>
            </a:r>
            <a:r>
              <a:rPr lang="ru-RU" sz="900" b="0" i="0" dirty="0" smtClean="0">
                <a:solidFill>
                  <a:srgbClr val="000000"/>
                </a:solidFill>
                <a:latin typeface="Arial"/>
              </a:rPr>
              <a:t>мониторинг</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анализ</a:t>
            </a:r>
            <a:r>
              <a:rPr lang="ru-RU" sz="900" b="0" i="0" dirty="0" smtClean="0">
                <a:solidFill>
                  <a:srgbClr val="000000"/>
                </a:solidFill>
              </a:rPr>
              <a:t> </a:t>
            </a:r>
            <a:r>
              <a:rPr lang="ru-RU" sz="900" b="0" i="0" dirty="0" smtClean="0">
                <a:solidFill>
                  <a:srgbClr val="000000"/>
                </a:solidFill>
                <a:latin typeface="Arial"/>
              </a:rPr>
              <a:t>температуры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метеорологических</a:t>
            </a:r>
            <a:r>
              <a:rPr lang="ru-RU" sz="900" b="0" i="0" dirty="0" smtClean="0">
                <a:solidFill>
                  <a:srgbClr val="000000"/>
                </a:solidFill>
              </a:rPr>
              <a:t> </a:t>
            </a:r>
            <a:r>
              <a:rPr lang="ru-RU" sz="900" b="0" i="0" dirty="0" smtClean="0">
                <a:solidFill>
                  <a:srgbClr val="000000"/>
                </a:solidFill>
                <a:latin typeface="Arial"/>
              </a:rPr>
              <a:t>условий</a:t>
            </a:r>
            <a:r>
              <a:rPr lang="ru-RU" sz="900" b="0" i="0" dirty="0" smtClean="0">
                <a:solidFill>
                  <a:srgbClr val="000000"/>
                </a:solidFill>
              </a:rPr>
              <a:t>), </a:t>
            </a:r>
            <a:r>
              <a:rPr lang="ru-RU" sz="900" b="0" i="0" dirty="0" smtClean="0">
                <a:solidFill>
                  <a:srgbClr val="000000"/>
                </a:solidFill>
                <a:latin typeface="Arial"/>
              </a:rPr>
              <a:t>здравоохранение</a:t>
            </a:r>
            <a:r>
              <a:rPr lang="ru-RU" sz="900" b="0" i="0" dirty="0" smtClean="0">
                <a:solidFill>
                  <a:srgbClr val="000000"/>
                </a:solidFill>
              </a:rPr>
              <a:t> (</a:t>
            </a:r>
            <a:r>
              <a:rPr lang="ru-RU" sz="900" b="0" i="0" dirty="0" smtClean="0">
                <a:solidFill>
                  <a:srgbClr val="000000"/>
                </a:solidFill>
                <a:latin typeface="Arial"/>
              </a:rPr>
              <a:t>устройства</a:t>
            </a:r>
            <a:r>
              <a:rPr lang="ru-RU" sz="900" b="0" i="0" dirty="0" smtClean="0">
                <a:solidFill>
                  <a:srgbClr val="000000"/>
                </a:solidFill>
              </a:rPr>
              <a:t> </a:t>
            </a:r>
            <a:r>
              <a:rPr lang="ru-RU" sz="900" b="0" i="0" dirty="0" smtClean="0">
                <a:solidFill>
                  <a:srgbClr val="000000"/>
                </a:solidFill>
                <a:latin typeface="Arial"/>
              </a:rPr>
              <a:t>контроля</a:t>
            </a:r>
            <a:r>
              <a:rPr lang="ru-RU" sz="900" b="0" i="0" dirty="0" smtClean="0">
                <a:solidFill>
                  <a:srgbClr val="000000"/>
                </a:solidFill>
              </a:rPr>
              <a:t> </a:t>
            </a:r>
            <a:r>
              <a:rPr lang="ru-RU" sz="900" b="0" i="0" dirty="0" smtClean="0">
                <a:solidFill>
                  <a:srgbClr val="000000"/>
                </a:solidFill>
                <a:latin typeface="Arial"/>
              </a:rPr>
              <a:t>состояния</a:t>
            </a:r>
            <a:r>
              <a:rPr lang="ru-RU" sz="900" b="0" i="0" dirty="0" smtClean="0">
                <a:solidFill>
                  <a:srgbClr val="000000"/>
                </a:solidFill>
              </a:rPr>
              <a:t> </a:t>
            </a:r>
            <a:r>
              <a:rPr lang="ru-RU" sz="900" b="0" i="0" dirty="0" smtClean="0">
                <a:solidFill>
                  <a:srgbClr val="000000"/>
                </a:solidFill>
                <a:latin typeface="Arial"/>
              </a:rPr>
              <a:t>здоровья</a:t>
            </a:r>
            <a:r>
              <a:rPr lang="ru-RU" sz="900" b="0" i="0" dirty="0" smtClean="0">
                <a:solidFill>
                  <a:srgbClr val="000000"/>
                </a:solidFill>
              </a:rPr>
              <a:t> </a:t>
            </a:r>
            <a:r>
              <a:rPr lang="ru-RU" sz="900" b="0" i="0" dirty="0" smtClean="0">
                <a:solidFill>
                  <a:srgbClr val="000000"/>
                </a:solidFill>
                <a:latin typeface="Arial"/>
              </a:rPr>
              <a:t>позволяют</a:t>
            </a:r>
            <a:r>
              <a:rPr lang="ru-RU" sz="900" b="0" i="0" dirty="0" smtClean="0">
                <a:solidFill>
                  <a:srgbClr val="000000"/>
                </a:solidFill>
              </a:rPr>
              <a:t> </a:t>
            </a:r>
            <a:r>
              <a:rPr lang="ru-RU" sz="900" b="0" i="0" dirty="0" smtClean="0">
                <a:solidFill>
                  <a:srgbClr val="000000"/>
                </a:solidFill>
                <a:latin typeface="Arial"/>
              </a:rPr>
              <a:t>врачам</a:t>
            </a:r>
            <a:r>
              <a:rPr lang="ru-RU" sz="900" b="0" i="0" dirty="0" smtClean="0">
                <a:solidFill>
                  <a:srgbClr val="000000"/>
                </a:solidFill>
              </a:rPr>
              <a:t> </a:t>
            </a:r>
            <a:r>
              <a:rPr lang="ru-RU" sz="900" b="0" i="0" dirty="0" smtClean="0">
                <a:solidFill>
                  <a:srgbClr val="000000"/>
                </a:solidFill>
                <a:latin typeface="Arial"/>
              </a:rPr>
              <a:t>удаленно</a:t>
            </a:r>
            <a:r>
              <a:rPr lang="ru-RU" sz="900" b="0" i="0" dirty="0" smtClean="0">
                <a:solidFill>
                  <a:srgbClr val="000000"/>
                </a:solidFill>
              </a:rPr>
              <a:t> </a:t>
            </a:r>
            <a:r>
              <a:rPr lang="ru-RU" sz="900" b="0" i="0" dirty="0" smtClean="0">
                <a:solidFill>
                  <a:srgbClr val="000000"/>
                </a:solidFill>
                <a:latin typeface="Arial"/>
              </a:rPr>
              <a:t>следить</a:t>
            </a:r>
            <a:r>
              <a:rPr lang="ru-RU" sz="900" b="0" i="0" dirty="0" smtClean="0">
                <a:solidFill>
                  <a:srgbClr val="000000"/>
                </a:solidFill>
              </a:rPr>
              <a:t> </a:t>
            </a:r>
            <a:r>
              <a:rPr lang="ru-RU" sz="900" b="0" i="0" dirty="0" smtClean="0">
                <a:solidFill>
                  <a:srgbClr val="000000"/>
                </a:solidFill>
                <a:latin typeface="Arial"/>
              </a:rPr>
              <a:t>за</a:t>
            </a:r>
            <a:r>
              <a:rPr lang="ru-RU" sz="900" b="0" i="0" dirty="0" smtClean="0">
                <a:solidFill>
                  <a:srgbClr val="000000"/>
                </a:solidFill>
              </a:rPr>
              <a:t> </a:t>
            </a:r>
            <a:r>
              <a:rPr lang="ru-RU" sz="900" b="0" i="0" dirty="0" smtClean="0">
                <a:solidFill>
                  <a:srgbClr val="000000"/>
                </a:solidFill>
                <a:latin typeface="Arial"/>
              </a:rPr>
              <a:t>состоянием</a:t>
            </a:r>
            <a:r>
              <a:rPr lang="ru-RU" sz="900" b="0" i="0" dirty="0" smtClean="0">
                <a:solidFill>
                  <a:srgbClr val="000000"/>
                </a:solidFill>
              </a:rPr>
              <a:t> </a:t>
            </a:r>
            <a:r>
              <a:rPr lang="ru-RU" sz="900" b="0" i="0" dirty="0" smtClean="0">
                <a:solidFill>
                  <a:srgbClr val="000000"/>
                </a:solidFill>
                <a:latin typeface="Arial"/>
              </a:rPr>
              <a:t>пациентов</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получать</a:t>
            </a:r>
            <a:r>
              <a:rPr lang="ru-RU" sz="900" b="0" i="0" dirty="0" smtClean="0">
                <a:solidFill>
                  <a:srgbClr val="000000"/>
                </a:solidFill>
              </a:rPr>
              <a:t> </a:t>
            </a:r>
            <a:r>
              <a:rPr lang="ru-RU" sz="900" b="0" i="0" dirty="0" smtClean="0">
                <a:solidFill>
                  <a:srgbClr val="000000"/>
                </a:solidFill>
                <a:latin typeface="Arial"/>
              </a:rPr>
              <a:t>оповещения</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чрезвычайных</a:t>
            </a:r>
            <a:r>
              <a:rPr lang="ru-RU" sz="900" b="0" i="0" dirty="0" smtClean="0">
                <a:solidFill>
                  <a:srgbClr val="000000"/>
                </a:solidFill>
              </a:rPr>
              <a:t> </a:t>
            </a:r>
            <a:r>
              <a:rPr lang="ru-RU" sz="900" b="0" i="0" dirty="0" smtClean="0">
                <a:solidFill>
                  <a:srgbClr val="000000"/>
                </a:solidFill>
                <a:latin typeface="Arial"/>
              </a:rPr>
              <a:t>ситуациях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управление</a:t>
            </a:r>
            <a:r>
              <a:rPr lang="ru-RU" sz="900" b="0" i="0" dirty="0" smtClean="0">
                <a:solidFill>
                  <a:srgbClr val="000000"/>
                </a:solidFill>
              </a:rPr>
              <a:t> </a:t>
            </a:r>
            <a:r>
              <a:rPr lang="ru-RU" sz="900" b="0" i="0" dirty="0" smtClean="0">
                <a:solidFill>
                  <a:srgbClr val="000000"/>
                </a:solidFill>
                <a:latin typeface="Arial"/>
              </a:rPr>
              <a:t>инфраструктурой</a:t>
            </a:r>
            <a:r>
              <a:rPr lang="ru-RU" sz="900" b="0" i="0" dirty="0" smtClean="0">
                <a:solidFill>
                  <a:srgbClr val="000000"/>
                </a:solidFill>
              </a:rPr>
              <a:t> (</a:t>
            </a:r>
            <a:r>
              <a:rPr lang="ru-RU" sz="900" b="0" i="0" dirty="0" smtClean="0">
                <a:solidFill>
                  <a:srgbClr val="000000"/>
                </a:solidFill>
                <a:latin typeface="Arial"/>
              </a:rPr>
              <a:t>технические</a:t>
            </a:r>
            <a:r>
              <a:rPr lang="ru-RU" sz="900" b="0" i="0" dirty="0" smtClean="0">
                <a:solidFill>
                  <a:srgbClr val="000000"/>
                </a:solidFill>
              </a:rPr>
              <a:t> </a:t>
            </a:r>
            <a:r>
              <a:rPr lang="ru-RU" sz="900" b="0" i="0" dirty="0" smtClean="0">
                <a:solidFill>
                  <a:srgbClr val="000000"/>
                </a:solidFill>
                <a:latin typeface="Arial"/>
              </a:rPr>
              <a:t>специалисты</a:t>
            </a:r>
            <a:r>
              <a:rPr lang="ru-RU" sz="900" b="0" i="0" dirty="0" smtClean="0">
                <a:solidFill>
                  <a:srgbClr val="000000"/>
                </a:solidFill>
              </a:rPr>
              <a:t> </a:t>
            </a:r>
            <a:r>
              <a:rPr lang="ru-RU" sz="900" b="0" i="0" dirty="0" smtClean="0">
                <a:solidFill>
                  <a:srgbClr val="000000"/>
                </a:solidFill>
                <a:latin typeface="Arial"/>
              </a:rPr>
              <a:t>могут</a:t>
            </a:r>
            <a:r>
              <a:rPr lang="ru-RU" sz="900" b="0" i="0" dirty="0" smtClean="0">
                <a:solidFill>
                  <a:srgbClr val="000000"/>
                </a:solidFill>
              </a:rPr>
              <a:t> </a:t>
            </a:r>
            <a:r>
              <a:rPr lang="ru-RU" sz="900" b="0" i="0" dirty="0" smtClean="0">
                <a:solidFill>
                  <a:srgbClr val="000000"/>
                </a:solidFill>
                <a:latin typeface="Arial"/>
              </a:rPr>
              <a:t>осуществлять</a:t>
            </a:r>
            <a:r>
              <a:rPr lang="ru-RU" sz="900" b="0" i="0" dirty="0" smtClean="0">
                <a:solidFill>
                  <a:srgbClr val="000000"/>
                </a:solidFill>
              </a:rPr>
              <a:t> </a:t>
            </a:r>
            <a:r>
              <a:rPr lang="ru-RU" sz="900" b="0" i="0" dirty="0" smtClean="0">
                <a:solidFill>
                  <a:srgbClr val="000000"/>
                </a:solidFill>
                <a:latin typeface="Arial"/>
              </a:rPr>
              <a:t>удаленный</a:t>
            </a:r>
            <a:r>
              <a:rPr lang="ru-RU" sz="900" b="0" i="0" dirty="0" smtClean="0">
                <a:solidFill>
                  <a:srgbClr val="000000"/>
                </a:solidFill>
              </a:rPr>
              <a:t> </a:t>
            </a:r>
            <a:r>
              <a:rPr lang="ru-RU" sz="900" b="0" i="0" dirty="0" smtClean="0">
                <a:solidFill>
                  <a:srgbClr val="000000"/>
                </a:solidFill>
                <a:latin typeface="Arial"/>
              </a:rPr>
              <a:t>мониторинг</a:t>
            </a:r>
            <a:r>
              <a:rPr lang="ru-RU" sz="900" b="0" i="0" dirty="0" smtClean="0">
                <a:solidFill>
                  <a:srgbClr val="000000"/>
                </a:solidFill>
              </a:rPr>
              <a:t> </a:t>
            </a:r>
            <a:r>
              <a:rPr lang="ru-RU" sz="900" b="0" i="0" dirty="0" smtClean="0">
                <a:solidFill>
                  <a:srgbClr val="000000"/>
                </a:solidFill>
                <a:latin typeface="Arial"/>
              </a:rPr>
              <a:t>оборудования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заранее</a:t>
            </a:r>
            <a:r>
              <a:rPr lang="ru-RU" sz="900" b="0" i="0" dirty="0" smtClean="0">
                <a:solidFill>
                  <a:srgbClr val="000000"/>
                </a:solidFill>
              </a:rPr>
              <a:t> </a:t>
            </a:r>
            <a:r>
              <a:rPr lang="ru-RU" sz="900" b="0" i="0" dirty="0" smtClean="0">
                <a:solidFill>
                  <a:srgbClr val="000000"/>
                </a:solidFill>
                <a:latin typeface="Arial"/>
              </a:rPr>
              <a:t>составлять</a:t>
            </a:r>
            <a:r>
              <a:rPr lang="ru-RU" sz="900" b="0" i="0" dirty="0" smtClean="0">
                <a:solidFill>
                  <a:srgbClr val="000000"/>
                </a:solidFill>
              </a:rPr>
              <a:t> </a:t>
            </a:r>
            <a:r>
              <a:rPr lang="ru-RU" sz="900" b="0" i="0" dirty="0" smtClean="0">
                <a:solidFill>
                  <a:srgbClr val="000000"/>
                </a:solidFill>
                <a:latin typeface="Arial"/>
              </a:rPr>
              <a:t>расписания</a:t>
            </a:r>
            <a:r>
              <a:rPr lang="ru-RU" sz="900" b="0" i="0" dirty="0" smtClean="0">
                <a:solidFill>
                  <a:srgbClr val="000000"/>
                </a:solidFill>
              </a:rPr>
              <a:t> </a:t>
            </a:r>
            <a:r>
              <a:rPr lang="ru-RU" sz="900" b="0" i="0" dirty="0" smtClean="0">
                <a:solidFill>
                  <a:srgbClr val="000000"/>
                </a:solidFill>
                <a:latin typeface="Arial"/>
              </a:rPr>
              <a:t>ремонтных</a:t>
            </a:r>
            <a:r>
              <a:rPr lang="ru-RU" sz="900" b="0" i="0" dirty="0" smtClean="0">
                <a:solidFill>
                  <a:srgbClr val="000000"/>
                </a:solidFill>
              </a:rPr>
              <a:t> </a:t>
            </a:r>
            <a:r>
              <a:rPr lang="ru-RU" sz="900" b="0" i="0" dirty="0" smtClean="0">
                <a:solidFill>
                  <a:srgbClr val="000000"/>
                </a:solidFill>
                <a:latin typeface="Arial"/>
              </a:rPr>
              <a:t>работ</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групп</a:t>
            </a:r>
            <a:r>
              <a:rPr lang="ru-RU" sz="900" b="0" i="0" dirty="0" smtClean="0">
                <a:solidFill>
                  <a:srgbClr val="000000"/>
                </a:solidFill>
              </a:rPr>
              <a:t> </a:t>
            </a:r>
            <a:r>
              <a:rPr lang="ru-RU" sz="900" b="0" i="0" dirty="0" smtClean="0">
                <a:solidFill>
                  <a:srgbClr val="000000"/>
                </a:solidFill>
                <a:latin typeface="Arial"/>
              </a:rPr>
              <a:t>технического</a:t>
            </a:r>
            <a:r>
              <a:rPr lang="ru-RU" sz="900" b="0" i="0" dirty="0" smtClean="0">
                <a:solidFill>
                  <a:srgbClr val="000000"/>
                </a:solidFill>
              </a:rPr>
              <a:t> </a:t>
            </a:r>
            <a:r>
              <a:rPr lang="ru-RU" sz="900" b="0" i="0" dirty="0" smtClean="0">
                <a:solidFill>
                  <a:srgbClr val="000000"/>
                </a:solidFill>
                <a:latin typeface="Arial"/>
              </a:rPr>
              <a:t>обслуживания</a:t>
            </a:r>
            <a:r>
              <a:rPr lang="ru-RU" sz="900" b="0" i="0" dirty="0" smtClean="0">
                <a:solidFill>
                  <a:srgbClr val="000000"/>
                </a:solidFill>
              </a:rPr>
              <a:t>).</a:t>
            </a:r>
          </a:p>
        </p:txBody>
      </p:sp>
    </p:spTree>
    <p:extLst>
      <p:ext uri="{BB962C8B-B14F-4D97-AF65-F5344CB8AC3E}">
        <p14:creationId xmlns:p14="http://schemas.microsoft.com/office/powerpoint/2010/main" val="1614877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sz="900" b="0" i="0" dirty="0" smtClean="0">
                <a:solidFill>
                  <a:srgbClr val="000000"/>
                </a:solidFill>
                <a:latin typeface="Arial"/>
              </a:rPr>
              <a:t>В</a:t>
            </a:r>
            <a:r>
              <a:rPr lang="ru-RU" sz="900" b="0" i="0" dirty="0" smtClean="0">
                <a:solidFill>
                  <a:srgbClr val="000000"/>
                </a:solidFill>
              </a:rPr>
              <a:t> XXI </a:t>
            </a:r>
            <a:r>
              <a:rPr lang="ru-RU" sz="900" b="0" i="0" dirty="0" smtClean="0">
                <a:solidFill>
                  <a:srgbClr val="000000"/>
                </a:solidFill>
                <a:latin typeface="Arial"/>
              </a:rPr>
              <a:t>веке</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становятся</a:t>
            </a:r>
            <a:r>
              <a:rPr lang="ru-RU" sz="900" b="0" i="0" dirty="0" smtClean="0">
                <a:solidFill>
                  <a:srgbClr val="000000"/>
                </a:solidFill>
              </a:rPr>
              <a:t> </a:t>
            </a:r>
            <a:r>
              <a:rPr lang="ru-RU" sz="900" b="0" i="0" dirty="0" smtClean="0">
                <a:solidFill>
                  <a:srgbClr val="000000"/>
                </a:solidFill>
                <a:latin typeface="Arial"/>
              </a:rPr>
              <a:t>все</a:t>
            </a:r>
            <a:r>
              <a:rPr lang="ru-RU" sz="900" b="0" i="0" dirty="0" smtClean="0">
                <a:solidFill>
                  <a:srgbClr val="000000"/>
                </a:solidFill>
              </a:rPr>
              <a:t> </a:t>
            </a:r>
            <a:r>
              <a:rPr lang="ru-RU" sz="900" b="0" i="0" dirty="0" smtClean="0">
                <a:solidFill>
                  <a:srgbClr val="000000"/>
                </a:solidFill>
                <a:latin typeface="Arial"/>
              </a:rPr>
              <a:t>более</a:t>
            </a:r>
            <a:r>
              <a:rPr lang="ru-RU" sz="900" b="0" i="0" dirty="0" smtClean="0">
                <a:solidFill>
                  <a:srgbClr val="000000"/>
                </a:solidFill>
              </a:rPr>
              <a:t> </a:t>
            </a:r>
            <a:r>
              <a:rPr lang="ru-RU" sz="900" b="0" i="0" dirty="0" smtClean="0">
                <a:solidFill>
                  <a:srgbClr val="000000"/>
                </a:solidFill>
                <a:latin typeface="Arial"/>
              </a:rPr>
              <a:t>зависимыми</a:t>
            </a:r>
            <a:r>
              <a:rPr lang="ru-RU" sz="900" b="0" i="0" dirty="0" smtClean="0">
                <a:solidFill>
                  <a:srgbClr val="000000"/>
                </a:solidFill>
              </a:rPr>
              <a:t> </a:t>
            </a:r>
            <a:r>
              <a:rPr lang="ru-RU" sz="900" b="0" i="0" dirty="0" smtClean="0">
                <a:solidFill>
                  <a:srgbClr val="000000"/>
                </a:solidFill>
                <a:latin typeface="Arial"/>
              </a:rPr>
              <a:t>от</a:t>
            </a:r>
            <a:r>
              <a:rPr lang="ru-RU" sz="900" b="0" i="0" dirty="0" smtClean="0">
                <a:solidFill>
                  <a:srgbClr val="000000"/>
                </a:solidFill>
              </a:rPr>
              <a:t> </a:t>
            </a:r>
            <a:r>
              <a:rPr lang="ru-RU" sz="900" b="0"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информация</a:t>
            </a:r>
            <a:r>
              <a:rPr lang="ru-RU" sz="900" b="0" i="0" dirty="0" smtClean="0">
                <a:solidFill>
                  <a:srgbClr val="000000"/>
                </a:solidFill>
              </a:rPr>
              <a:t> </a:t>
            </a:r>
            <a:r>
              <a:rPr lang="ru-RU" sz="900" b="0" i="0" dirty="0" smtClean="0">
                <a:solidFill>
                  <a:srgbClr val="000000"/>
                </a:solidFill>
                <a:latin typeface="Arial"/>
              </a:rPr>
              <a:t>должна</a:t>
            </a:r>
            <a:r>
              <a:rPr lang="ru-RU" sz="900" b="0" i="0" dirty="0" smtClean="0">
                <a:solidFill>
                  <a:srgbClr val="000000"/>
                </a:solidFill>
              </a:rPr>
              <a:t> </a:t>
            </a:r>
            <a:r>
              <a:rPr lang="ru-RU" sz="900" b="0" i="0" dirty="0" smtClean="0">
                <a:solidFill>
                  <a:srgbClr val="000000"/>
                </a:solidFill>
                <a:latin typeface="Arial"/>
              </a:rPr>
              <a:t>быть</a:t>
            </a:r>
            <a:r>
              <a:rPr lang="ru-RU" sz="900" b="0" i="0" dirty="0" smtClean="0">
                <a:solidFill>
                  <a:srgbClr val="000000"/>
                </a:solidFill>
              </a:rPr>
              <a:t> </a:t>
            </a:r>
            <a:r>
              <a:rPr lang="ru-RU" sz="900" b="0" i="0" dirty="0" smtClean="0">
                <a:solidFill>
                  <a:srgbClr val="000000"/>
                </a:solidFill>
                <a:latin typeface="Arial"/>
              </a:rPr>
              <a:t>доступной</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любое</a:t>
            </a:r>
            <a:r>
              <a:rPr lang="ru-RU" sz="900" b="0" i="0" dirty="0" smtClean="0">
                <a:solidFill>
                  <a:srgbClr val="000000"/>
                </a:solidFill>
              </a:rPr>
              <a:t> </a:t>
            </a:r>
            <a:r>
              <a:rPr lang="ru-RU" sz="900" b="0" i="0" dirty="0" smtClean="0">
                <a:solidFill>
                  <a:srgbClr val="000000"/>
                </a:solidFill>
                <a:latin typeface="Arial"/>
              </a:rPr>
              <a:t>время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любом</a:t>
            </a:r>
            <a:r>
              <a:rPr lang="ru-RU" sz="900" b="0" i="0" dirty="0" smtClean="0">
                <a:solidFill>
                  <a:srgbClr val="000000"/>
                </a:solidFill>
              </a:rPr>
              <a:t> </a:t>
            </a:r>
            <a:r>
              <a:rPr lang="ru-RU" sz="900" b="0" i="0" dirty="0" smtClean="0">
                <a:solidFill>
                  <a:srgbClr val="000000"/>
                </a:solidFill>
                <a:latin typeface="Arial"/>
              </a:rPr>
              <a:t>месте</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пользователей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критически</a:t>
            </a:r>
            <a:r>
              <a:rPr lang="ru-RU" sz="900" b="0" i="0" dirty="0" smtClean="0">
                <a:solidFill>
                  <a:srgbClr val="000000"/>
                </a:solidFill>
              </a:rPr>
              <a:t> </a:t>
            </a:r>
            <a:r>
              <a:rPr lang="ru-RU" sz="900" b="0" i="0" dirty="0" smtClean="0">
                <a:solidFill>
                  <a:srgbClr val="000000"/>
                </a:solidFill>
                <a:latin typeface="Arial"/>
              </a:rPr>
              <a:t>важно</a:t>
            </a:r>
            <a:r>
              <a:rPr lang="ru-RU" sz="900" b="0" i="0" dirty="0" smtClean="0">
                <a:solidFill>
                  <a:srgbClr val="000000"/>
                </a:solidFill>
              </a:rPr>
              <a:t> </a:t>
            </a:r>
            <a:r>
              <a:rPr lang="ru-RU" sz="900" b="0" i="0" dirty="0" smtClean="0">
                <a:solidFill>
                  <a:srgbClr val="000000"/>
                </a:solidFill>
                <a:latin typeface="Arial"/>
              </a:rPr>
              <a:t>иметь</a:t>
            </a:r>
            <a:r>
              <a:rPr lang="ru-RU" sz="900" b="0" i="0" dirty="0" smtClean="0">
                <a:solidFill>
                  <a:srgbClr val="000000"/>
                </a:solidFill>
              </a:rPr>
              <a:t> </a:t>
            </a:r>
            <a:r>
              <a:rPr lang="ru-RU" sz="900" b="0" i="0" dirty="0" smtClean="0">
                <a:solidFill>
                  <a:srgbClr val="000000"/>
                </a:solidFill>
                <a:latin typeface="Arial"/>
              </a:rPr>
              <a:t>непрерывный</a:t>
            </a:r>
            <a:r>
              <a:rPr lang="ru-RU" sz="900" b="0" i="0" dirty="0" smtClean="0">
                <a:solidFill>
                  <a:srgbClr val="000000"/>
                </a:solidFill>
              </a:rPr>
              <a:t>, </a:t>
            </a:r>
            <a:r>
              <a:rPr lang="ru-RU" sz="900" b="0" i="0" dirty="0" smtClean="0">
                <a:solidFill>
                  <a:srgbClr val="000000"/>
                </a:solidFill>
                <a:latin typeface="Arial"/>
              </a:rPr>
              <a:t>быстрый</a:t>
            </a:r>
            <a:r>
              <a:rPr lang="ru-RU" sz="900" b="0" i="0" dirty="0" smtClean="0">
                <a:solidFill>
                  <a:srgbClr val="000000"/>
                </a:solidFill>
              </a:rPr>
              <a:t>, </a:t>
            </a:r>
            <a:r>
              <a:rPr lang="ru-RU" sz="900" b="0" i="0" dirty="0" smtClean="0">
                <a:solidFill>
                  <a:srgbClr val="000000"/>
                </a:solidFill>
                <a:latin typeface="Arial"/>
              </a:rPr>
              <a:t>надежный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безопасный</a:t>
            </a:r>
            <a:r>
              <a:rPr lang="ru-RU" sz="900" b="0" i="0" dirty="0" smtClean="0">
                <a:solidFill>
                  <a:srgbClr val="000000"/>
                </a:solidFill>
              </a:rPr>
              <a:t> </a:t>
            </a:r>
            <a:r>
              <a:rPr lang="ru-RU" sz="900" b="0" i="0" dirty="0" smtClean="0">
                <a:solidFill>
                  <a:srgbClr val="000000"/>
                </a:solidFill>
                <a:latin typeface="Arial"/>
              </a:rPr>
              <a:t>доступ</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эффективного</a:t>
            </a:r>
            <a:r>
              <a:rPr lang="ru-RU" sz="900" b="0" i="0" dirty="0" smtClean="0">
                <a:solidFill>
                  <a:srgbClr val="000000"/>
                </a:solidFill>
              </a:rPr>
              <a:t> </a:t>
            </a:r>
            <a:r>
              <a:rPr lang="ru-RU" sz="900" b="0" i="0" dirty="0" smtClean="0">
                <a:solidFill>
                  <a:srgbClr val="000000"/>
                </a:solidFill>
                <a:latin typeface="Arial"/>
              </a:rPr>
              <a:t>выполнения</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операций</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качестве</a:t>
            </a:r>
            <a:r>
              <a:rPr lang="ru-RU" sz="900" b="0" i="0" dirty="0" smtClean="0">
                <a:solidFill>
                  <a:srgbClr val="000000"/>
                </a:solidFill>
              </a:rPr>
              <a:t> </a:t>
            </a:r>
            <a:r>
              <a:rPr lang="ru-RU" sz="900" b="0" i="0" dirty="0" smtClean="0">
                <a:solidFill>
                  <a:srgbClr val="000000"/>
                </a:solidFill>
                <a:latin typeface="Arial"/>
              </a:rPr>
              <a:t>примеров</a:t>
            </a:r>
            <a:r>
              <a:rPr lang="ru-RU" sz="900" b="0" i="0" dirty="0" smtClean="0">
                <a:solidFill>
                  <a:srgbClr val="000000"/>
                </a:solidFill>
              </a:rPr>
              <a:t> </a:t>
            </a:r>
            <a:r>
              <a:rPr lang="ru-RU" sz="900" b="0" i="0" dirty="0" smtClean="0">
                <a:solidFill>
                  <a:srgbClr val="000000"/>
                </a:solidFill>
                <a:latin typeface="Arial"/>
              </a:rPr>
              <a:t>таких</a:t>
            </a:r>
            <a:r>
              <a:rPr lang="ru-RU" sz="900" b="0" i="0" dirty="0" smtClean="0">
                <a:solidFill>
                  <a:srgbClr val="000000"/>
                </a:solidFill>
              </a:rPr>
              <a:t> </a:t>
            </a:r>
            <a:r>
              <a:rPr lang="ru-RU" sz="900" b="0" i="0" dirty="0" smtClean="0">
                <a:solidFill>
                  <a:srgbClr val="000000"/>
                </a:solidFill>
                <a:latin typeface="Arial"/>
              </a:rPr>
              <a:t>организаций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процессов</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привести</a:t>
            </a:r>
            <a:r>
              <a:rPr lang="ru-RU" sz="900" b="0" i="0" dirty="0" smtClean="0">
                <a:solidFill>
                  <a:srgbClr val="000000"/>
                </a:solidFill>
              </a:rPr>
              <a:t> </a:t>
            </a:r>
            <a:r>
              <a:rPr lang="ru-RU" sz="900" b="0" i="0" dirty="0" smtClean="0">
                <a:solidFill>
                  <a:srgbClr val="000000"/>
                </a:solidFill>
                <a:latin typeface="Arial"/>
              </a:rPr>
              <a:t>банки</a:t>
            </a:r>
            <a:r>
              <a:rPr lang="ru-RU" sz="900" b="0" i="0" dirty="0" smtClean="0">
                <a:solidFill>
                  <a:srgbClr val="000000"/>
                </a:solidFill>
              </a:rPr>
              <a:t>, </a:t>
            </a:r>
            <a:r>
              <a:rPr lang="ru-RU" sz="900" b="0" i="0" dirty="0" smtClean="0">
                <a:solidFill>
                  <a:srgbClr val="000000"/>
                </a:solidFill>
                <a:latin typeface="Arial"/>
              </a:rPr>
              <a:t>финансовые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правительственные</a:t>
            </a:r>
            <a:r>
              <a:rPr lang="ru-RU" sz="900" b="0" i="0" dirty="0" smtClean="0">
                <a:solidFill>
                  <a:srgbClr val="000000"/>
                </a:solidFill>
              </a:rPr>
              <a:t> </a:t>
            </a:r>
            <a:r>
              <a:rPr lang="ru-RU" sz="900" b="0" i="0" dirty="0" smtClean="0">
                <a:solidFill>
                  <a:srgbClr val="000000"/>
                </a:solidFill>
                <a:latin typeface="Arial"/>
              </a:rPr>
              <a:t>учреждения</a:t>
            </a:r>
            <a:r>
              <a:rPr lang="ru-RU" sz="900" b="0" i="0" dirty="0" smtClean="0">
                <a:solidFill>
                  <a:srgbClr val="000000"/>
                </a:solidFill>
              </a:rPr>
              <a:t>, </a:t>
            </a:r>
            <a:r>
              <a:rPr lang="ru-RU" sz="900" b="0" i="0" dirty="0" smtClean="0">
                <a:solidFill>
                  <a:srgbClr val="000000"/>
                </a:solidFill>
                <a:latin typeface="Arial"/>
              </a:rPr>
              <a:t>онлайн</a:t>
            </a:r>
            <a:r>
              <a:rPr lang="ru-RU" sz="900" b="0" i="0" dirty="0" smtClean="0">
                <a:solidFill>
                  <a:srgbClr val="000000"/>
                </a:solidFill>
              </a:rPr>
              <a:t>-</a:t>
            </a:r>
            <a:r>
              <a:rPr lang="ru-RU" sz="900" b="0" i="0" dirty="0" smtClean="0">
                <a:solidFill>
                  <a:srgbClr val="000000"/>
                </a:solidFill>
                <a:latin typeface="Arial"/>
              </a:rPr>
              <a:t>магазины</a:t>
            </a:r>
            <a:r>
              <a:rPr lang="ru-RU" sz="900" b="0" i="0" dirty="0" smtClean="0">
                <a:solidFill>
                  <a:srgbClr val="000000"/>
                </a:solidFill>
              </a:rPr>
              <a:t>, </a:t>
            </a:r>
            <a:r>
              <a:rPr lang="ru-RU" sz="900" b="0" i="0" dirty="0" smtClean="0">
                <a:solidFill>
                  <a:srgbClr val="000000"/>
                </a:solidFill>
                <a:latin typeface="Arial"/>
              </a:rPr>
              <a:t>резервирование</a:t>
            </a:r>
            <a:r>
              <a:rPr lang="ru-RU" sz="900" b="0" i="0" dirty="0" smtClean="0">
                <a:solidFill>
                  <a:srgbClr val="000000"/>
                </a:solidFill>
              </a:rPr>
              <a:t> </a:t>
            </a:r>
            <a:r>
              <a:rPr lang="ru-RU" sz="900" b="0" i="0" dirty="0" smtClean="0">
                <a:solidFill>
                  <a:srgbClr val="000000"/>
                </a:solidFill>
                <a:latin typeface="Arial"/>
              </a:rPr>
              <a:t>авиабилетов</a:t>
            </a:r>
            <a:r>
              <a:rPr lang="ru-RU" sz="900" b="0" i="0" dirty="0" smtClean="0">
                <a:solidFill>
                  <a:srgbClr val="000000"/>
                </a:solidFill>
              </a:rPr>
              <a:t>, </a:t>
            </a:r>
            <a:r>
              <a:rPr lang="ru-RU" sz="900" b="0" i="0" dirty="0" smtClean="0">
                <a:solidFill>
                  <a:srgbClr val="000000"/>
                </a:solidFill>
                <a:latin typeface="Arial"/>
              </a:rPr>
              <a:t>выставление</a:t>
            </a:r>
            <a:r>
              <a:rPr lang="ru-RU" sz="900" b="0" i="0" dirty="0" smtClean="0">
                <a:solidFill>
                  <a:srgbClr val="000000"/>
                </a:solidFill>
              </a:rPr>
              <a:t> </a:t>
            </a:r>
            <a:r>
              <a:rPr lang="ru-RU" sz="900" b="0" i="0" dirty="0" smtClean="0">
                <a:solidFill>
                  <a:srgbClr val="000000"/>
                </a:solidFill>
                <a:latin typeface="Arial"/>
              </a:rPr>
              <a:t>счетов</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обработку</a:t>
            </a:r>
            <a:r>
              <a:rPr lang="ru-RU" sz="900" b="0" i="0" dirty="0" smtClean="0">
                <a:solidFill>
                  <a:srgbClr val="000000"/>
                </a:solidFill>
              </a:rPr>
              <a:t> </a:t>
            </a:r>
            <a:r>
              <a:rPr lang="ru-RU" sz="900" b="0" i="0" dirty="0" smtClean="0">
                <a:solidFill>
                  <a:srgbClr val="000000"/>
                </a:solidFill>
                <a:latin typeface="Arial"/>
              </a:rPr>
              <a:t>транзакций</a:t>
            </a:r>
            <a:r>
              <a:rPr lang="ru-RU" sz="900" b="0" i="0" dirty="0" smtClean="0">
                <a:solidFill>
                  <a:srgbClr val="000000"/>
                </a:solidFill>
              </a:rPr>
              <a:t>, </a:t>
            </a:r>
            <a:r>
              <a:rPr lang="ru-RU" sz="900" b="0" i="0" dirty="0" smtClean="0">
                <a:solidFill>
                  <a:srgbClr val="000000"/>
                </a:solidFill>
                <a:latin typeface="Arial"/>
              </a:rPr>
              <a:t>социальные</a:t>
            </a:r>
            <a:r>
              <a:rPr lang="ru-RU" sz="900" b="0" i="0" dirty="0" smtClean="0">
                <a:solidFill>
                  <a:srgbClr val="000000"/>
                </a:solidFill>
              </a:rPr>
              <a:t> </a:t>
            </a:r>
            <a:r>
              <a:rPr lang="ru-RU" sz="900" b="0" i="0" dirty="0" smtClean="0">
                <a:solidFill>
                  <a:srgbClr val="000000"/>
                </a:solidFill>
                <a:latin typeface="Arial"/>
              </a:rPr>
              <a:t>сети</a:t>
            </a:r>
            <a:r>
              <a:rPr lang="ru-RU" sz="900" b="0" i="0" dirty="0" smtClean="0">
                <a:solidFill>
                  <a:srgbClr val="000000"/>
                </a:solidFill>
              </a:rPr>
              <a:t>, </a:t>
            </a:r>
            <a:r>
              <a:rPr lang="ru-RU" sz="900" b="0" i="0" dirty="0" smtClean="0">
                <a:solidFill>
                  <a:srgbClr val="000000"/>
                </a:solidFill>
                <a:latin typeface="Arial"/>
              </a:rPr>
              <a:t>биржи</a:t>
            </a:r>
            <a:r>
              <a:rPr lang="ru-RU" sz="900" b="0" i="0" dirty="0" smtClean="0">
                <a:solidFill>
                  <a:srgbClr val="000000"/>
                </a:solidFill>
              </a:rPr>
              <a:t>, </a:t>
            </a:r>
            <a:r>
              <a:rPr lang="ru-RU" sz="900" b="0" i="0" dirty="0" smtClean="0">
                <a:solidFill>
                  <a:srgbClr val="000000"/>
                </a:solidFill>
                <a:latin typeface="Arial"/>
              </a:rPr>
              <a:t>научные</a:t>
            </a:r>
            <a:r>
              <a:rPr lang="ru-RU" sz="900" b="0" i="0" dirty="0" smtClean="0">
                <a:solidFill>
                  <a:srgbClr val="000000"/>
                </a:solidFill>
              </a:rPr>
              <a:t> </a:t>
            </a:r>
            <a:r>
              <a:rPr lang="ru-RU" sz="900" b="0" i="0" dirty="0" smtClean="0">
                <a:solidFill>
                  <a:srgbClr val="000000"/>
                </a:solidFill>
                <a:latin typeface="Arial"/>
              </a:rPr>
              <a:t>исследования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здравоохранение</a:t>
            </a:r>
            <a:r>
              <a:rPr lang="ru-RU" sz="900" b="0" i="0" dirty="0" smtClean="0">
                <a:solidFill>
                  <a:srgbClr val="000000"/>
                </a:solidFill>
              </a:rPr>
              <a:t>. </a:t>
            </a:r>
          </a:p>
          <a:p>
            <a:pPr marL="0" marR="0" indent="457200" defTabSz="457200" rtl="0" eaLnBrk="1" fontAlgn="auto" latinLnBrk="0" hangingPunct="1">
              <a:spcBef>
                <a:spcPts val="600"/>
              </a:spcBef>
              <a:buClrTx/>
              <a:buSzTx/>
              <a:buFontTx/>
              <a:buNone/>
              <a:tabLst/>
              <a:defRPr/>
            </a:pPr>
            <a:r>
              <a:rPr lang="ru-RU" sz="900" b="0" i="0" dirty="0" smtClean="0">
                <a:solidFill>
                  <a:srgbClr val="000000"/>
                </a:solidFill>
                <a:latin typeface="Arial"/>
              </a:rPr>
              <a:t>Организациям</a:t>
            </a:r>
            <a:r>
              <a:rPr lang="ru-RU" sz="900" b="0" i="0" dirty="0" smtClean="0">
                <a:solidFill>
                  <a:srgbClr val="000000"/>
                </a:solidFill>
              </a:rPr>
              <a:t> </a:t>
            </a:r>
            <a:r>
              <a:rPr lang="ru-RU" sz="900" b="0" i="0" dirty="0" smtClean="0">
                <a:solidFill>
                  <a:srgbClr val="000000"/>
                </a:solidFill>
                <a:latin typeface="Arial"/>
              </a:rPr>
              <a:t>очень</a:t>
            </a:r>
            <a:r>
              <a:rPr lang="ru-RU" sz="900" b="0" i="0" dirty="0" smtClean="0">
                <a:solidFill>
                  <a:srgbClr val="000000"/>
                </a:solidFill>
              </a:rPr>
              <a:t> </a:t>
            </a:r>
            <a:r>
              <a:rPr lang="ru-RU" sz="900" b="0" i="0" dirty="0" smtClean="0">
                <a:solidFill>
                  <a:srgbClr val="000000"/>
                </a:solidFill>
                <a:latin typeface="Arial"/>
              </a:rPr>
              <a:t>важно</a:t>
            </a:r>
            <a:r>
              <a:rPr lang="ru-RU" sz="900" b="0" i="0" dirty="0" smtClean="0">
                <a:solidFill>
                  <a:srgbClr val="000000"/>
                </a:solidFill>
              </a:rPr>
              <a:t> </a:t>
            </a:r>
            <a:r>
              <a:rPr lang="ru-RU" sz="900" b="0" i="0" dirty="0" smtClean="0">
                <a:solidFill>
                  <a:srgbClr val="000000"/>
                </a:solidFill>
                <a:latin typeface="Arial"/>
              </a:rPr>
              <a:t>эффективно</a:t>
            </a:r>
            <a:r>
              <a:rPr lang="ru-RU" sz="900" b="0" i="0" dirty="0" smtClean="0">
                <a:solidFill>
                  <a:srgbClr val="000000"/>
                </a:solidFill>
              </a:rPr>
              <a:t> </a:t>
            </a:r>
            <a:r>
              <a:rPr lang="ru-RU" sz="900" b="1" i="0" dirty="0" smtClean="0">
                <a:solidFill>
                  <a:srgbClr val="000000"/>
                </a:solidFill>
                <a:latin typeface="Arial"/>
              </a:rPr>
              <a:t>хранить</a:t>
            </a:r>
            <a:r>
              <a:rPr lang="ru-RU" sz="900" b="1" i="0" dirty="0" smtClean="0">
                <a:solidFill>
                  <a:srgbClr val="000000"/>
                </a:solidFill>
              </a:rPr>
              <a:t>, </a:t>
            </a:r>
            <a:r>
              <a:rPr lang="ru-RU" sz="900" b="1" i="0" dirty="0" smtClean="0">
                <a:solidFill>
                  <a:srgbClr val="000000"/>
                </a:solidFill>
                <a:latin typeface="Arial"/>
              </a:rPr>
              <a:t>защищать</a:t>
            </a:r>
            <a:r>
              <a:rPr lang="ru-RU" sz="900" b="1" i="0" dirty="0" smtClean="0">
                <a:solidFill>
                  <a:srgbClr val="000000"/>
                </a:solidFill>
              </a:rPr>
              <a:t>, </a:t>
            </a:r>
            <a:r>
              <a:rPr lang="ru-RU" sz="900" b="1" i="0" dirty="0" smtClean="0">
                <a:solidFill>
                  <a:srgbClr val="000000"/>
                </a:solidFill>
                <a:latin typeface="Arial"/>
              </a:rPr>
              <a:t>обрабатывать</a:t>
            </a:r>
            <a:r>
              <a:rPr lang="ru-RU" sz="900" b="1" i="0" dirty="0" smtClean="0">
                <a:solidFill>
                  <a:srgbClr val="000000"/>
                </a:solidFill>
              </a:rPr>
              <a:t> </a:t>
            </a:r>
            <a:r>
              <a:rPr lang="ru-RU" sz="900" b="1" i="0" dirty="0" smtClean="0">
                <a:solidFill>
                  <a:srgbClr val="000000"/>
                </a:solidFill>
                <a:latin typeface="Arial"/>
              </a:rPr>
              <a:t>информацию</a:t>
            </a:r>
            <a:r>
              <a:rPr lang="ru-RU" sz="900" b="1"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управлять</a:t>
            </a:r>
            <a:r>
              <a:rPr lang="ru-RU" sz="900" b="0" i="0" dirty="0" smtClean="0">
                <a:solidFill>
                  <a:srgbClr val="000000"/>
                </a:solidFill>
              </a:rPr>
              <a:t> </a:t>
            </a:r>
            <a:r>
              <a:rPr lang="ru-RU" sz="900" b="0" i="0" dirty="0" smtClean="0">
                <a:solidFill>
                  <a:srgbClr val="000000"/>
                </a:solidFill>
                <a:latin typeface="Arial"/>
              </a:rPr>
              <a:t>ею</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1" i="0" dirty="0" smtClean="0">
                <a:solidFill>
                  <a:srgbClr val="000000"/>
                </a:solidFill>
                <a:latin typeface="Arial"/>
              </a:rPr>
              <a:t>минимальными</a:t>
            </a:r>
            <a:r>
              <a:rPr lang="ru-RU" sz="900" b="1" i="0" dirty="0" smtClean="0">
                <a:solidFill>
                  <a:srgbClr val="000000"/>
                </a:solidFill>
              </a:rPr>
              <a:t> </a:t>
            </a:r>
            <a:r>
              <a:rPr lang="ru-RU" sz="900" b="1" i="0" dirty="0" smtClean="0">
                <a:solidFill>
                  <a:srgbClr val="000000"/>
                </a:solidFill>
                <a:latin typeface="Arial"/>
              </a:rPr>
              <a:t>затратами</a:t>
            </a:r>
            <a:r>
              <a:rPr lang="ru-RU" sz="900" b="0" i="0" dirty="0" smtClean="0">
                <a:solidFill>
                  <a:srgbClr val="000000"/>
                </a:solidFill>
              </a:rPr>
              <a:t>. </a:t>
            </a:r>
          </a:p>
          <a:p>
            <a:pPr marL="0" marR="0" indent="457200" defTabSz="457200" rtl="0" eaLnBrk="1" fontAlgn="auto" latinLnBrk="0" hangingPunct="1">
              <a:spcBef>
                <a:spcPts val="600"/>
              </a:spcBef>
              <a:buClrTx/>
              <a:buSzTx/>
              <a:buFontTx/>
              <a:buNone/>
              <a:tabLst/>
              <a:defRPr/>
            </a:pPr>
            <a:r>
              <a:rPr lang="ru-RU" sz="900" b="1" i="0" dirty="0" smtClean="0">
                <a:solidFill>
                  <a:srgbClr val="000000"/>
                </a:solidFill>
                <a:latin typeface="Arial"/>
              </a:rPr>
              <a:t>Необходимость</a:t>
            </a:r>
            <a:r>
              <a:rPr lang="ru-RU" sz="900" b="1" i="0" dirty="0" smtClean="0">
                <a:solidFill>
                  <a:srgbClr val="000000"/>
                </a:solidFill>
              </a:rPr>
              <a:t> </a:t>
            </a:r>
            <a:r>
              <a:rPr lang="ru-RU" sz="900" b="1" i="0" dirty="0" smtClean="0">
                <a:solidFill>
                  <a:srgbClr val="000000"/>
                </a:solidFill>
                <a:latin typeface="Arial"/>
              </a:rPr>
              <a:t>соблюдать</a:t>
            </a:r>
            <a:r>
              <a:rPr lang="ru-RU" sz="900" b="1" i="0" dirty="0" smtClean="0">
                <a:solidFill>
                  <a:srgbClr val="000000"/>
                </a:solidFill>
              </a:rPr>
              <a:t> </a:t>
            </a:r>
            <a:r>
              <a:rPr lang="ru-RU" sz="900" b="1" i="0" dirty="0" smtClean="0">
                <a:solidFill>
                  <a:srgbClr val="000000"/>
                </a:solidFill>
                <a:latin typeface="Arial"/>
              </a:rPr>
              <a:t>требования</a:t>
            </a:r>
            <a:r>
              <a:rPr lang="ru-RU" sz="900" b="0" i="0" dirty="0" smtClean="0">
                <a:solidFill>
                  <a:srgbClr val="000000"/>
                </a:solidFill>
              </a:rPr>
              <a:t>, </a:t>
            </a:r>
            <a:r>
              <a:rPr lang="ru-RU" sz="900" b="0" i="0" dirty="0" smtClean="0">
                <a:solidFill>
                  <a:srgbClr val="000000"/>
                </a:solidFill>
                <a:latin typeface="Arial"/>
              </a:rPr>
              <a:t>связанные</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обеспечением</a:t>
            </a:r>
            <a:r>
              <a:rPr lang="ru-RU" sz="900" b="0" i="0" dirty="0" smtClean="0">
                <a:solidFill>
                  <a:srgbClr val="000000"/>
                </a:solidFill>
              </a:rPr>
              <a:t> </a:t>
            </a:r>
            <a:r>
              <a:rPr lang="ru-RU" sz="900" b="0" i="0" dirty="0" smtClean="0">
                <a:solidFill>
                  <a:srgbClr val="000000"/>
                </a:solidFill>
                <a:latin typeface="Arial"/>
              </a:rPr>
              <a:t>доступности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защитой</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1" i="0" dirty="0" smtClean="0">
                <a:solidFill>
                  <a:srgbClr val="000000"/>
                </a:solidFill>
                <a:latin typeface="Arial"/>
              </a:rPr>
              <a:t>которые</a:t>
            </a:r>
            <a:r>
              <a:rPr lang="ru-RU" sz="900" b="1" i="0" dirty="0" smtClean="0">
                <a:solidFill>
                  <a:srgbClr val="000000"/>
                </a:solidFill>
              </a:rPr>
              <a:t> </a:t>
            </a:r>
            <a:r>
              <a:rPr lang="ru-RU" sz="900" b="1" i="0" dirty="0" smtClean="0">
                <a:solidFill>
                  <a:srgbClr val="000000"/>
                </a:solidFill>
                <a:latin typeface="Arial"/>
              </a:rPr>
              <a:t>устанавливаются</a:t>
            </a:r>
            <a:r>
              <a:rPr lang="ru-RU" sz="900" b="1" i="0" dirty="0" smtClean="0">
                <a:solidFill>
                  <a:srgbClr val="000000"/>
                </a:solidFill>
              </a:rPr>
              <a:t> </a:t>
            </a:r>
            <a:r>
              <a:rPr lang="ru-RU" sz="900" b="1" i="0" dirty="0" smtClean="0">
                <a:solidFill>
                  <a:srgbClr val="000000"/>
                </a:solidFill>
                <a:latin typeface="Arial"/>
              </a:rPr>
              <a:t>законодательством</a:t>
            </a:r>
            <a:r>
              <a:rPr lang="ru-RU" sz="900" b="0" i="0" dirty="0" smtClean="0">
                <a:solidFill>
                  <a:srgbClr val="000000"/>
                </a:solidFill>
              </a:rPr>
              <a:t>, </a:t>
            </a:r>
            <a:r>
              <a:rPr lang="ru-RU" sz="900" b="0" i="0" dirty="0" smtClean="0">
                <a:solidFill>
                  <a:srgbClr val="000000"/>
                </a:solidFill>
                <a:latin typeface="Arial"/>
              </a:rPr>
              <a:t>регулятивными</a:t>
            </a:r>
            <a:r>
              <a:rPr lang="ru-RU" sz="900" b="0" i="0" dirty="0" smtClean="0">
                <a:solidFill>
                  <a:srgbClr val="000000"/>
                </a:solidFill>
              </a:rPr>
              <a:t> </a:t>
            </a:r>
            <a:r>
              <a:rPr lang="ru-RU" sz="900" b="0" i="0" dirty="0" smtClean="0">
                <a:solidFill>
                  <a:srgbClr val="000000"/>
                </a:solidFill>
                <a:latin typeface="Arial"/>
              </a:rPr>
              <a:t>органами</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условиями</a:t>
            </a:r>
            <a:r>
              <a:rPr lang="ru-RU" sz="900" b="0" i="0" dirty="0" smtClean="0">
                <a:solidFill>
                  <a:srgbClr val="000000"/>
                </a:solidFill>
              </a:rPr>
              <a:t> </a:t>
            </a:r>
            <a:r>
              <a:rPr lang="ru-RU" sz="900" b="0" i="0" dirty="0" smtClean="0">
                <a:solidFill>
                  <a:srgbClr val="000000"/>
                </a:solidFill>
                <a:latin typeface="Arial"/>
              </a:rPr>
              <a:t>контрактов</a:t>
            </a:r>
            <a:r>
              <a:rPr lang="ru-RU" sz="900" b="0" i="0" dirty="0" smtClean="0">
                <a:solidFill>
                  <a:srgbClr val="000000"/>
                </a:solidFill>
              </a:rPr>
              <a:t>, </a:t>
            </a:r>
            <a:r>
              <a:rPr lang="ru-RU" sz="900" b="0" i="0" dirty="0" smtClean="0">
                <a:solidFill>
                  <a:srgbClr val="000000"/>
                </a:solidFill>
                <a:latin typeface="Arial"/>
              </a:rPr>
              <a:t>создает</a:t>
            </a:r>
            <a:r>
              <a:rPr lang="ru-RU" sz="900" b="0" i="0" dirty="0" smtClean="0">
                <a:solidFill>
                  <a:srgbClr val="000000"/>
                </a:solidFill>
              </a:rPr>
              <a:t> </a:t>
            </a:r>
            <a:r>
              <a:rPr lang="ru-RU" sz="900" b="1" i="0" dirty="0" smtClean="0">
                <a:solidFill>
                  <a:srgbClr val="000000"/>
                </a:solidFill>
                <a:latin typeface="Arial"/>
              </a:rPr>
              <a:t>дополнительные</a:t>
            </a:r>
            <a:r>
              <a:rPr lang="ru-RU" sz="900" b="1" i="0" dirty="0" smtClean="0">
                <a:solidFill>
                  <a:srgbClr val="000000"/>
                </a:solidFill>
              </a:rPr>
              <a:t> </a:t>
            </a:r>
            <a:r>
              <a:rPr lang="ru-RU" sz="900" b="1" i="0" dirty="0" smtClean="0">
                <a:solidFill>
                  <a:srgbClr val="000000"/>
                </a:solidFill>
                <a:latin typeface="Arial"/>
              </a:rPr>
              <a:t>сложности</a:t>
            </a:r>
            <a:r>
              <a:rPr lang="ru-RU" sz="900" b="1" i="0" dirty="0" smtClean="0">
                <a:solidFill>
                  <a:srgbClr val="000000"/>
                </a:solidFill>
              </a:rPr>
              <a:t> </a:t>
            </a:r>
            <a:r>
              <a:rPr lang="ru-RU" sz="900" b="1" i="0" dirty="0" smtClean="0">
                <a:solidFill>
                  <a:srgbClr val="000000"/>
                </a:solidFill>
                <a:latin typeface="Arial"/>
              </a:rPr>
              <a:t>для</a:t>
            </a:r>
            <a:r>
              <a:rPr lang="ru-RU" sz="900" b="1" i="0" dirty="0" smtClean="0">
                <a:solidFill>
                  <a:srgbClr val="000000"/>
                </a:solidFill>
              </a:rPr>
              <a:t> </a:t>
            </a:r>
            <a:r>
              <a:rPr lang="ru-RU" sz="900" b="1" i="0" dirty="0" smtClean="0">
                <a:solidFill>
                  <a:srgbClr val="000000"/>
                </a:solidFill>
                <a:latin typeface="Arial"/>
              </a:rPr>
              <a:t>хранения</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управления</a:t>
            </a:r>
            <a:r>
              <a:rPr lang="ru-RU" sz="900" b="1" i="0" dirty="0" smtClean="0">
                <a:solidFill>
                  <a:srgbClr val="000000"/>
                </a:solidFill>
              </a:rPr>
              <a:t> </a:t>
            </a:r>
            <a:r>
              <a:rPr lang="ru-RU" sz="900" b="1" i="0" dirty="0" smtClean="0">
                <a:solidFill>
                  <a:srgbClr val="000000"/>
                </a:solidFill>
                <a:latin typeface="Arial"/>
              </a:rPr>
              <a:t>информацией</a:t>
            </a:r>
            <a:r>
              <a:rPr lang="ru-RU" sz="900" b="1" i="0" dirty="0" smtClean="0">
                <a:solidFill>
                  <a:srgbClr val="000000"/>
                </a:solidFill>
              </a:rPr>
              <a:t>.</a:t>
            </a:r>
            <a:r>
              <a:rPr lang="ru-RU" sz="900" b="0" i="0" dirty="0" smtClean="0">
                <a:solidFill>
                  <a:srgbClr val="000000"/>
                </a:solidFill>
              </a:rPr>
              <a:t> </a:t>
            </a:r>
          </a:p>
          <a:p>
            <a:pPr marL="0" marR="0" indent="457200" defTabSz="457200" rtl="0" eaLnBrk="1" fontAlgn="auto" latinLnBrk="0" hangingPunct="1">
              <a:spcBef>
                <a:spcPts val="600"/>
              </a:spcBef>
              <a:buClrTx/>
              <a:buSzTx/>
              <a:buFontTx/>
              <a:buNone/>
              <a:tabLst/>
              <a:defRPr/>
            </a:pPr>
            <a:r>
              <a:rPr lang="ru-RU" sz="900" b="0" i="0" dirty="0" smtClean="0">
                <a:solidFill>
                  <a:srgbClr val="000000"/>
                </a:solidFill>
                <a:latin typeface="Arial"/>
              </a:rPr>
              <a:t>Кроме</a:t>
            </a:r>
            <a:r>
              <a:rPr lang="ru-RU" sz="900" b="0" i="0" dirty="0" smtClean="0">
                <a:solidFill>
                  <a:srgbClr val="000000"/>
                </a:solidFill>
              </a:rPr>
              <a:t> </a:t>
            </a:r>
            <a:r>
              <a:rPr lang="ru-RU" sz="900" b="0" i="0" dirty="0" smtClean="0">
                <a:solidFill>
                  <a:srgbClr val="000000"/>
                </a:solidFill>
                <a:latin typeface="Arial"/>
              </a:rPr>
              <a:t>того</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сталкиваются</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новыми</a:t>
            </a:r>
            <a:r>
              <a:rPr lang="ru-RU" sz="900" b="0" i="0" dirty="0" smtClean="0">
                <a:solidFill>
                  <a:srgbClr val="000000"/>
                </a:solidFill>
              </a:rPr>
              <a:t> </a:t>
            </a:r>
            <a:r>
              <a:rPr lang="ru-RU" sz="900" b="0" i="0" dirty="0" smtClean="0">
                <a:solidFill>
                  <a:srgbClr val="000000"/>
                </a:solidFill>
                <a:latin typeface="Arial"/>
              </a:rPr>
              <a:t>трудностями</a:t>
            </a:r>
            <a:r>
              <a:rPr lang="ru-RU" sz="900" b="0" i="0" dirty="0" smtClean="0">
                <a:solidFill>
                  <a:srgbClr val="000000"/>
                </a:solidFill>
              </a:rPr>
              <a:t>, </a:t>
            </a:r>
            <a:r>
              <a:rPr lang="ru-RU" sz="900" b="0" i="0" dirty="0" smtClean="0">
                <a:solidFill>
                  <a:srgbClr val="000000"/>
                </a:solidFill>
                <a:latin typeface="Arial"/>
              </a:rPr>
              <a:t>связанными</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необходимостью</a:t>
            </a:r>
            <a:r>
              <a:rPr lang="ru-RU" sz="900" b="0" i="0" dirty="0" smtClean="0">
                <a:solidFill>
                  <a:srgbClr val="000000"/>
                </a:solidFill>
              </a:rPr>
              <a:t> </a:t>
            </a:r>
            <a:r>
              <a:rPr lang="ru-RU" sz="900" b="1" i="0" dirty="0" smtClean="0">
                <a:solidFill>
                  <a:srgbClr val="000000"/>
                </a:solidFill>
                <a:latin typeface="Arial"/>
              </a:rPr>
              <a:t>извлекать</a:t>
            </a:r>
            <a:r>
              <a:rPr lang="ru-RU" sz="900" b="1" i="0" dirty="0" smtClean="0">
                <a:solidFill>
                  <a:srgbClr val="000000"/>
                </a:solidFill>
              </a:rPr>
              <a:t> </a:t>
            </a:r>
            <a:r>
              <a:rPr lang="ru-RU" sz="900" b="1" i="0" dirty="0" smtClean="0">
                <a:solidFill>
                  <a:srgbClr val="000000"/>
                </a:solidFill>
                <a:latin typeface="Arial"/>
              </a:rPr>
              <a:t>полезные</a:t>
            </a:r>
            <a:r>
              <a:rPr lang="ru-RU" sz="900" b="1" i="0" dirty="0" smtClean="0">
                <a:solidFill>
                  <a:srgbClr val="000000"/>
                </a:solidFill>
              </a:rPr>
              <a:t> </a:t>
            </a:r>
            <a:r>
              <a:rPr lang="ru-RU" sz="900" b="1" i="0" dirty="0" smtClean="0">
                <a:solidFill>
                  <a:srgbClr val="000000"/>
                </a:solidFill>
                <a:latin typeface="Arial"/>
              </a:rPr>
              <a:t>данные</a:t>
            </a:r>
            <a:r>
              <a:rPr lang="ru-RU" sz="900" b="1" i="0" dirty="0" smtClean="0">
                <a:solidFill>
                  <a:srgbClr val="000000"/>
                </a:solidFill>
              </a:rPr>
              <a:t> </a:t>
            </a:r>
            <a:r>
              <a:rPr lang="ru-RU" sz="900" b="1" i="0" dirty="0" smtClean="0">
                <a:solidFill>
                  <a:srgbClr val="000000"/>
                </a:solidFill>
                <a:latin typeface="Arial"/>
              </a:rPr>
              <a:t>из</a:t>
            </a:r>
            <a:r>
              <a:rPr lang="ru-RU" sz="900" b="1" i="0" dirty="0" smtClean="0">
                <a:solidFill>
                  <a:srgbClr val="000000"/>
                </a:solidFill>
              </a:rPr>
              <a:t> </a:t>
            </a:r>
            <a:r>
              <a:rPr lang="ru-RU" sz="900" b="1"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созданной</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цифровой</a:t>
            </a:r>
            <a:r>
              <a:rPr lang="ru-RU" sz="900" b="0" i="0" dirty="0" smtClean="0">
                <a:solidFill>
                  <a:srgbClr val="000000"/>
                </a:solidFill>
              </a:rPr>
              <a:t> </a:t>
            </a:r>
            <a:r>
              <a:rPr lang="ru-RU" sz="900" b="0" i="0" dirty="0" smtClean="0">
                <a:solidFill>
                  <a:srgbClr val="000000"/>
                </a:solidFill>
                <a:latin typeface="Arial"/>
              </a:rPr>
              <a:t>вселенной</a:t>
            </a:r>
            <a:r>
              <a:rPr lang="ru-RU" sz="900" b="0" i="0" dirty="0" smtClean="0">
                <a:solidFill>
                  <a:srgbClr val="000000"/>
                </a:solidFill>
              </a:rPr>
              <a:t>. </a:t>
            </a:r>
            <a:r>
              <a:rPr lang="ru-RU" sz="900" b="0" i="0" dirty="0" smtClean="0">
                <a:solidFill>
                  <a:srgbClr val="000000"/>
                </a:solidFill>
                <a:latin typeface="Arial"/>
              </a:rPr>
              <a:t>Информацию</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использовать</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выявления</a:t>
            </a:r>
            <a:r>
              <a:rPr lang="ru-RU" sz="900" b="0" i="0" dirty="0" smtClean="0">
                <a:solidFill>
                  <a:srgbClr val="000000"/>
                </a:solidFill>
              </a:rPr>
              <a:t> </a:t>
            </a:r>
            <a:r>
              <a:rPr lang="ru-RU" sz="900" b="0" i="0" dirty="0" smtClean="0">
                <a:solidFill>
                  <a:srgbClr val="000000"/>
                </a:solidFill>
                <a:latin typeface="Arial"/>
              </a:rPr>
              <a:t>возможностей</a:t>
            </a:r>
            <a:r>
              <a:rPr lang="ru-RU" sz="900" b="0" i="0" dirty="0" smtClean="0">
                <a:solidFill>
                  <a:srgbClr val="000000"/>
                </a:solidFill>
              </a:rPr>
              <a:t> </a:t>
            </a:r>
            <a:r>
              <a:rPr lang="ru-RU" sz="900" b="0" i="0" dirty="0" smtClean="0">
                <a:solidFill>
                  <a:srgbClr val="000000"/>
                </a:solidFill>
                <a:latin typeface="Arial"/>
              </a:rPr>
              <a:t>трансформации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повышения</a:t>
            </a:r>
            <a:r>
              <a:rPr lang="ru-RU" sz="900" b="0" i="0" dirty="0" smtClean="0">
                <a:solidFill>
                  <a:srgbClr val="000000"/>
                </a:solidFill>
              </a:rPr>
              <a:t> </a:t>
            </a:r>
            <a:r>
              <a:rPr lang="ru-RU" sz="900" b="0" i="0" dirty="0" smtClean="0">
                <a:solidFill>
                  <a:srgbClr val="000000"/>
                </a:solidFill>
                <a:latin typeface="Arial"/>
              </a:rPr>
              <a:t>эффективности</a:t>
            </a:r>
            <a:r>
              <a:rPr lang="ru-RU" sz="900" b="0" i="0" dirty="0" smtClean="0">
                <a:solidFill>
                  <a:srgbClr val="000000"/>
                </a:solidFill>
              </a:rPr>
              <a:t> </a:t>
            </a:r>
            <a:r>
              <a:rPr lang="ru-RU" sz="900" b="0" i="0" dirty="0" smtClean="0">
                <a:solidFill>
                  <a:srgbClr val="000000"/>
                </a:solidFill>
                <a:latin typeface="Arial"/>
              </a:rPr>
              <a:t>бизнеса</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также</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получения</a:t>
            </a:r>
            <a:r>
              <a:rPr lang="ru-RU" sz="900" b="0" i="0" dirty="0" smtClean="0">
                <a:solidFill>
                  <a:srgbClr val="000000"/>
                </a:solidFill>
              </a:rPr>
              <a:t> </a:t>
            </a:r>
            <a:r>
              <a:rPr lang="ru-RU" sz="900" b="0" i="0" dirty="0" smtClean="0">
                <a:solidFill>
                  <a:srgbClr val="000000"/>
                </a:solidFill>
                <a:latin typeface="Arial"/>
              </a:rPr>
              <a:t>конкурентного</a:t>
            </a:r>
            <a:r>
              <a:rPr lang="ru-RU" sz="900" b="0" i="0" dirty="0" smtClean="0">
                <a:solidFill>
                  <a:srgbClr val="000000"/>
                </a:solidFill>
              </a:rPr>
              <a:t> </a:t>
            </a:r>
            <a:r>
              <a:rPr lang="ru-RU" sz="900" b="0" i="0" dirty="0" smtClean="0">
                <a:solidFill>
                  <a:srgbClr val="000000"/>
                </a:solidFill>
                <a:latin typeface="Arial"/>
              </a:rPr>
              <a:t>преимущества</a:t>
            </a:r>
            <a:r>
              <a:rPr lang="ru-RU" sz="900" b="0" i="0" dirty="0" smtClean="0">
                <a:solidFill>
                  <a:srgbClr val="000000"/>
                </a:solidFill>
              </a:rPr>
              <a:t>. </a:t>
            </a:r>
          </a:p>
          <a:p>
            <a:pPr marL="0" marR="0" indent="457200" defTabSz="457200" rtl="0" eaLnBrk="1" fontAlgn="auto" latinLnBrk="0" hangingPunct="1">
              <a:spcBef>
                <a:spcPts val="600"/>
              </a:spcBef>
              <a:buClrTx/>
              <a:buSzTx/>
              <a:buFontTx/>
              <a:buNone/>
              <a:tabLst/>
              <a:defRPr/>
            </a:pP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онлайн</a:t>
            </a:r>
            <a:r>
              <a:rPr lang="ru-RU" sz="900" b="0" i="0" dirty="0" smtClean="0">
                <a:solidFill>
                  <a:srgbClr val="000000"/>
                </a:solidFill>
              </a:rPr>
              <a:t>-</a:t>
            </a:r>
            <a:r>
              <a:rPr lang="ru-RU" sz="900" b="0" i="0" dirty="0" smtClean="0">
                <a:solidFill>
                  <a:srgbClr val="000000"/>
                </a:solidFill>
                <a:latin typeface="Arial"/>
              </a:rPr>
              <a:t>магазину</a:t>
            </a:r>
            <a:r>
              <a:rPr lang="ru-RU" sz="900" b="0" i="0" dirty="0" smtClean="0">
                <a:solidFill>
                  <a:srgbClr val="000000"/>
                </a:solidFill>
              </a:rPr>
              <a:t> </a:t>
            </a:r>
            <a:r>
              <a:rPr lang="ru-RU" sz="900" b="0" i="0" dirty="0" smtClean="0">
                <a:solidFill>
                  <a:srgbClr val="000000"/>
                </a:solidFill>
                <a:latin typeface="Arial"/>
              </a:rPr>
              <a:t>может</a:t>
            </a:r>
            <a:r>
              <a:rPr lang="ru-RU" sz="900" b="0" i="0" dirty="0" smtClean="0">
                <a:solidFill>
                  <a:srgbClr val="000000"/>
                </a:solidFill>
              </a:rPr>
              <a:t> </a:t>
            </a:r>
            <a:r>
              <a:rPr lang="ru-RU" sz="900" b="0" i="0" dirty="0" smtClean="0">
                <a:solidFill>
                  <a:srgbClr val="000000"/>
                </a:solidFill>
                <a:latin typeface="Arial"/>
              </a:rPr>
              <a:t>потребоваться</a:t>
            </a:r>
            <a:r>
              <a:rPr lang="ru-RU" sz="900" b="0" i="0" dirty="0" smtClean="0">
                <a:solidFill>
                  <a:srgbClr val="000000"/>
                </a:solidFill>
              </a:rPr>
              <a:t> </a:t>
            </a:r>
            <a:r>
              <a:rPr lang="ru-RU" sz="900" b="0" i="0" dirty="0" smtClean="0">
                <a:solidFill>
                  <a:srgbClr val="000000"/>
                </a:solidFill>
                <a:latin typeface="Arial"/>
              </a:rPr>
              <a:t>определять</a:t>
            </a:r>
            <a:r>
              <a:rPr lang="ru-RU" sz="900" b="0" i="0" dirty="0" smtClean="0">
                <a:solidFill>
                  <a:srgbClr val="000000"/>
                </a:solidFill>
              </a:rPr>
              <a:t> </a:t>
            </a:r>
            <a:r>
              <a:rPr lang="ru-RU" sz="900" b="0" i="0" dirty="0" smtClean="0">
                <a:solidFill>
                  <a:srgbClr val="000000"/>
                </a:solidFill>
                <a:latin typeface="Arial"/>
              </a:rPr>
              <a:t>предпочитаемые</a:t>
            </a:r>
            <a:r>
              <a:rPr lang="ru-RU" sz="900" b="0" i="0" dirty="0" smtClean="0">
                <a:solidFill>
                  <a:srgbClr val="000000"/>
                </a:solidFill>
              </a:rPr>
              <a:t> </a:t>
            </a:r>
            <a:r>
              <a:rPr lang="ru-RU" sz="900" b="0" i="0" dirty="0" smtClean="0">
                <a:solidFill>
                  <a:srgbClr val="000000"/>
                </a:solidFill>
                <a:latin typeface="Arial"/>
              </a:rPr>
              <a:t>заказчиками</a:t>
            </a:r>
            <a:r>
              <a:rPr lang="ru-RU" sz="900" b="0" i="0" dirty="0" smtClean="0">
                <a:solidFill>
                  <a:srgbClr val="000000"/>
                </a:solidFill>
              </a:rPr>
              <a:t> </a:t>
            </a:r>
            <a:r>
              <a:rPr lang="ru-RU" sz="900" b="0" i="0" dirty="0" smtClean="0">
                <a:solidFill>
                  <a:srgbClr val="000000"/>
                </a:solidFill>
                <a:latin typeface="Arial"/>
              </a:rPr>
              <a:t>типы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бренды</a:t>
            </a:r>
            <a:r>
              <a:rPr lang="ru-RU" sz="900" b="0" i="0" dirty="0" smtClean="0">
                <a:solidFill>
                  <a:srgbClr val="000000"/>
                </a:solidFill>
              </a:rPr>
              <a:t> </a:t>
            </a:r>
            <a:r>
              <a:rPr lang="ru-RU" sz="900" b="0" i="0" dirty="0" smtClean="0">
                <a:solidFill>
                  <a:srgbClr val="000000"/>
                </a:solidFill>
                <a:latin typeface="Arial"/>
              </a:rPr>
              <a:t>продуктов</a:t>
            </a:r>
            <a:r>
              <a:rPr lang="ru-RU" sz="900" b="0" i="0" dirty="0" smtClean="0">
                <a:solidFill>
                  <a:srgbClr val="000000"/>
                </a:solidFill>
              </a:rPr>
              <a:t> </a:t>
            </a:r>
            <a:r>
              <a:rPr lang="ru-RU" sz="900" b="0" i="0" dirty="0" smtClean="0">
                <a:solidFill>
                  <a:srgbClr val="000000"/>
                </a:solidFill>
                <a:latin typeface="Arial"/>
              </a:rPr>
              <a:t>путем</a:t>
            </a:r>
            <a:r>
              <a:rPr lang="ru-RU" sz="900" b="0" i="0" dirty="0" smtClean="0">
                <a:solidFill>
                  <a:srgbClr val="000000"/>
                </a:solidFill>
              </a:rPr>
              <a:t> </a:t>
            </a:r>
            <a:r>
              <a:rPr lang="ru-RU" sz="900" b="0" i="0" dirty="0" smtClean="0">
                <a:solidFill>
                  <a:srgbClr val="000000"/>
                </a:solidFill>
                <a:latin typeface="Arial"/>
              </a:rPr>
              <a:t>анализа</a:t>
            </a:r>
            <a:r>
              <a:rPr lang="ru-RU" sz="900" b="0" i="0" dirty="0" smtClean="0">
                <a:solidFill>
                  <a:srgbClr val="000000"/>
                </a:solidFill>
              </a:rPr>
              <a:t> </a:t>
            </a:r>
            <a:r>
              <a:rPr lang="ru-RU" sz="900" b="0" i="0" dirty="0" smtClean="0">
                <a:solidFill>
                  <a:srgbClr val="000000"/>
                </a:solidFill>
                <a:latin typeface="Arial"/>
              </a:rPr>
              <a:t>поисковых</a:t>
            </a:r>
            <a:r>
              <a:rPr lang="ru-RU" sz="900" b="0" i="0" dirty="0" smtClean="0">
                <a:solidFill>
                  <a:srgbClr val="000000"/>
                </a:solidFill>
              </a:rPr>
              <a:t> </a:t>
            </a:r>
            <a:r>
              <a:rPr lang="ru-RU" sz="900" b="0" i="0" dirty="0" smtClean="0">
                <a:solidFill>
                  <a:srgbClr val="000000"/>
                </a:solidFill>
                <a:latin typeface="Arial"/>
              </a:rPr>
              <a:t>запросов</a:t>
            </a:r>
            <a:r>
              <a:rPr lang="ru-RU" sz="900" b="0" i="0" dirty="0" smtClean="0">
                <a:solidFill>
                  <a:srgbClr val="000000"/>
                </a:solidFill>
              </a:rPr>
              <a:t> </a:t>
            </a:r>
            <a:r>
              <a:rPr lang="ru-RU" sz="900" b="0" i="0" dirty="0" smtClean="0">
                <a:solidFill>
                  <a:srgbClr val="000000"/>
                </a:solidFill>
                <a:latin typeface="Arial"/>
              </a:rPr>
              <a:t>заказчиков</a:t>
            </a:r>
            <a:r>
              <a:rPr lang="ru-RU" sz="900" b="0" i="0" dirty="0" smtClean="0">
                <a:solidFill>
                  <a:srgbClr val="000000"/>
                </a:solidFill>
              </a:rPr>
              <a:t>, </a:t>
            </a:r>
            <a:r>
              <a:rPr lang="ru-RU" sz="900" b="0" i="0" dirty="0" smtClean="0">
                <a:solidFill>
                  <a:srgbClr val="000000"/>
                </a:solidFill>
                <a:latin typeface="Arial"/>
              </a:rPr>
              <a:t>посещенных</a:t>
            </a:r>
            <a:r>
              <a:rPr lang="ru-RU" sz="900" b="0" i="0" dirty="0" smtClean="0">
                <a:solidFill>
                  <a:srgbClr val="000000"/>
                </a:solidFill>
              </a:rPr>
              <a:t> </a:t>
            </a:r>
            <a:r>
              <a:rPr lang="ru-RU" sz="900" b="0" i="0" dirty="0" smtClean="0">
                <a:solidFill>
                  <a:srgbClr val="000000"/>
                </a:solidFill>
                <a:latin typeface="Arial"/>
              </a:rPr>
              <a:t>ими</a:t>
            </a:r>
            <a:r>
              <a:rPr lang="ru-RU" sz="900" b="0" i="0" dirty="0" smtClean="0">
                <a:solidFill>
                  <a:srgbClr val="000000"/>
                </a:solidFill>
              </a:rPr>
              <a:t> </a:t>
            </a:r>
            <a:r>
              <a:rPr lang="ru-RU" sz="900" b="0" i="0" dirty="0" smtClean="0">
                <a:solidFill>
                  <a:srgbClr val="000000"/>
                </a:solidFill>
                <a:latin typeface="Arial"/>
              </a:rPr>
              <a:t>страниц</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покупательского</a:t>
            </a:r>
            <a:r>
              <a:rPr lang="ru-RU" sz="900" b="0" i="0" dirty="0" smtClean="0">
                <a:solidFill>
                  <a:srgbClr val="000000"/>
                </a:solidFill>
              </a:rPr>
              <a:t> </a:t>
            </a:r>
            <a:r>
              <a:rPr lang="ru-RU" sz="900" b="0" i="0" dirty="0" smtClean="0">
                <a:solidFill>
                  <a:srgbClr val="000000"/>
                </a:solidFill>
                <a:latin typeface="Arial"/>
              </a:rPr>
              <a:t>поведения</a:t>
            </a:r>
            <a:r>
              <a:rPr lang="ru-RU" sz="900" b="0" i="0" dirty="0" smtClean="0">
                <a:solidFill>
                  <a:srgbClr val="000000"/>
                </a:solidFill>
              </a:rPr>
              <a:t>. </a:t>
            </a:r>
            <a:r>
              <a:rPr lang="ru-RU" sz="900" b="0" i="0" dirty="0" smtClean="0">
                <a:solidFill>
                  <a:srgbClr val="000000"/>
                </a:solidFill>
                <a:latin typeface="Arial"/>
              </a:rPr>
              <a:t>Получив</a:t>
            </a:r>
            <a:r>
              <a:rPr lang="ru-RU" sz="900" b="0" i="0" dirty="0" smtClean="0">
                <a:solidFill>
                  <a:srgbClr val="000000"/>
                </a:solidFill>
              </a:rPr>
              <a:t> </a:t>
            </a:r>
            <a:r>
              <a:rPr lang="ru-RU" sz="900" b="0" i="0" dirty="0" smtClean="0">
                <a:solidFill>
                  <a:srgbClr val="000000"/>
                </a:solidFill>
                <a:latin typeface="Arial"/>
              </a:rPr>
              <a:t>нужные</a:t>
            </a:r>
            <a:r>
              <a:rPr lang="ru-RU" sz="900" b="0" i="0" dirty="0" smtClean="0">
                <a:solidFill>
                  <a:srgbClr val="000000"/>
                </a:solidFill>
              </a:rPr>
              <a:t> </a:t>
            </a:r>
            <a:r>
              <a:rPr lang="ru-RU" sz="900" b="0" i="0" dirty="0" smtClean="0">
                <a:solidFill>
                  <a:srgbClr val="000000"/>
                </a:solidFill>
                <a:latin typeface="Arial"/>
              </a:rPr>
              <a:t>сведения</a:t>
            </a:r>
            <a:r>
              <a:rPr lang="ru-RU" sz="900" b="0" i="0" dirty="0" smtClean="0">
                <a:solidFill>
                  <a:srgbClr val="000000"/>
                </a:solidFill>
              </a:rPr>
              <a:t>, </a:t>
            </a:r>
            <a:r>
              <a:rPr lang="ru-RU" sz="900" b="0" i="0" dirty="0" smtClean="0">
                <a:solidFill>
                  <a:srgbClr val="000000"/>
                </a:solidFill>
                <a:latin typeface="Arial"/>
              </a:rPr>
              <a:t>этот</a:t>
            </a:r>
            <a:r>
              <a:rPr lang="ru-RU" sz="900" b="0" i="0" dirty="0" smtClean="0">
                <a:solidFill>
                  <a:srgbClr val="000000"/>
                </a:solidFill>
              </a:rPr>
              <a:t> </a:t>
            </a:r>
            <a:r>
              <a:rPr lang="ru-RU" sz="900" b="0" i="0" dirty="0" smtClean="0">
                <a:solidFill>
                  <a:srgbClr val="000000"/>
                </a:solidFill>
                <a:latin typeface="Arial"/>
              </a:rPr>
              <a:t>магазин</a:t>
            </a:r>
            <a:r>
              <a:rPr lang="ru-RU" sz="900" b="0" i="0" dirty="0" smtClean="0">
                <a:solidFill>
                  <a:srgbClr val="000000"/>
                </a:solidFill>
              </a:rPr>
              <a:t> </a:t>
            </a:r>
            <a:r>
              <a:rPr lang="ru-RU" sz="900" b="0" i="0" dirty="0" smtClean="0">
                <a:solidFill>
                  <a:srgbClr val="000000"/>
                </a:solidFill>
                <a:latin typeface="Arial"/>
              </a:rPr>
              <a:t>сможет</a:t>
            </a:r>
            <a:r>
              <a:rPr lang="ru-RU" sz="900" b="0" i="0" dirty="0" smtClean="0">
                <a:solidFill>
                  <a:srgbClr val="000000"/>
                </a:solidFill>
              </a:rPr>
              <a:t> </a:t>
            </a:r>
            <a:r>
              <a:rPr lang="ru-RU" sz="900" b="0" i="0" dirty="0" smtClean="0">
                <a:solidFill>
                  <a:srgbClr val="000000"/>
                </a:solidFill>
                <a:latin typeface="Arial"/>
              </a:rPr>
              <a:t>хранить</a:t>
            </a:r>
            <a:r>
              <a:rPr lang="ru-RU" sz="900" b="0" i="0" dirty="0" smtClean="0">
                <a:solidFill>
                  <a:srgbClr val="000000"/>
                </a:solidFill>
              </a:rPr>
              <a:t> </a:t>
            </a:r>
            <a:r>
              <a:rPr lang="ru-RU" sz="900" b="0" i="0" dirty="0" smtClean="0">
                <a:solidFill>
                  <a:srgbClr val="000000"/>
                </a:solidFill>
                <a:latin typeface="Arial"/>
              </a:rPr>
              <a:t>необходимые</a:t>
            </a:r>
            <a:r>
              <a:rPr lang="ru-RU" sz="900" b="0" i="0" dirty="0" smtClean="0">
                <a:solidFill>
                  <a:srgbClr val="000000"/>
                </a:solidFill>
              </a:rPr>
              <a:t> </a:t>
            </a:r>
            <a:r>
              <a:rPr lang="ru-RU" sz="900" b="0" i="0" dirty="0" smtClean="0">
                <a:solidFill>
                  <a:srgbClr val="000000"/>
                </a:solidFill>
                <a:latin typeface="Arial"/>
              </a:rPr>
              <a:t>запасы</a:t>
            </a:r>
            <a:r>
              <a:rPr lang="ru-RU" sz="900" b="0" i="0" dirty="0" smtClean="0">
                <a:solidFill>
                  <a:srgbClr val="000000"/>
                </a:solidFill>
              </a:rPr>
              <a:t> </a:t>
            </a:r>
            <a:r>
              <a:rPr lang="ru-RU" sz="900" b="0" i="0" dirty="0" smtClean="0">
                <a:solidFill>
                  <a:srgbClr val="000000"/>
                </a:solidFill>
                <a:latin typeface="Arial"/>
              </a:rPr>
              <a:t>популярных</a:t>
            </a:r>
            <a:r>
              <a:rPr lang="ru-RU" sz="900" b="0" i="0" dirty="0" smtClean="0">
                <a:solidFill>
                  <a:srgbClr val="000000"/>
                </a:solidFill>
              </a:rPr>
              <a:t> </a:t>
            </a:r>
            <a:r>
              <a:rPr lang="ru-RU" sz="900" b="0" i="0" dirty="0" smtClean="0">
                <a:solidFill>
                  <a:srgbClr val="000000"/>
                </a:solidFill>
                <a:latin typeface="Arial"/>
              </a:rPr>
              <a:t>продуктов</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предлагать</a:t>
            </a:r>
            <a:r>
              <a:rPr lang="ru-RU" sz="900" b="0" i="0" dirty="0" smtClean="0">
                <a:solidFill>
                  <a:srgbClr val="000000"/>
                </a:solidFill>
              </a:rPr>
              <a:t> </a:t>
            </a:r>
            <a:r>
              <a:rPr lang="ru-RU" sz="900" b="0" i="0" dirty="0" smtClean="0">
                <a:solidFill>
                  <a:srgbClr val="000000"/>
                </a:solidFill>
                <a:latin typeface="Arial"/>
              </a:rPr>
              <a:t>существующим</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потенциальным</a:t>
            </a:r>
            <a:r>
              <a:rPr lang="ru-RU" sz="900" b="0" i="0" dirty="0" smtClean="0">
                <a:solidFill>
                  <a:srgbClr val="000000"/>
                </a:solidFill>
              </a:rPr>
              <a:t> </a:t>
            </a:r>
            <a:r>
              <a:rPr lang="ru-RU" sz="900" b="0" i="0" dirty="0" smtClean="0">
                <a:solidFill>
                  <a:srgbClr val="000000"/>
                </a:solidFill>
                <a:latin typeface="Arial"/>
              </a:rPr>
              <a:t>покупателям</a:t>
            </a:r>
            <a:r>
              <a:rPr lang="ru-RU" sz="900" b="0" i="0" dirty="0" smtClean="0">
                <a:solidFill>
                  <a:srgbClr val="000000"/>
                </a:solidFill>
              </a:rPr>
              <a:t> </a:t>
            </a:r>
            <a:r>
              <a:rPr lang="ru-RU" sz="900" b="0" i="0" dirty="0" smtClean="0">
                <a:solidFill>
                  <a:srgbClr val="000000"/>
                </a:solidFill>
                <a:latin typeface="Arial"/>
              </a:rPr>
              <a:t>продукты</a:t>
            </a:r>
            <a:r>
              <a:rPr lang="ru-RU" sz="900" b="0"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dirty="0" smtClean="0">
                <a:solidFill>
                  <a:srgbClr val="000000"/>
                </a:solidFill>
                <a:latin typeface="Arial"/>
              </a:rPr>
              <a:t>могут</a:t>
            </a:r>
            <a:r>
              <a:rPr lang="ru-RU" sz="900" b="0" i="0" dirty="0" smtClean="0">
                <a:solidFill>
                  <a:srgbClr val="000000"/>
                </a:solidFill>
              </a:rPr>
              <a:t> </a:t>
            </a:r>
            <a:r>
              <a:rPr lang="ru-RU" sz="900" b="0" i="0" dirty="0" smtClean="0">
                <a:solidFill>
                  <a:srgbClr val="000000"/>
                </a:solidFill>
                <a:latin typeface="Arial"/>
              </a:rPr>
              <a:t>их</a:t>
            </a:r>
            <a:r>
              <a:rPr lang="ru-RU" sz="900" b="0" i="0" dirty="0" smtClean="0">
                <a:solidFill>
                  <a:srgbClr val="000000"/>
                </a:solidFill>
              </a:rPr>
              <a:t> </a:t>
            </a:r>
            <a:r>
              <a:rPr lang="ru-RU" sz="900" b="0" i="0" dirty="0" smtClean="0">
                <a:solidFill>
                  <a:srgbClr val="000000"/>
                </a:solidFill>
                <a:latin typeface="Arial"/>
              </a:rPr>
              <a:t>заинтересовать</a:t>
            </a:r>
            <a:r>
              <a:rPr lang="ru-RU" sz="900" b="0" i="0" dirty="0" smtClean="0">
                <a:solidFill>
                  <a:srgbClr val="000000"/>
                </a:solidFill>
              </a:rPr>
              <a:t>. </a:t>
            </a:r>
          </a:p>
          <a:p>
            <a:pPr marL="0" marR="0" indent="457200" defTabSz="457200" rtl="0" eaLnBrk="1" fontAlgn="auto" latinLnBrk="0" hangingPunct="1">
              <a:spcBef>
                <a:spcPts val="600"/>
              </a:spcBef>
              <a:buClrTx/>
              <a:buSzTx/>
              <a:buFontTx/>
              <a:buNone/>
              <a:tabLst/>
              <a:defRPr/>
            </a:pPr>
            <a:r>
              <a:rPr lang="ru-RU" sz="900" b="0" i="0" dirty="0" smtClean="0">
                <a:solidFill>
                  <a:srgbClr val="000000"/>
                </a:solidFill>
                <a:latin typeface="Arial"/>
              </a:rPr>
              <a:t>Более</a:t>
            </a:r>
            <a:r>
              <a:rPr lang="ru-RU" sz="900" b="0" i="0" dirty="0" smtClean="0">
                <a:solidFill>
                  <a:srgbClr val="000000"/>
                </a:solidFill>
              </a:rPr>
              <a:t> </a:t>
            </a:r>
            <a:r>
              <a:rPr lang="ru-RU" sz="900" b="0" i="0" dirty="0" smtClean="0">
                <a:solidFill>
                  <a:srgbClr val="000000"/>
                </a:solidFill>
                <a:latin typeface="Arial"/>
              </a:rPr>
              <a:t>того</a:t>
            </a:r>
            <a:r>
              <a:rPr lang="ru-RU" sz="900" b="0" i="0" dirty="0" smtClean="0">
                <a:solidFill>
                  <a:srgbClr val="000000"/>
                </a:solidFill>
              </a:rPr>
              <a:t>, </a:t>
            </a:r>
            <a:r>
              <a:rPr lang="ru-RU" sz="900" b="1" i="0" dirty="0" smtClean="0">
                <a:solidFill>
                  <a:srgbClr val="000000"/>
                </a:solidFill>
                <a:latin typeface="Arial"/>
              </a:rPr>
              <a:t>ожидается</a:t>
            </a:r>
            <a:r>
              <a:rPr lang="ru-RU" sz="900" b="1" i="0" dirty="0" smtClean="0">
                <a:solidFill>
                  <a:srgbClr val="000000"/>
                </a:solidFill>
              </a:rPr>
              <a:t>, </a:t>
            </a:r>
            <a:r>
              <a:rPr lang="ru-RU" sz="900" b="1" i="0" dirty="0" smtClean="0">
                <a:solidFill>
                  <a:srgbClr val="000000"/>
                </a:solidFill>
                <a:latin typeface="Arial"/>
              </a:rPr>
              <a:t>что</a:t>
            </a:r>
            <a:r>
              <a:rPr lang="ru-RU" sz="900" b="1" i="0" dirty="0" smtClean="0">
                <a:solidFill>
                  <a:srgbClr val="000000"/>
                </a:solidFill>
              </a:rPr>
              <a:t> </a:t>
            </a:r>
            <a:r>
              <a:rPr lang="ru-RU" sz="900" b="1" i="0" dirty="0" smtClean="0">
                <a:solidFill>
                  <a:srgbClr val="000000"/>
                </a:solidFill>
                <a:latin typeface="Arial"/>
              </a:rPr>
              <a:t>в</a:t>
            </a:r>
            <a:r>
              <a:rPr lang="ru-RU" sz="900" b="1" i="0" dirty="0" smtClean="0">
                <a:solidFill>
                  <a:srgbClr val="000000"/>
                </a:solidFill>
              </a:rPr>
              <a:t> </a:t>
            </a:r>
            <a:r>
              <a:rPr lang="ru-RU" sz="900" b="1" i="0" dirty="0" smtClean="0">
                <a:solidFill>
                  <a:srgbClr val="000000"/>
                </a:solidFill>
                <a:latin typeface="Arial"/>
              </a:rPr>
              <a:t>ближайшие</a:t>
            </a:r>
            <a:r>
              <a:rPr lang="ru-RU" sz="900" b="1" i="0" dirty="0" smtClean="0">
                <a:solidFill>
                  <a:srgbClr val="000000"/>
                </a:solidFill>
              </a:rPr>
              <a:t> </a:t>
            </a:r>
            <a:r>
              <a:rPr lang="ru-RU" sz="900" b="1" i="0" dirty="0" smtClean="0">
                <a:solidFill>
                  <a:srgbClr val="000000"/>
                </a:solidFill>
                <a:latin typeface="Arial"/>
              </a:rPr>
              <a:t>годы</a:t>
            </a:r>
            <a:r>
              <a:rPr lang="ru-RU" sz="900" b="1" i="0" dirty="0" smtClean="0">
                <a:solidFill>
                  <a:srgbClr val="000000"/>
                </a:solidFill>
              </a:rPr>
              <a:t> </a:t>
            </a:r>
            <a:r>
              <a:rPr lang="ru-RU" sz="900" b="1" i="0" dirty="0" smtClean="0">
                <a:solidFill>
                  <a:srgbClr val="000000"/>
                </a:solidFill>
                <a:latin typeface="Arial"/>
              </a:rPr>
              <a:t>Интернет</a:t>
            </a:r>
            <a:r>
              <a:rPr lang="ru-RU" sz="900" b="1" i="0" dirty="0" smtClean="0">
                <a:solidFill>
                  <a:srgbClr val="000000"/>
                </a:solidFill>
              </a:rPr>
              <a:t> </a:t>
            </a:r>
            <a:r>
              <a:rPr lang="ru-RU" sz="900" b="1" i="0" dirty="0" smtClean="0">
                <a:solidFill>
                  <a:srgbClr val="000000"/>
                </a:solidFill>
                <a:latin typeface="Arial"/>
              </a:rPr>
              <a:t>вещей</a:t>
            </a:r>
            <a:r>
              <a:rPr lang="ru-RU" sz="900" b="1" i="0" dirty="0" smtClean="0">
                <a:solidFill>
                  <a:srgbClr val="000000"/>
                </a:solidFill>
              </a:rPr>
              <a:t> </a:t>
            </a:r>
            <a:r>
              <a:rPr lang="ru-RU" sz="900" b="1" i="0" dirty="0" smtClean="0">
                <a:solidFill>
                  <a:srgbClr val="000000"/>
                </a:solidFill>
                <a:latin typeface="Arial"/>
              </a:rPr>
              <a:t>станет</a:t>
            </a:r>
            <a:r>
              <a:rPr lang="ru-RU" sz="900" b="1" i="0" dirty="0" smtClean="0">
                <a:solidFill>
                  <a:srgbClr val="000000"/>
                </a:solidFill>
              </a:rPr>
              <a:t> </a:t>
            </a:r>
            <a:r>
              <a:rPr lang="ru-RU" sz="900" b="1" i="0" dirty="0" smtClean="0">
                <a:solidFill>
                  <a:srgbClr val="000000"/>
                </a:solidFill>
                <a:latin typeface="Arial"/>
              </a:rPr>
              <a:t>определяющим</a:t>
            </a:r>
            <a:r>
              <a:rPr lang="ru-RU" sz="900" b="1" i="0" dirty="0" smtClean="0">
                <a:solidFill>
                  <a:srgbClr val="000000"/>
                </a:solidFill>
              </a:rPr>
              <a:t> </a:t>
            </a:r>
            <a:r>
              <a:rPr lang="ru-RU" sz="900" b="1" i="0" dirty="0" smtClean="0">
                <a:solidFill>
                  <a:srgbClr val="000000"/>
                </a:solidFill>
                <a:latin typeface="Arial"/>
              </a:rPr>
              <a:t>фактором</a:t>
            </a:r>
            <a:r>
              <a:rPr lang="ru-RU" sz="900" b="1" i="0" dirty="0" smtClean="0">
                <a:solidFill>
                  <a:srgbClr val="000000"/>
                </a:solidFill>
              </a:rPr>
              <a:t> </a:t>
            </a:r>
            <a:r>
              <a:rPr lang="ru-RU" sz="900" b="1" i="0" dirty="0" smtClean="0">
                <a:solidFill>
                  <a:srgbClr val="000000"/>
                </a:solidFill>
                <a:latin typeface="Arial"/>
              </a:rPr>
              <a:t>поведения</a:t>
            </a:r>
            <a:r>
              <a:rPr lang="ru-RU" sz="900" b="1" i="0" dirty="0" smtClean="0">
                <a:solidFill>
                  <a:srgbClr val="000000"/>
                </a:solidFill>
              </a:rPr>
              <a:t> </a:t>
            </a:r>
            <a:r>
              <a:rPr lang="ru-RU" sz="900" b="1" i="0" dirty="0" smtClean="0">
                <a:solidFill>
                  <a:srgbClr val="000000"/>
                </a:solidFill>
                <a:latin typeface="Arial"/>
              </a:rPr>
              <a:t>потребителей</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компаний</a:t>
            </a:r>
            <a:r>
              <a:rPr lang="ru-RU" sz="900" b="0" i="0" dirty="0" smtClean="0">
                <a:solidFill>
                  <a:srgbClr val="000000"/>
                </a:solidFill>
              </a:rPr>
              <a:t>, </a:t>
            </a:r>
            <a:r>
              <a:rPr lang="ru-RU" sz="900" b="0" i="0" dirty="0" smtClean="0">
                <a:solidFill>
                  <a:srgbClr val="000000"/>
                </a:solidFill>
                <a:latin typeface="Arial"/>
              </a:rPr>
              <a:t>создавая</a:t>
            </a:r>
            <a:r>
              <a:rPr lang="ru-RU" sz="900" b="0" i="0" dirty="0" smtClean="0">
                <a:solidFill>
                  <a:srgbClr val="000000"/>
                </a:solidFill>
              </a:rPr>
              <a:t> </a:t>
            </a:r>
            <a:r>
              <a:rPr lang="ru-RU" sz="900" b="0" i="0" dirty="0" smtClean="0">
                <a:solidFill>
                  <a:srgbClr val="000000"/>
                </a:solidFill>
                <a:latin typeface="Arial"/>
              </a:rPr>
              <a:t>новые</a:t>
            </a:r>
            <a:r>
              <a:rPr lang="ru-RU" sz="900" b="0" i="0" dirty="0" smtClean="0">
                <a:solidFill>
                  <a:srgbClr val="000000"/>
                </a:solidFill>
              </a:rPr>
              <a:t> </a:t>
            </a:r>
            <a:r>
              <a:rPr lang="ru-RU" sz="900" b="0" i="0" dirty="0" smtClean="0">
                <a:solidFill>
                  <a:srgbClr val="000000"/>
                </a:solidFill>
                <a:latin typeface="Arial"/>
              </a:rPr>
              <a:t>возможности</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бизнеса</a:t>
            </a:r>
            <a:r>
              <a:rPr lang="ru-RU" sz="900" b="0" i="0" dirty="0" smtClean="0">
                <a:solidFill>
                  <a:srgbClr val="000000"/>
                </a:solidFill>
              </a:rPr>
              <a:t>. </a:t>
            </a:r>
          </a:p>
          <a:p>
            <a:pPr marL="0" marR="0" indent="457200" defTabSz="457200" rtl="0" eaLnBrk="1" fontAlgn="auto" latinLnBrk="0" hangingPunct="1">
              <a:spcBef>
                <a:spcPts val="600"/>
              </a:spcBef>
              <a:buClrTx/>
              <a:buSzTx/>
              <a:buFontTx/>
              <a:buNone/>
              <a:tabLst/>
              <a:defRPr/>
            </a:pPr>
            <a:r>
              <a:rPr lang="ru-RU" sz="900" b="0" i="0" dirty="0" smtClean="0">
                <a:solidFill>
                  <a:srgbClr val="000000"/>
                </a:solidFill>
                <a:latin typeface="Arial"/>
              </a:rPr>
              <a:t>Чтобы</a:t>
            </a:r>
            <a:r>
              <a:rPr lang="ru-RU" sz="900" b="0" i="0" dirty="0" smtClean="0">
                <a:solidFill>
                  <a:srgbClr val="000000"/>
                </a:solidFill>
              </a:rPr>
              <a:t> </a:t>
            </a:r>
            <a:r>
              <a:rPr lang="ru-RU" sz="900" b="0" i="0" dirty="0" smtClean="0">
                <a:solidFill>
                  <a:srgbClr val="000000"/>
                </a:solidFill>
                <a:latin typeface="Arial"/>
              </a:rPr>
              <a:t>обеспечить</a:t>
            </a:r>
            <a:r>
              <a:rPr lang="ru-RU" sz="900" b="0" i="0" dirty="0" smtClean="0">
                <a:solidFill>
                  <a:srgbClr val="000000"/>
                </a:solidFill>
              </a:rPr>
              <a:t> </a:t>
            </a:r>
            <a:r>
              <a:rPr lang="ru-RU" sz="900" b="0" i="0" dirty="0" smtClean="0">
                <a:solidFill>
                  <a:srgbClr val="000000"/>
                </a:solidFill>
                <a:latin typeface="Arial"/>
              </a:rPr>
              <a:t>соответствие</a:t>
            </a:r>
            <a:r>
              <a:rPr lang="ru-RU" sz="900" b="0" i="0" dirty="0" smtClean="0">
                <a:solidFill>
                  <a:srgbClr val="000000"/>
                </a:solidFill>
              </a:rPr>
              <a:t> </a:t>
            </a:r>
            <a:r>
              <a:rPr lang="ru-RU" sz="900" b="0" i="0" dirty="0" smtClean="0">
                <a:solidFill>
                  <a:srgbClr val="000000"/>
                </a:solidFill>
                <a:latin typeface="Arial"/>
              </a:rPr>
              <a:t>всем</a:t>
            </a:r>
            <a:r>
              <a:rPr lang="ru-RU" sz="900" b="0" i="0" dirty="0" smtClean="0">
                <a:solidFill>
                  <a:srgbClr val="000000"/>
                </a:solidFill>
              </a:rPr>
              <a:t> </a:t>
            </a:r>
            <a:r>
              <a:rPr lang="ru-RU" sz="900" b="0" i="0" dirty="0" smtClean="0">
                <a:solidFill>
                  <a:srgbClr val="000000"/>
                </a:solidFill>
                <a:latin typeface="Arial"/>
              </a:rPr>
              <a:t>этим</a:t>
            </a:r>
            <a:r>
              <a:rPr lang="ru-RU" sz="900" b="0" i="0" dirty="0" smtClean="0">
                <a:solidFill>
                  <a:srgbClr val="000000"/>
                </a:solidFill>
              </a:rPr>
              <a:t> </a:t>
            </a:r>
            <a:r>
              <a:rPr lang="ru-RU" sz="900" b="0" i="0" dirty="0" smtClean="0">
                <a:solidFill>
                  <a:srgbClr val="000000"/>
                </a:solidFill>
                <a:latin typeface="Arial"/>
              </a:rPr>
              <a:t>требованиям</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получить</a:t>
            </a:r>
            <a:r>
              <a:rPr lang="ru-RU" sz="900" b="0" i="0" dirty="0" smtClean="0">
                <a:solidFill>
                  <a:srgbClr val="000000"/>
                </a:solidFill>
              </a:rPr>
              <a:t> </a:t>
            </a:r>
            <a:r>
              <a:rPr lang="ru-RU" sz="900" b="0" i="0" dirty="0" smtClean="0">
                <a:solidFill>
                  <a:srgbClr val="000000"/>
                </a:solidFill>
                <a:latin typeface="Arial"/>
              </a:rPr>
              <a:t>дополнительные</a:t>
            </a:r>
            <a:r>
              <a:rPr lang="ru-RU" sz="900" b="0" i="0" dirty="0" smtClean="0">
                <a:solidFill>
                  <a:srgbClr val="000000"/>
                </a:solidFill>
              </a:rPr>
              <a:t> </a:t>
            </a:r>
            <a:r>
              <a:rPr lang="ru-RU" sz="900" b="0" i="0" dirty="0" smtClean="0">
                <a:solidFill>
                  <a:srgbClr val="000000"/>
                </a:solidFill>
                <a:latin typeface="Arial"/>
              </a:rPr>
              <a:t>преимущества</a:t>
            </a:r>
            <a:r>
              <a:rPr lang="ru-RU" sz="900" b="0" i="0" dirty="0" smtClean="0">
                <a:solidFill>
                  <a:srgbClr val="000000"/>
                </a:solidFill>
              </a:rPr>
              <a:t>, </a:t>
            </a:r>
            <a:r>
              <a:rPr lang="ru-RU" sz="900" b="1" i="0" dirty="0" smtClean="0">
                <a:solidFill>
                  <a:srgbClr val="000000"/>
                </a:solidFill>
                <a:latin typeface="Arial"/>
              </a:rPr>
              <a:t>все</a:t>
            </a:r>
            <a:r>
              <a:rPr lang="ru-RU" sz="900" b="1" i="0" dirty="0" smtClean="0">
                <a:solidFill>
                  <a:srgbClr val="000000"/>
                </a:solidFill>
              </a:rPr>
              <a:t> </a:t>
            </a:r>
            <a:r>
              <a:rPr lang="ru-RU" sz="900" b="1" i="0" dirty="0" smtClean="0">
                <a:solidFill>
                  <a:srgbClr val="000000"/>
                </a:solidFill>
                <a:latin typeface="Arial"/>
              </a:rPr>
              <a:t>больше</a:t>
            </a:r>
            <a:r>
              <a:rPr lang="ru-RU" sz="900" b="1" i="0" dirty="0" smtClean="0">
                <a:solidFill>
                  <a:srgbClr val="000000"/>
                </a:solidFill>
              </a:rPr>
              <a:t> </a:t>
            </a:r>
            <a:r>
              <a:rPr lang="ru-RU" sz="900" b="1" i="0" dirty="0" smtClean="0">
                <a:solidFill>
                  <a:srgbClr val="000000"/>
                </a:solidFill>
                <a:latin typeface="Arial"/>
              </a:rPr>
              <a:t>организаций</a:t>
            </a:r>
            <a:r>
              <a:rPr lang="ru-RU" sz="900" b="1" i="0" dirty="0" smtClean="0">
                <a:solidFill>
                  <a:srgbClr val="000000"/>
                </a:solidFill>
              </a:rPr>
              <a:t> </a:t>
            </a:r>
            <a:r>
              <a:rPr lang="ru-RU" sz="900" b="1" i="0" dirty="0" smtClean="0">
                <a:solidFill>
                  <a:srgbClr val="000000"/>
                </a:solidFill>
                <a:latin typeface="Arial"/>
              </a:rPr>
              <a:t>реализуют</a:t>
            </a:r>
            <a:r>
              <a:rPr lang="ru-RU" sz="900" b="1" i="0" dirty="0" smtClean="0">
                <a:solidFill>
                  <a:srgbClr val="000000"/>
                </a:solidFill>
              </a:rPr>
              <a:t> </a:t>
            </a:r>
            <a:r>
              <a:rPr lang="ru-RU" sz="900" b="1" i="0" dirty="0" smtClean="0">
                <a:solidFill>
                  <a:srgbClr val="000000"/>
                </a:solidFill>
                <a:latin typeface="Arial"/>
              </a:rPr>
              <a:t>инициативы</a:t>
            </a:r>
            <a:r>
              <a:rPr lang="ru-RU" sz="900" b="1" i="0" dirty="0" smtClean="0">
                <a:solidFill>
                  <a:srgbClr val="000000"/>
                </a:solidFill>
              </a:rPr>
              <a:t> </a:t>
            </a:r>
            <a:r>
              <a:rPr lang="ru-RU" sz="900" b="1" i="0" dirty="0" smtClean="0">
                <a:solidFill>
                  <a:srgbClr val="000000"/>
                </a:solidFill>
                <a:latin typeface="Arial"/>
              </a:rPr>
              <a:t>цифровой</a:t>
            </a:r>
            <a:r>
              <a:rPr lang="ru-RU" sz="900" b="1" i="0" dirty="0" smtClean="0">
                <a:solidFill>
                  <a:srgbClr val="000000"/>
                </a:solidFill>
              </a:rPr>
              <a:t> </a:t>
            </a:r>
            <a:r>
              <a:rPr lang="ru-RU" sz="900" b="1" i="0" dirty="0" smtClean="0">
                <a:solidFill>
                  <a:srgbClr val="000000"/>
                </a:solidFill>
                <a:latin typeface="Arial"/>
              </a:rPr>
              <a:t>трансформации</a:t>
            </a:r>
            <a:r>
              <a:rPr lang="ru-RU" sz="900" b="1" i="0" dirty="0" smtClean="0">
                <a:solidFill>
                  <a:srgbClr val="000000"/>
                </a:solidFill>
              </a:rPr>
              <a:t> </a:t>
            </a:r>
            <a:r>
              <a:rPr lang="ru-RU" sz="900" b="1" i="0" dirty="0" smtClean="0">
                <a:solidFill>
                  <a:srgbClr val="000000"/>
                </a:solidFill>
                <a:latin typeface="Arial"/>
              </a:rPr>
              <a:t>с</a:t>
            </a:r>
            <a:r>
              <a:rPr lang="ru-RU" sz="900" b="1" i="0" dirty="0" smtClean="0">
                <a:solidFill>
                  <a:srgbClr val="000000"/>
                </a:solidFill>
              </a:rPr>
              <a:t> </a:t>
            </a:r>
            <a:r>
              <a:rPr lang="ru-RU" sz="900" b="1" i="0" dirty="0" smtClean="0">
                <a:solidFill>
                  <a:srgbClr val="000000"/>
                </a:solidFill>
                <a:latin typeface="Arial"/>
              </a:rPr>
              <a:t>целью</a:t>
            </a:r>
            <a:r>
              <a:rPr lang="ru-RU" sz="900" b="1" i="0" dirty="0" smtClean="0">
                <a:solidFill>
                  <a:srgbClr val="000000"/>
                </a:solidFill>
              </a:rPr>
              <a:t> </a:t>
            </a:r>
            <a:r>
              <a:rPr lang="ru-RU" sz="900" b="1" i="0" dirty="0" smtClean="0">
                <a:solidFill>
                  <a:srgbClr val="000000"/>
                </a:solidFill>
                <a:latin typeface="Arial"/>
              </a:rPr>
              <a:t>внедрения</a:t>
            </a:r>
            <a:r>
              <a:rPr lang="ru-RU" sz="900" b="1" i="0" dirty="0" smtClean="0">
                <a:solidFill>
                  <a:srgbClr val="000000"/>
                </a:solidFill>
              </a:rPr>
              <a:t> </a:t>
            </a:r>
            <a:r>
              <a:rPr lang="ru-RU" sz="900" b="1" i="0" dirty="0" smtClean="0">
                <a:solidFill>
                  <a:srgbClr val="000000"/>
                </a:solidFill>
                <a:latin typeface="Arial"/>
              </a:rPr>
              <a:t>интеллектуальных</a:t>
            </a:r>
            <a:r>
              <a:rPr lang="ru-RU" sz="900" b="1" i="0" dirty="0" smtClean="0">
                <a:solidFill>
                  <a:srgbClr val="000000"/>
                </a:solidFill>
              </a:rPr>
              <a:t> </a:t>
            </a:r>
            <a:r>
              <a:rPr lang="ru-RU" sz="900" b="1" i="0" dirty="0" smtClean="0">
                <a:solidFill>
                  <a:srgbClr val="000000"/>
                </a:solidFill>
                <a:latin typeface="Arial"/>
              </a:rPr>
              <a:t>решений</a:t>
            </a:r>
            <a:r>
              <a:rPr lang="ru-RU" sz="900" b="1"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Эти</a:t>
            </a:r>
            <a:r>
              <a:rPr lang="ru-RU" sz="900" b="0" i="0" dirty="0" smtClean="0">
                <a:solidFill>
                  <a:srgbClr val="000000"/>
                </a:solidFill>
              </a:rPr>
              <a:t> </a:t>
            </a:r>
            <a:r>
              <a:rPr lang="ru-RU" sz="900" b="0" i="0" dirty="0" smtClean="0">
                <a:solidFill>
                  <a:srgbClr val="000000"/>
                </a:solidFill>
                <a:latin typeface="Arial"/>
              </a:rPr>
              <a:t>решения</a:t>
            </a:r>
            <a:r>
              <a:rPr lang="ru-RU" sz="900" b="0" i="0" dirty="0" smtClean="0">
                <a:solidFill>
                  <a:srgbClr val="000000"/>
                </a:solidFill>
              </a:rPr>
              <a:t> </a:t>
            </a:r>
            <a:r>
              <a:rPr lang="ru-RU" sz="900" b="0" i="0" dirty="0" smtClean="0">
                <a:solidFill>
                  <a:srgbClr val="000000"/>
                </a:solidFill>
                <a:latin typeface="Arial"/>
              </a:rPr>
              <a:t>не</a:t>
            </a:r>
            <a:r>
              <a:rPr lang="ru-RU" sz="900" b="0" i="0" dirty="0" smtClean="0">
                <a:solidFill>
                  <a:srgbClr val="000000"/>
                </a:solidFill>
              </a:rPr>
              <a:t> </a:t>
            </a:r>
            <a:r>
              <a:rPr lang="ru-RU" sz="900" b="0" i="0" dirty="0" smtClean="0">
                <a:solidFill>
                  <a:srgbClr val="000000"/>
                </a:solidFill>
                <a:latin typeface="Arial"/>
              </a:rPr>
              <a:t>только</a:t>
            </a:r>
            <a:r>
              <a:rPr lang="ru-RU" sz="900" b="0" i="0" dirty="0" smtClean="0">
                <a:solidFill>
                  <a:srgbClr val="000000"/>
                </a:solidFill>
              </a:rPr>
              <a:t> </a:t>
            </a:r>
            <a:r>
              <a:rPr lang="ru-RU" sz="900" b="0" i="0" dirty="0" smtClean="0">
                <a:solidFill>
                  <a:srgbClr val="000000"/>
                </a:solidFill>
                <a:latin typeface="Arial"/>
              </a:rPr>
              <a:t>обеспечивают</a:t>
            </a:r>
            <a:r>
              <a:rPr lang="ru-RU" sz="900" b="0" i="0" dirty="0" smtClean="0">
                <a:solidFill>
                  <a:srgbClr val="000000"/>
                </a:solidFill>
              </a:rPr>
              <a:t> </a:t>
            </a:r>
            <a:r>
              <a:rPr lang="ru-RU" sz="900" b="0" i="0" dirty="0" smtClean="0">
                <a:solidFill>
                  <a:srgbClr val="000000"/>
                </a:solidFill>
                <a:latin typeface="Arial"/>
              </a:rPr>
              <a:t>эффективное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оптимизированное</a:t>
            </a:r>
            <a:r>
              <a:rPr lang="ru-RU" sz="900" b="0" i="0" dirty="0" smtClean="0">
                <a:solidFill>
                  <a:srgbClr val="000000"/>
                </a:solidFill>
              </a:rPr>
              <a:t> </a:t>
            </a:r>
            <a:r>
              <a:rPr lang="ru-RU" sz="900" b="0" i="0" dirty="0" smtClean="0">
                <a:solidFill>
                  <a:srgbClr val="000000"/>
                </a:solidFill>
                <a:latin typeface="Arial"/>
              </a:rPr>
              <a:t>хранение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управление</a:t>
            </a:r>
            <a:r>
              <a:rPr lang="ru-RU" sz="900" b="0" i="0" dirty="0" smtClean="0">
                <a:solidFill>
                  <a:srgbClr val="000000"/>
                </a:solidFill>
              </a:rPr>
              <a:t> </a:t>
            </a:r>
            <a:r>
              <a:rPr lang="ru-RU" sz="900" b="0" i="0" dirty="0" smtClean="0">
                <a:solidFill>
                  <a:srgbClr val="000000"/>
                </a:solidFill>
                <a:latin typeface="Arial"/>
              </a:rPr>
              <a:t>информацией</a:t>
            </a:r>
            <a:r>
              <a:rPr lang="ru-RU" sz="900" b="0" i="0" dirty="0" smtClean="0">
                <a:solidFill>
                  <a:srgbClr val="000000"/>
                </a:solidFill>
              </a:rPr>
              <a:t>, </a:t>
            </a:r>
            <a:r>
              <a:rPr lang="ru-RU" sz="900" b="0" i="0" dirty="0" smtClean="0">
                <a:solidFill>
                  <a:srgbClr val="000000"/>
                </a:solidFill>
                <a:latin typeface="Arial"/>
              </a:rPr>
              <a:t>но</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позволяют</a:t>
            </a:r>
            <a:r>
              <a:rPr lang="ru-RU" sz="900" b="0" i="0" dirty="0" smtClean="0">
                <a:solidFill>
                  <a:srgbClr val="000000"/>
                </a:solidFill>
              </a:rPr>
              <a:t> </a:t>
            </a:r>
            <a:r>
              <a:rPr lang="ru-RU" sz="900" b="0" i="0" dirty="0" smtClean="0">
                <a:solidFill>
                  <a:srgbClr val="000000"/>
                </a:solidFill>
                <a:latin typeface="Arial"/>
              </a:rPr>
              <a:t>получать</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полезные</a:t>
            </a:r>
            <a:r>
              <a:rPr lang="ru-RU" sz="900" b="0" i="0" dirty="0" smtClean="0">
                <a:solidFill>
                  <a:srgbClr val="000000"/>
                </a:solidFill>
              </a:rPr>
              <a:t> </a:t>
            </a:r>
            <a:r>
              <a:rPr lang="ru-RU" sz="900" b="0" i="0" dirty="0" smtClean="0">
                <a:solidFill>
                  <a:srgbClr val="000000"/>
                </a:solidFill>
                <a:latin typeface="Arial"/>
              </a:rPr>
              <a:t>сведения</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создает</a:t>
            </a:r>
            <a:r>
              <a:rPr lang="ru-RU" sz="900" b="0" i="0" dirty="0" smtClean="0">
                <a:solidFill>
                  <a:srgbClr val="000000"/>
                </a:solidFill>
              </a:rPr>
              <a:t> </a:t>
            </a:r>
            <a:r>
              <a:rPr lang="ru-RU" sz="900" b="0" i="0" dirty="0" smtClean="0">
                <a:solidFill>
                  <a:srgbClr val="000000"/>
                </a:solidFill>
                <a:latin typeface="Arial"/>
              </a:rPr>
              <a:t>новые</a:t>
            </a:r>
            <a:r>
              <a:rPr lang="ru-RU" sz="900" b="0" i="0" dirty="0" smtClean="0">
                <a:solidFill>
                  <a:srgbClr val="000000"/>
                </a:solidFill>
              </a:rPr>
              <a:t> </a:t>
            </a:r>
            <a:r>
              <a:rPr lang="ru-RU" sz="900" b="0" i="0" dirty="0" smtClean="0">
                <a:solidFill>
                  <a:srgbClr val="000000"/>
                </a:solidFill>
                <a:latin typeface="Arial"/>
              </a:rPr>
              <a:t>возможности</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бизнеса</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также</a:t>
            </a:r>
            <a:r>
              <a:rPr lang="ru-RU" sz="900" b="0" i="0" dirty="0" smtClean="0">
                <a:solidFill>
                  <a:srgbClr val="000000"/>
                </a:solidFill>
              </a:rPr>
              <a:t> </a:t>
            </a:r>
            <a:r>
              <a:rPr lang="ru-RU" sz="900" b="0" i="0" dirty="0" smtClean="0">
                <a:solidFill>
                  <a:srgbClr val="000000"/>
                </a:solidFill>
                <a:latin typeface="Arial"/>
              </a:rPr>
              <a:t>позволяет</a:t>
            </a:r>
            <a:r>
              <a:rPr lang="ru-RU" sz="900" b="0" i="0" dirty="0" smtClean="0">
                <a:solidFill>
                  <a:srgbClr val="000000"/>
                </a:solidFill>
              </a:rPr>
              <a:t> </a:t>
            </a:r>
            <a:r>
              <a:rPr lang="ru-RU" sz="900" b="0" i="0" dirty="0" smtClean="0">
                <a:solidFill>
                  <a:srgbClr val="000000"/>
                </a:solidFill>
                <a:latin typeface="Arial"/>
              </a:rPr>
              <a:t>компаниям</a:t>
            </a:r>
            <a:r>
              <a:rPr lang="ru-RU" sz="900" b="0" i="0" dirty="0" smtClean="0">
                <a:solidFill>
                  <a:srgbClr val="000000"/>
                </a:solidFill>
              </a:rPr>
              <a:t> </a:t>
            </a:r>
            <a:r>
              <a:rPr lang="ru-RU" sz="900" b="0" i="0" dirty="0" smtClean="0">
                <a:solidFill>
                  <a:srgbClr val="000000"/>
                </a:solidFill>
                <a:latin typeface="Arial"/>
              </a:rPr>
              <a:t>получить</a:t>
            </a:r>
            <a:r>
              <a:rPr lang="ru-RU" sz="900" b="0" i="0" dirty="0" smtClean="0">
                <a:solidFill>
                  <a:srgbClr val="000000"/>
                </a:solidFill>
              </a:rPr>
              <a:t> </a:t>
            </a:r>
            <a:r>
              <a:rPr lang="ru-RU" sz="900" b="0" i="0" dirty="0" smtClean="0">
                <a:solidFill>
                  <a:srgbClr val="000000"/>
                </a:solidFill>
                <a:latin typeface="Arial"/>
              </a:rPr>
              <a:t>конкурентное</a:t>
            </a:r>
            <a:r>
              <a:rPr lang="ru-RU" sz="900" b="0" i="0" dirty="0" smtClean="0">
                <a:solidFill>
                  <a:srgbClr val="000000"/>
                </a:solidFill>
              </a:rPr>
              <a:t> </a:t>
            </a:r>
            <a:r>
              <a:rPr lang="ru-RU" sz="900" b="0" i="0" dirty="0" smtClean="0">
                <a:solidFill>
                  <a:srgbClr val="000000"/>
                </a:solidFill>
                <a:latin typeface="Arial"/>
              </a:rPr>
              <a:t>преимущество</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новые</a:t>
            </a:r>
            <a:r>
              <a:rPr lang="ru-RU" sz="900" b="0" i="0" dirty="0" smtClean="0">
                <a:solidFill>
                  <a:srgbClr val="000000"/>
                </a:solidFill>
              </a:rPr>
              <a:t> </a:t>
            </a:r>
            <a:r>
              <a:rPr lang="ru-RU" sz="900" b="0" i="0" dirty="0" smtClean="0">
                <a:solidFill>
                  <a:srgbClr val="000000"/>
                </a:solidFill>
                <a:latin typeface="Arial"/>
              </a:rPr>
              <a:t>источники</a:t>
            </a:r>
            <a:r>
              <a:rPr lang="ru-RU" sz="900" b="0" i="0" dirty="0" smtClean="0">
                <a:solidFill>
                  <a:srgbClr val="000000"/>
                </a:solidFill>
              </a:rPr>
              <a:t> </a:t>
            </a:r>
            <a:r>
              <a:rPr lang="ru-RU" sz="900" b="0" i="0" dirty="0" smtClean="0">
                <a:solidFill>
                  <a:srgbClr val="000000"/>
                </a:solidFill>
                <a:latin typeface="Arial"/>
              </a:rPr>
              <a:t>дохода</a:t>
            </a:r>
            <a:r>
              <a:rPr lang="ru-RU" sz="900" b="0" i="0" dirty="0" smtClean="0">
                <a:solidFill>
                  <a:srgbClr val="000000"/>
                </a:solidFill>
              </a:rPr>
              <a:t>.</a:t>
            </a:r>
          </a:p>
        </p:txBody>
      </p:sp>
    </p:spTree>
    <p:extLst>
      <p:ext uri="{BB962C8B-B14F-4D97-AF65-F5344CB8AC3E}">
        <p14:creationId xmlns:p14="http://schemas.microsoft.com/office/powerpoint/2010/main" val="1185004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609600" y="381000"/>
            <a:ext cx="5943600" cy="3343275"/>
          </a:xfrm>
        </p:spPr>
      </p:sp>
      <p:sp>
        <p:nvSpPr>
          <p:cNvPr id="7" name="Notes Placeholder 6"/>
          <p:cNvSpPr>
            <a:spLocks noGrp="1"/>
          </p:cNvSpPr>
          <p:nvPr>
            <p:ph type="body" idx="1"/>
          </p:nvPr>
        </p:nvSpPr>
        <p:spPr/>
        <p:txBody>
          <a:bodyPr/>
          <a:lstStyle/>
          <a:p>
            <a:pPr indent="457200">
              <a:spcBef>
                <a:spcPts val="600"/>
              </a:spcBef>
            </a:pPr>
            <a:r>
              <a:rPr lang="ru-RU" sz="900" b="0" i="0" dirty="0" smtClean="0">
                <a:solidFill>
                  <a:srgbClr val="000000"/>
                </a:solidFill>
                <a:latin typeface="Arial"/>
              </a:rPr>
              <a:t>Общее</a:t>
            </a:r>
            <a:r>
              <a:rPr lang="ru-RU" sz="900" b="0" i="0" dirty="0" smtClean="0">
                <a:solidFill>
                  <a:srgbClr val="000000"/>
                </a:solidFill>
              </a:rPr>
              <a:t> </a:t>
            </a:r>
            <a:r>
              <a:rPr lang="ru-RU" sz="900" b="0" i="0" dirty="0" smtClean="0">
                <a:solidFill>
                  <a:srgbClr val="000000"/>
                </a:solidFill>
                <a:latin typeface="Arial"/>
              </a:rPr>
              <a:t>определение</a:t>
            </a:r>
            <a:r>
              <a:rPr lang="ru-RU" sz="900" b="0" i="0" dirty="0" smtClean="0">
                <a:solidFill>
                  <a:srgbClr val="000000"/>
                </a:solidFill>
              </a:rPr>
              <a:t> </a:t>
            </a:r>
            <a:r>
              <a:rPr lang="ru-RU" sz="900" b="0" i="1"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звучит</a:t>
            </a:r>
            <a:r>
              <a:rPr lang="ru-RU" sz="900" b="0" i="0" dirty="0" smtClean="0">
                <a:solidFill>
                  <a:srgbClr val="000000"/>
                </a:solidFill>
              </a:rPr>
              <a:t> </a:t>
            </a:r>
            <a:r>
              <a:rPr lang="ru-RU" sz="900" b="0" i="0" dirty="0" smtClean="0">
                <a:solidFill>
                  <a:srgbClr val="000000"/>
                </a:solidFill>
                <a:latin typeface="Arial"/>
              </a:rPr>
              <a:t>следующим</a:t>
            </a:r>
            <a:r>
              <a:rPr lang="ru-RU" sz="900" b="0" i="0" dirty="0" smtClean="0">
                <a:solidFill>
                  <a:srgbClr val="000000"/>
                </a:solidFill>
              </a:rPr>
              <a:t> </a:t>
            </a:r>
            <a:r>
              <a:rPr lang="ru-RU" sz="900" b="0" i="0" dirty="0" smtClean="0">
                <a:solidFill>
                  <a:srgbClr val="000000"/>
                </a:solidFill>
                <a:latin typeface="Arial"/>
              </a:rPr>
              <a:t>образом</a:t>
            </a:r>
            <a:r>
              <a:rPr lang="ru-RU" sz="900" b="0" i="0" dirty="0" smtClean="0">
                <a:solidFill>
                  <a:srgbClr val="000000"/>
                </a:solidFill>
              </a:rPr>
              <a:t>. </a:t>
            </a:r>
          </a:p>
          <a:p>
            <a:pPr indent="457200">
              <a:spcBef>
                <a:spcPts val="600"/>
              </a:spcBef>
            </a:pPr>
            <a:r>
              <a:rPr lang="ru-RU" sz="900" b="1" i="0" dirty="0" smtClean="0">
                <a:solidFill>
                  <a:srgbClr val="000000"/>
                </a:solidFill>
                <a:latin typeface="Arial"/>
              </a:rPr>
              <a:t>Данные</a:t>
            </a:r>
            <a:r>
              <a:rPr lang="ru-RU" sz="900" b="1" i="0" dirty="0" smtClean="0">
                <a:solidFill>
                  <a:srgbClr val="000000"/>
                </a:solidFill>
              </a:rPr>
              <a:t> </a:t>
            </a:r>
            <a:r>
              <a:rPr lang="ru-RU" sz="900" b="1" i="0" dirty="0" smtClean="0">
                <a:solidFill>
                  <a:srgbClr val="000000"/>
                </a:solidFill>
                <a:latin typeface="Arial"/>
              </a:rPr>
              <a:t>—</a:t>
            </a:r>
            <a:r>
              <a:rPr lang="ru-RU" sz="900" b="1" i="0" dirty="0" smtClean="0">
                <a:solidFill>
                  <a:srgbClr val="000000"/>
                </a:solidFill>
              </a:rPr>
              <a:t> </a:t>
            </a:r>
            <a:r>
              <a:rPr lang="ru-RU" sz="900" b="1" i="0" dirty="0" smtClean="0">
                <a:solidFill>
                  <a:srgbClr val="000000"/>
                </a:solidFill>
                <a:latin typeface="Arial"/>
              </a:rPr>
              <a:t>это</a:t>
            </a:r>
            <a:r>
              <a:rPr lang="ru-RU" sz="900" b="1" i="0" dirty="0" smtClean="0">
                <a:solidFill>
                  <a:srgbClr val="000000"/>
                </a:solidFill>
              </a:rPr>
              <a:t> </a:t>
            </a:r>
            <a:r>
              <a:rPr lang="ru-RU" sz="900" b="1" i="0" dirty="0" smtClean="0">
                <a:solidFill>
                  <a:srgbClr val="000000"/>
                </a:solidFill>
                <a:latin typeface="Arial"/>
              </a:rPr>
              <a:t>набор</a:t>
            </a:r>
            <a:r>
              <a:rPr lang="ru-RU" sz="900" b="1" i="0" dirty="0" smtClean="0">
                <a:solidFill>
                  <a:srgbClr val="000000"/>
                </a:solidFill>
              </a:rPr>
              <a:t> </a:t>
            </a:r>
            <a:r>
              <a:rPr lang="ru-RU" sz="900" b="1" i="0" dirty="0" smtClean="0">
                <a:solidFill>
                  <a:srgbClr val="000000"/>
                </a:solidFill>
                <a:latin typeface="Arial"/>
              </a:rPr>
              <a:t>фактов</a:t>
            </a:r>
            <a:r>
              <a:rPr lang="ru-RU" sz="900" b="1" i="0" dirty="0" smtClean="0">
                <a:solidFill>
                  <a:srgbClr val="000000"/>
                </a:solidFill>
              </a:rPr>
              <a:t>, </a:t>
            </a:r>
            <a:r>
              <a:rPr lang="ru-RU" sz="900" b="1" i="0" dirty="0" smtClean="0">
                <a:solidFill>
                  <a:srgbClr val="000000"/>
                </a:solidFill>
                <a:latin typeface="Arial"/>
              </a:rPr>
              <a:t>обычно</a:t>
            </a:r>
            <a:r>
              <a:rPr lang="ru-RU" sz="900" b="1" i="0" dirty="0" smtClean="0">
                <a:solidFill>
                  <a:srgbClr val="000000"/>
                </a:solidFill>
              </a:rPr>
              <a:t> </a:t>
            </a:r>
            <a:r>
              <a:rPr lang="ru-RU" sz="900" b="1" i="0" dirty="0" smtClean="0">
                <a:solidFill>
                  <a:srgbClr val="000000"/>
                </a:solidFill>
                <a:latin typeface="Arial"/>
              </a:rPr>
              <a:t>предназначенных</a:t>
            </a:r>
            <a:r>
              <a:rPr lang="ru-RU" sz="900" b="1" i="0" dirty="0" smtClean="0">
                <a:solidFill>
                  <a:srgbClr val="000000"/>
                </a:solidFill>
              </a:rPr>
              <a:t> </a:t>
            </a:r>
            <a:r>
              <a:rPr lang="ru-RU" sz="900" b="1" i="0" dirty="0" smtClean="0">
                <a:solidFill>
                  <a:srgbClr val="000000"/>
                </a:solidFill>
                <a:latin typeface="Arial"/>
              </a:rPr>
              <a:t>для</a:t>
            </a:r>
            <a:r>
              <a:rPr lang="ru-RU" sz="900" b="1" i="0" dirty="0" smtClean="0">
                <a:solidFill>
                  <a:srgbClr val="000000"/>
                </a:solidFill>
              </a:rPr>
              <a:t> </a:t>
            </a:r>
            <a:r>
              <a:rPr lang="ru-RU" sz="900" b="1" i="0" dirty="0" smtClean="0">
                <a:solidFill>
                  <a:srgbClr val="000000"/>
                </a:solidFill>
                <a:latin typeface="Arial"/>
              </a:rPr>
              <a:t>анализа</a:t>
            </a:r>
            <a:r>
              <a:rPr lang="ru-RU" sz="900" b="1" i="0" dirty="0" smtClean="0">
                <a:solidFill>
                  <a:srgbClr val="000000"/>
                </a:solidFill>
              </a:rPr>
              <a:t> </a:t>
            </a:r>
            <a:r>
              <a:rPr lang="ru-RU" sz="900" b="1" i="0" dirty="0" smtClean="0">
                <a:solidFill>
                  <a:srgbClr val="000000"/>
                </a:solidFill>
                <a:latin typeface="Arial"/>
              </a:rPr>
              <a:t>или</a:t>
            </a:r>
            <a:r>
              <a:rPr lang="ru-RU" sz="900" b="1" i="0" dirty="0" smtClean="0">
                <a:solidFill>
                  <a:srgbClr val="000000"/>
                </a:solidFill>
              </a:rPr>
              <a:t> </a:t>
            </a:r>
            <a:r>
              <a:rPr lang="ru-RU" sz="900" b="1" i="0" dirty="0" smtClean="0">
                <a:solidFill>
                  <a:srgbClr val="000000"/>
                </a:solidFill>
                <a:latin typeface="Arial"/>
              </a:rPr>
              <a:t>получения</a:t>
            </a:r>
            <a:r>
              <a:rPr lang="ru-RU" sz="900" b="1" i="0" dirty="0" smtClean="0">
                <a:solidFill>
                  <a:srgbClr val="000000"/>
                </a:solidFill>
              </a:rPr>
              <a:t> </a:t>
            </a:r>
            <a:r>
              <a:rPr lang="ru-RU" sz="900" b="1" i="0" dirty="0" smtClean="0">
                <a:solidFill>
                  <a:srgbClr val="000000"/>
                </a:solidFill>
                <a:latin typeface="Arial"/>
              </a:rPr>
              <a:t>сведений</a:t>
            </a:r>
            <a:r>
              <a:rPr lang="ru-RU" sz="900" b="1" i="0" dirty="0" smtClean="0">
                <a:solidFill>
                  <a:srgbClr val="000000"/>
                </a:solidFill>
              </a:rPr>
              <a:t>. </a:t>
            </a:r>
          </a:p>
          <a:p>
            <a:pPr indent="457200">
              <a:spcBef>
                <a:spcPts val="600"/>
              </a:spcBef>
            </a:pP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могут</a:t>
            </a:r>
            <a:r>
              <a:rPr lang="ru-RU" sz="900" b="0" i="0" dirty="0" smtClean="0">
                <a:solidFill>
                  <a:srgbClr val="000000"/>
                </a:solidFill>
              </a:rPr>
              <a:t> </a:t>
            </a:r>
            <a:r>
              <a:rPr lang="ru-RU" sz="900" b="0" i="0" dirty="0" smtClean="0">
                <a:solidFill>
                  <a:srgbClr val="000000"/>
                </a:solidFill>
                <a:latin typeface="Arial"/>
              </a:rPr>
              <a:t>иметь</a:t>
            </a:r>
            <a:r>
              <a:rPr lang="ru-RU" sz="900" b="0" i="0" dirty="0" smtClean="0">
                <a:solidFill>
                  <a:srgbClr val="000000"/>
                </a:solidFill>
              </a:rPr>
              <a:t> </a:t>
            </a:r>
            <a:r>
              <a:rPr lang="ru-RU" sz="900" b="0" i="0" dirty="0" smtClean="0">
                <a:solidFill>
                  <a:srgbClr val="000000"/>
                </a:solidFill>
                <a:latin typeface="Arial"/>
              </a:rPr>
              <a:t>множество</a:t>
            </a:r>
            <a:r>
              <a:rPr lang="ru-RU" sz="900" b="0" i="0" dirty="0" smtClean="0">
                <a:solidFill>
                  <a:srgbClr val="000000"/>
                </a:solidFill>
              </a:rPr>
              <a:t> </a:t>
            </a:r>
            <a:r>
              <a:rPr lang="ru-RU" sz="900" b="0" i="0" dirty="0" smtClean="0">
                <a:solidFill>
                  <a:srgbClr val="000000"/>
                </a:solidFill>
                <a:latin typeface="Arial"/>
              </a:rPr>
              <a:t>форм</a:t>
            </a:r>
            <a:r>
              <a:rPr lang="ru-RU" sz="900" b="0" i="0" dirty="0" smtClean="0">
                <a:solidFill>
                  <a:srgbClr val="000000"/>
                </a:solidFill>
              </a:rPr>
              <a:t>: </a:t>
            </a:r>
            <a:r>
              <a:rPr lang="ru-RU" sz="900" b="0" i="0" dirty="0" smtClean="0">
                <a:solidFill>
                  <a:srgbClr val="000000"/>
                </a:solidFill>
                <a:latin typeface="Arial"/>
              </a:rPr>
              <a:t>факты</a:t>
            </a:r>
            <a:r>
              <a:rPr lang="ru-RU" sz="900" b="0" i="0" dirty="0" smtClean="0">
                <a:solidFill>
                  <a:srgbClr val="000000"/>
                </a:solidFill>
              </a:rPr>
              <a:t>, </a:t>
            </a:r>
            <a:r>
              <a:rPr lang="ru-RU" sz="900" b="0" i="0" dirty="0" smtClean="0">
                <a:solidFill>
                  <a:srgbClr val="000000"/>
                </a:solidFill>
                <a:latin typeface="Arial"/>
              </a:rPr>
              <a:t>хранимые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памяти</a:t>
            </a:r>
            <a:r>
              <a:rPr lang="ru-RU" sz="900" b="0" i="0" dirty="0" smtClean="0">
                <a:solidFill>
                  <a:srgbClr val="000000"/>
                </a:solidFill>
              </a:rPr>
              <a:t> </a:t>
            </a:r>
            <a:r>
              <a:rPr lang="ru-RU" sz="900" b="0" i="0" dirty="0" smtClean="0">
                <a:solidFill>
                  <a:srgbClr val="000000"/>
                </a:solidFill>
                <a:latin typeface="Arial"/>
              </a:rPr>
              <a:t>человека</a:t>
            </a:r>
            <a:r>
              <a:rPr lang="ru-RU" sz="900" b="0" i="0" dirty="0" smtClean="0">
                <a:solidFill>
                  <a:srgbClr val="000000"/>
                </a:solidFill>
              </a:rPr>
              <a:t>, </a:t>
            </a:r>
            <a:r>
              <a:rPr lang="ru-RU" sz="900" b="0" i="0" dirty="0" smtClean="0">
                <a:solidFill>
                  <a:srgbClr val="000000"/>
                </a:solidFill>
                <a:latin typeface="Arial"/>
              </a:rPr>
              <a:t>фотографии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рисунки</a:t>
            </a:r>
            <a:r>
              <a:rPr lang="ru-RU" sz="900" b="0" i="0" dirty="0" smtClean="0">
                <a:solidFill>
                  <a:srgbClr val="000000"/>
                </a:solidFill>
              </a:rPr>
              <a:t>, </a:t>
            </a:r>
            <a:r>
              <a:rPr lang="ru-RU" sz="900" b="0" i="0" dirty="0" smtClean="0">
                <a:solidFill>
                  <a:srgbClr val="000000"/>
                </a:solidFill>
                <a:latin typeface="Arial"/>
              </a:rPr>
              <a:t>буквенно</a:t>
            </a:r>
            <a:r>
              <a:rPr lang="ru-RU" sz="900" b="0" i="0" dirty="0" smtClean="0">
                <a:solidFill>
                  <a:srgbClr val="000000"/>
                </a:solidFill>
              </a:rPr>
              <a:t>-</a:t>
            </a:r>
            <a:r>
              <a:rPr lang="ru-RU" sz="900" b="0" i="0" dirty="0" smtClean="0">
                <a:solidFill>
                  <a:srgbClr val="000000"/>
                </a:solidFill>
                <a:latin typeface="Arial"/>
              </a:rPr>
              <a:t>цифровой</a:t>
            </a:r>
            <a:r>
              <a:rPr lang="ru-RU" sz="900" b="0" i="0" dirty="0" smtClean="0">
                <a:solidFill>
                  <a:srgbClr val="000000"/>
                </a:solidFill>
              </a:rPr>
              <a:t> </a:t>
            </a:r>
            <a:r>
              <a:rPr lang="ru-RU" sz="900" b="0" i="0" dirty="0" smtClean="0">
                <a:solidFill>
                  <a:srgbClr val="000000"/>
                </a:solidFill>
                <a:latin typeface="Arial"/>
              </a:rPr>
              <a:t>текст</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иллюстрации</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книгах</a:t>
            </a:r>
            <a:r>
              <a:rPr lang="ru-RU" sz="900" b="0" i="0" dirty="0" smtClean="0">
                <a:solidFill>
                  <a:srgbClr val="000000"/>
                </a:solidFill>
              </a:rPr>
              <a:t>, </a:t>
            </a:r>
            <a:r>
              <a:rPr lang="ru-RU" sz="900" b="0" i="0" dirty="0" smtClean="0">
                <a:solidFill>
                  <a:srgbClr val="000000"/>
                </a:solidFill>
                <a:latin typeface="Arial"/>
              </a:rPr>
              <a:t>банковские</a:t>
            </a:r>
            <a:r>
              <a:rPr lang="ru-RU" sz="900" b="0" i="0" dirty="0" smtClean="0">
                <a:solidFill>
                  <a:srgbClr val="000000"/>
                </a:solidFill>
              </a:rPr>
              <a:t> </a:t>
            </a:r>
            <a:r>
              <a:rPr lang="ru-RU" sz="900" b="0" i="0" dirty="0" smtClean="0">
                <a:solidFill>
                  <a:srgbClr val="000000"/>
                </a:solidFill>
                <a:latin typeface="Arial"/>
              </a:rPr>
              <a:t>книги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результаты</a:t>
            </a:r>
            <a:r>
              <a:rPr lang="ru-RU" sz="900" b="0" i="0" dirty="0" smtClean="0">
                <a:solidFill>
                  <a:srgbClr val="000000"/>
                </a:solidFill>
              </a:rPr>
              <a:t> </a:t>
            </a:r>
            <a:r>
              <a:rPr lang="ru-RU" sz="900" b="0" i="0" dirty="0" smtClean="0">
                <a:solidFill>
                  <a:srgbClr val="000000"/>
                </a:solidFill>
                <a:latin typeface="Arial"/>
              </a:rPr>
              <a:t>научных</a:t>
            </a:r>
            <a:r>
              <a:rPr lang="ru-RU" sz="900" b="0" i="0" dirty="0" smtClean="0">
                <a:solidFill>
                  <a:srgbClr val="000000"/>
                </a:solidFill>
              </a:rPr>
              <a:t> </a:t>
            </a:r>
            <a:r>
              <a:rPr lang="ru-RU" sz="900" b="0" i="0" dirty="0" smtClean="0">
                <a:solidFill>
                  <a:srgbClr val="000000"/>
                </a:solidFill>
                <a:latin typeface="Arial"/>
              </a:rPr>
              <a:t>исследований</a:t>
            </a:r>
            <a:r>
              <a:rPr lang="ru-RU" sz="900" b="0" i="0" dirty="0" smtClean="0">
                <a:solidFill>
                  <a:srgbClr val="000000"/>
                </a:solidFill>
              </a:rPr>
              <a:t>, </a:t>
            </a:r>
            <a:r>
              <a:rPr lang="ru-RU" sz="900" b="0" i="0" dirty="0" smtClean="0">
                <a:solidFill>
                  <a:srgbClr val="000000"/>
                </a:solidFill>
                <a:latin typeface="Arial"/>
              </a:rPr>
              <a:t>поданные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виде</a:t>
            </a:r>
            <a:r>
              <a:rPr lang="ru-RU" sz="900" b="0" i="0" dirty="0" smtClean="0">
                <a:solidFill>
                  <a:srgbClr val="000000"/>
                </a:solidFill>
              </a:rPr>
              <a:t> </a:t>
            </a:r>
            <a:r>
              <a:rPr lang="ru-RU" sz="900" b="0" i="0" dirty="0" smtClean="0">
                <a:solidFill>
                  <a:srgbClr val="000000"/>
                </a:solidFill>
                <a:latin typeface="Arial"/>
              </a:rPr>
              <a:t>таблиц</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т</a:t>
            </a:r>
            <a:r>
              <a:rPr lang="ru-RU" sz="900" b="0" i="0" dirty="0" smtClean="0">
                <a:solidFill>
                  <a:srgbClr val="000000"/>
                </a:solidFill>
              </a:rPr>
              <a:t>. </a:t>
            </a:r>
            <a:r>
              <a:rPr lang="ru-RU" sz="900" b="0" i="0" dirty="0" smtClean="0">
                <a:solidFill>
                  <a:srgbClr val="000000"/>
                </a:solidFill>
                <a:latin typeface="Arial"/>
              </a:rPr>
              <a:t>д</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настоящее</a:t>
            </a:r>
            <a:r>
              <a:rPr lang="ru-RU" sz="900" b="0" i="0" dirty="0" smtClean="0">
                <a:solidFill>
                  <a:srgbClr val="000000"/>
                </a:solidFill>
              </a:rPr>
              <a:t> </a:t>
            </a:r>
            <a:r>
              <a:rPr lang="ru-RU" sz="900" b="0" i="0" dirty="0" smtClean="0">
                <a:solidFill>
                  <a:srgbClr val="000000"/>
                </a:solidFill>
                <a:latin typeface="Arial"/>
              </a:rPr>
              <a:t>время</a:t>
            </a:r>
            <a:r>
              <a:rPr lang="ru-RU" sz="900" b="0" i="0" dirty="0" smtClean="0">
                <a:solidFill>
                  <a:srgbClr val="000000"/>
                </a:solidFill>
              </a:rPr>
              <a:t> </a:t>
            </a:r>
            <a:r>
              <a:rPr lang="ru-RU" sz="900" b="1" i="0" dirty="0" smtClean="0">
                <a:solidFill>
                  <a:srgbClr val="000000"/>
                </a:solidFill>
                <a:latin typeface="Arial"/>
              </a:rPr>
              <a:t>под</a:t>
            </a:r>
            <a:r>
              <a:rPr lang="ru-RU" sz="900" b="1" i="0" dirty="0" smtClean="0">
                <a:solidFill>
                  <a:srgbClr val="000000"/>
                </a:solidFill>
              </a:rPr>
              <a:t> </a:t>
            </a:r>
            <a:r>
              <a:rPr lang="ru-RU" sz="900" b="1" i="0" dirty="0" smtClean="0">
                <a:solidFill>
                  <a:srgbClr val="000000"/>
                </a:solidFill>
                <a:latin typeface="Arial"/>
              </a:rPr>
              <a:t>данными</a:t>
            </a:r>
            <a:r>
              <a:rPr lang="ru-RU" sz="900" b="1" i="0" dirty="0" smtClean="0">
                <a:solidFill>
                  <a:srgbClr val="000000"/>
                </a:solidFill>
              </a:rPr>
              <a:t> </a:t>
            </a:r>
            <a:r>
              <a:rPr lang="ru-RU" sz="900" b="1" i="0" dirty="0" smtClean="0">
                <a:solidFill>
                  <a:srgbClr val="000000"/>
                </a:solidFill>
                <a:latin typeface="Arial"/>
              </a:rPr>
              <a:t>подразумевается</a:t>
            </a:r>
            <a:r>
              <a:rPr lang="ru-RU" sz="900" b="1" i="0" dirty="0" smtClean="0">
                <a:solidFill>
                  <a:srgbClr val="000000"/>
                </a:solidFill>
              </a:rPr>
              <a:t> </a:t>
            </a:r>
            <a:r>
              <a:rPr lang="ru-RU" sz="900" b="1" i="0" dirty="0" smtClean="0">
                <a:solidFill>
                  <a:srgbClr val="000000"/>
                </a:solidFill>
                <a:latin typeface="Arial"/>
              </a:rPr>
              <a:t>набор</a:t>
            </a:r>
            <a:r>
              <a:rPr lang="ru-RU" sz="900" b="1" i="0" dirty="0" smtClean="0">
                <a:solidFill>
                  <a:srgbClr val="000000"/>
                </a:solidFill>
              </a:rPr>
              <a:t> </a:t>
            </a:r>
            <a:r>
              <a:rPr lang="ru-RU" sz="900" b="1" i="0" dirty="0" smtClean="0">
                <a:solidFill>
                  <a:srgbClr val="000000"/>
                </a:solidFill>
                <a:latin typeface="Arial"/>
              </a:rPr>
              <a:t>фактов</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показателей</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особенности</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определение</a:t>
            </a:r>
            <a:r>
              <a:rPr lang="ru-RU" sz="900" b="0" i="0" dirty="0" smtClean="0">
                <a:solidFill>
                  <a:srgbClr val="000000"/>
                </a:solidFill>
              </a:rPr>
              <a:t> </a:t>
            </a:r>
            <a:r>
              <a:rPr lang="ru-RU" sz="900" b="0" i="0" dirty="0" smtClean="0">
                <a:solidFill>
                  <a:srgbClr val="000000"/>
                </a:solidFill>
                <a:latin typeface="Arial"/>
              </a:rPr>
              <a:t>касается</a:t>
            </a:r>
            <a:r>
              <a:rPr lang="ru-RU" sz="900" b="0" i="0" dirty="0" smtClean="0">
                <a:solidFill>
                  <a:srgbClr val="000000"/>
                </a:solidFill>
              </a:rPr>
              <a:t> </a:t>
            </a:r>
            <a:r>
              <a:rPr lang="ru-RU" sz="900" b="0" i="0" dirty="0" smtClean="0">
                <a:solidFill>
                  <a:srgbClr val="000000"/>
                </a:solidFill>
                <a:latin typeface="Arial"/>
              </a:rPr>
              <a:t>цифровых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a:t>
            </a:r>
          </a:p>
          <a:p>
            <a:pPr indent="457200">
              <a:spcBef>
                <a:spcPts val="600"/>
              </a:spcBef>
            </a:pPr>
            <a:r>
              <a:rPr lang="ru-RU" sz="900" b="1" i="0" dirty="0" smtClean="0">
                <a:solidFill>
                  <a:srgbClr val="000000"/>
                </a:solidFill>
                <a:latin typeface="Arial"/>
              </a:rPr>
              <a:t>В</a:t>
            </a:r>
            <a:r>
              <a:rPr lang="ru-RU" sz="900" b="1" i="0" dirty="0" smtClean="0">
                <a:solidFill>
                  <a:srgbClr val="000000"/>
                </a:solidFill>
              </a:rPr>
              <a:t> </a:t>
            </a:r>
            <a:r>
              <a:rPr lang="ru-RU" sz="900" b="1" i="0" dirty="0" smtClean="0">
                <a:solidFill>
                  <a:srgbClr val="000000"/>
                </a:solidFill>
                <a:latin typeface="Arial"/>
              </a:rPr>
              <a:t>сфере</a:t>
            </a:r>
            <a:r>
              <a:rPr lang="ru-RU" sz="900" b="1" i="0" dirty="0" smtClean="0">
                <a:solidFill>
                  <a:srgbClr val="000000"/>
                </a:solidFill>
              </a:rPr>
              <a:t> </a:t>
            </a:r>
            <a:r>
              <a:rPr lang="ru-RU" sz="900" b="1" i="0" dirty="0" smtClean="0">
                <a:solidFill>
                  <a:srgbClr val="000000"/>
                </a:solidFill>
                <a:latin typeface="Arial"/>
              </a:rPr>
              <a:t>вычислительных</a:t>
            </a:r>
            <a:r>
              <a:rPr lang="ru-RU" sz="900" b="1" i="0" dirty="0" smtClean="0">
                <a:solidFill>
                  <a:srgbClr val="000000"/>
                </a:solidFill>
              </a:rPr>
              <a:t> </a:t>
            </a:r>
            <a:r>
              <a:rPr lang="ru-RU" sz="900" b="1" i="0" dirty="0" smtClean="0">
                <a:solidFill>
                  <a:srgbClr val="000000"/>
                </a:solidFill>
                <a:latin typeface="Arial"/>
              </a:rPr>
              <a:t>технологий</a:t>
            </a:r>
            <a:r>
              <a:rPr lang="ru-RU" sz="900" b="1" i="0" dirty="0" smtClean="0">
                <a:solidFill>
                  <a:srgbClr val="000000"/>
                </a:solidFill>
              </a:rPr>
              <a:t> </a:t>
            </a:r>
            <a:r>
              <a:rPr lang="ru-RU" sz="900" b="1" i="1" dirty="0" smtClean="0">
                <a:solidFill>
                  <a:srgbClr val="000000"/>
                </a:solidFill>
                <a:latin typeface="Arial"/>
              </a:rPr>
              <a:t>цифровые</a:t>
            </a:r>
            <a:r>
              <a:rPr lang="ru-RU" sz="900" b="1" i="1" dirty="0" smtClean="0">
                <a:solidFill>
                  <a:srgbClr val="000000"/>
                </a:solidFill>
              </a:rPr>
              <a:t> </a:t>
            </a:r>
            <a:r>
              <a:rPr lang="ru-RU" sz="900" b="1" i="1" dirty="0" smtClean="0">
                <a:solidFill>
                  <a:srgbClr val="000000"/>
                </a:solidFill>
                <a:latin typeface="Arial"/>
              </a:rPr>
              <a:t>данные</a:t>
            </a:r>
            <a:r>
              <a:rPr lang="ru-RU" sz="900" b="1" i="0" dirty="0" smtClean="0">
                <a:solidFill>
                  <a:srgbClr val="000000"/>
                </a:solidFill>
              </a:rPr>
              <a:t> </a:t>
            </a:r>
            <a:r>
              <a:rPr lang="ru-RU" sz="900" b="1" i="0" dirty="0" smtClean="0">
                <a:solidFill>
                  <a:srgbClr val="000000"/>
                </a:solidFill>
                <a:latin typeface="Arial"/>
              </a:rPr>
              <a:t>—</a:t>
            </a:r>
            <a:r>
              <a:rPr lang="ru-RU" sz="900" b="1" i="0" dirty="0" smtClean="0">
                <a:solidFill>
                  <a:srgbClr val="000000"/>
                </a:solidFill>
              </a:rPr>
              <a:t> </a:t>
            </a:r>
            <a:r>
              <a:rPr lang="ru-RU" sz="900" b="1" i="0" dirty="0" smtClean="0">
                <a:solidFill>
                  <a:srgbClr val="000000"/>
                </a:solidFill>
                <a:latin typeface="Arial"/>
              </a:rPr>
              <a:t>это</a:t>
            </a:r>
            <a:r>
              <a:rPr lang="ru-RU" sz="900" b="1" i="0" dirty="0" smtClean="0">
                <a:solidFill>
                  <a:srgbClr val="000000"/>
                </a:solidFill>
              </a:rPr>
              <a:t> </a:t>
            </a:r>
            <a:r>
              <a:rPr lang="ru-RU" sz="900" b="1" i="0" dirty="0" smtClean="0">
                <a:solidFill>
                  <a:srgbClr val="000000"/>
                </a:solidFill>
                <a:latin typeface="Arial"/>
              </a:rPr>
              <a:t>набор</a:t>
            </a:r>
            <a:r>
              <a:rPr lang="ru-RU" sz="900" b="1" i="0" dirty="0" smtClean="0">
                <a:solidFill>
                  <a:srgbClr val="000000"/>
                </a:solidFill>
              </a:rPr>
              <a:t> </a:t>
            </a:r>
            <a:r>
              <a:rPr lang="ru-RU" sz="900" b="1" i="0" dirty="0" smtClean="0">
                <a:solidFill>
                  <a:srgbClr val="000000"/>
                </a:solidFill>
                <a:latin typeface="Arial"/>
              </a:rPr>
              <a:t>фактов</a:t>
            </a:r>
            <a:r>
              <a:rPr lang="ru-RU" sz="900" b="1" i="0" dirty="0" smtClean="0">
                <a:solidFill>
                  <a:srgbClr val="000000"/>
                </a:solidFill>
              </a:rPr>
              <a:t>, </a:t>
            </a:r>
            <a:r>
              <a:rPr lang="ru-RU" sz="900" b="1" i="0" dirty="0" smtClean="0">
                <a:solidFill>
                  <a:srgbClr val="000000"/>
                </a:solidFill>
                <a:latin typeface="Arial"/>
              </a:rPr>
              <a:t>которые</a:t>
            </a:r>
            <a:r>
              <a:rPr lang="ru-RU" sz="900" b="1" i="0" dirty="0" smtClean="0">
                <a:solidFill>
                  <a:srgbClr val="000000"/>
                </a:solidFill>
              </a:rPr>
              <a:t> </a:t>
            </a:r>
            <a:r>
              <a:rPr lang="ru-RU" sz="900" b="1" i="0" dirty="0" smtClean="0">
                <a:solidFill>
                  <a:srgbClr val="000000"/>
                </a:solidFill>
                <a:latin typeface="Arial"/>
              </a:rPr>
              <a:t>передаются</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хранятся</a:t>
            </a:r>
            <a:r>
              <a:rPr lang="ru-RU" sz="900" b="1" i="0" dirty="0" smtClean="0">
                <a:solidFill>
                  <a:srgbClr val="000000"/>
                </a:solidFill>
              </a:rPr>
              <a:t> </a:t>
            </a:r>
            <a:r>
              <a:rPr lang="ru-RU" sz="900" b="1" i="0" dirty="0" smtClean="0">
                <a:solidFill>
                  <a:srgbClr val="000000"/>
                </a:solidFill>
                <a:latin typeface="Arial"/>
              </a:rPr>
              <a:t>в</a:t>
            </a:r>
            <a:r>
              <a:rPr lang="ru-RU" sz="900" b="1" i="0" dirty="0" smtClean="0">
                <a:solidFill>
                  <a:srgbClr val="000000"/>
                </a:solidFill>
              </a:rPr>
              <a:t> </a:t>
            </a:r>
            <a:r>
              <a:rPr lang="ru-RU" sz="900" b="1" i="0" dirty="0" smtClean="0">
                <a:solidFill>
                  <a:srgbClr val="000000"/>
                </a:solidFill>
                <a:latin typeface="Arial"/>
              </a:rPr>
              <a:t>электронной</a:t>
            </a:r>
            <a:r>
              <a:rPr lang="ru-RU" sz="900" b="1" i="0" dirty="0" smtClean="0">
                <a:solidFill>
                  <a:srgbClr val="000000"/>
                </a:solidFill>
              </a:rPr>
              <a:t> </a:t>
            </a:r>
            <a:r>
              <a:rPr lang="ru-RU" sz="900" b="1" i="0" dirty="0" smtClean="0">
                <a:solidFill>
                  <a:srgbClr val="000000"/>
                </a:solidFill>
                <a:latin typeface="Arial"/>
              </a:rPr>
              <a:t>форме</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обрабатываются</a:t>
            </a:r>
            <a:r>
              <a:rPr lang="ru-RU" sz="900" b="1" i="0" dirty="0" smtClean="0">
                <a:solidFill>
                  <a:srgbClr val="000000"/>
                </a:solidFill>
              </a:rPr>
              <a:t> </a:t>
            </a:r>
            <a:r>
              <a:rPr lang="ru-RU" sz="900" b="1" i="0" dirty="0" smtClean="0">
                <a:solidFill>
                  <a:srgbClr val="000000"/>
                </a:solidFill>
                <a:latin typeface="Arial"/>
              </a:rPr>
              <a:t>с</a:t>
            </a:r>
            <a:r>
              <a:rPr lang="ru-RU" sz="900" b="1" i="0" dirty="0" smtClean="0">
                <a:solidFill>
                  <a:srgbClr val="000000"/>
                </a:solidFill>
              </a:rPr>
              <a:t> </a:t>
            </a:r>
            <a:r>
              <a:rPr lang="ru-RU" sz="900" b="1" i="0" dirty="0" smtClean="0">
                <a:solidFill>
                  <a:srgbClr val="000000"/>
                </a:solidFill>
                <a:latin typeface="Arial"/>
              </a:rPr>
              <a:t>помощью</a:t>
            </a:r>
            <a:r>
              <a:rPr lang="ru-RU" sz="900" b="1" i="0" dirty="0" smtClean="0">
                <a:solidFill>
                  <a:srgbClr val="000000"/>
                </a:solidFill>
              </a:rPr>
              <a:t> </a:t>
            </a:r>
            <a:r>
              <a:rPr lang="ru-RU" sz="900" b="1" i="0" dirty="0" smtClean="0">
                <a:solidFill>
                  <a:srgbClr val="000000"/>
                </a:solidFill>
                <a:latin typeface="Arial"/>
              </a:rPr>
              <a:t>программного</a:t>
            </a:r>
            <a:r>
              <a:rPr lang="ru-RU" sz="900" b="1" i="0" dirty="0" smtClean="0">
                <a:solidFill>
                  <a:srgbClr val="000000"/>
                </a:solidFill>
              </a:rPr>
              <a:t> </a:t>
            </a:r>
            <a:r>
              <a:rPr lang="ru-RU" sz="900" b="1" i="0" dirty="0" smtClean="0">
                <a:solidFill>
                  <a:srgbClr val="000000"/>
                </a:solidFill>
                <a:latin typeface="Arial"/>
              </a:rPr>
              <a:t>обеспечения</a:t>
            </a:r>
            <a:r>
              <a:rPr lang="ru-RU" sz="900" b="0" i="0" dirty="0" smtClean="0">
                <a:solidFill>
                  <a:srgbClr val="000000"/>
                </a:solidFill>
              </a:rPr>
              <a:t>. </a:t>
            </a:r>
            <a:r>
              <a:rPr lang="ru-RU" sz="900" b="0" i="0" dirty="0" smtClean="0">
                <a:solidFill>
                  <a:srgbClr val="000000"/>
                </a:solidFill>
                <a:latin typeface="Arial"/>
              </a:rPr>
              <a:t>Цифровые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создаются</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помощью</a:t>
            </a:r>
            <a:r>
              <a:rPr lang="ru-RU" sz="900" b="0" i="0" dirty="0" smtClean="0">
                <a:solidFill>
                  <a:srgbClr val="000000"/>
                </a:solidFill>
              </a:rPr>
              <a:t> </a:t>
            </a:r>
            <a:r>
              <a:rPr lang="ru-RU" sz="900" b="0" i="0" dirty="0" smtClean="0">
                <a:solidFill>
                  <a:srgbClr val="000000"/>
                </a:solidFill>
                <a:latin typeface="Arial"/>
              </a:rPr>
              <a:t>различных</a:t>
            </a:r>
            <a:r>
              <a:rPr lang="ru-RU" sz="900" b="0" i="0" dirty="0" smtClean="0">
                <a:solidFill>
                  <a:srgbClr val="000000"/>
                </a:solidFill>
              </a:rPr>
              <a:t> </a:t>
            </a:r>
            <a:r>
              <a:rPr lang="ru-RU" sz="900" b="0" i="0" dirty="0" smtClean="0">
                <a:solidFill>
                  <a:srgbClr val="000000"/>
                </a:solidFill>
                <a:latin typeface="Arial"/>
              </a:rPr>
              <a:t>устройств</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настольных</a:t>
            </a:r>
            <a:r>
              <a:rPr lang="ru-RU" sz="900" b="0" i="0" dirty="0" smtClean="0">
                <a:solidFill>
                  <a:srgbClr val="000000"/>
                </a:solidFill>
              </a:rPr>
              <a:t> </a:t>
            </a:r>
            <a:r>
              <a:rPr lang="ru-RU" sz="900" b="0" i="0" dirty="0" smtClean="0">
                <a:solidFill>
                  <a:srgbClr val="000000"/>
                </a:solidFill>
                <a:latin typeface="Arial"/>
              </a:rPr>
              <a:t>ПК</a:t>
            </a:r>
            <a:r>
              <a:rPr lang="ru-RU" sz="900" b="0" i="0" dirty="0" smtClean="0">
                <a:solidFill>
                  <a:srgbClr val="000000"/>
                </a:solidFill>
              </a:rPr>
              <a:t>, </a:t>
            </a:r>
            <a:r>
              <a:rPr lang="ru-RU" sz="900" b="0" i="0" dirty="0" smtClean="0">
                <a:solidFill>
                  <a:srgbClr val="000000"/>
                </a:solidFill>
                <a:latin typeface="Arial"/>
              </a:rPr>
              <a:t>ноутбуков</a:t>
            </a:r>
            <a:r>
              <a:rPr lang="ru-RU" sz="900" b="0" i="0" dirty="0" smtClean="0">
                <a:solidFill>
                  <a:srgbClr val="000000"/>
                </a:solidFill>
              </a:rPr>
              <a:t>, </a:t>
            </a:r>
            <a:r>
              <a:rPr lang="ru-RU" sz="900" b="0" i="0" dirty="0" smtClean="0">
                <a:solidFill>
                  <a:srgbClr val="000000"/>
                </a:solidFill>
                <a:latin typeface="Arial"/>
              </a:rPr>
              <a:t>планшетов</a:t>
            </a:r>
            <a:r>
              <a:rPr lang="ru-RU" sz="900" b="0" i="0" dirty="0" smtClean="0">
                <a:solidFill>
                  <a:srgbClr val="000000"/>
                </a:solidFill>
              </a:rPr>
              <a:t>, </a:t>
            </a:r>
            <a:r>
              <a:rPr lang="ru-RU" sz="900" b="0" i="0" dirty="0" smtClean="0">
                <a:solidFill>
                  <a:srgbClr val="000000"/>
                </a:solidFill>
                <a:latin typeface="Arial"/>
              </a:rPr>
              <a:t>мобильных</a:t>
            </a:r>
            <a:r>
              <a:rPr lang="ru-RU" sz="900" b="0" i="0" dirty="0" smtClean="0">
                <a:solidFill>
                  <a:srgbClr val="000000"/>
                </a:solidFill>
              </a:rPr>
              <a:t> </a:t>
            </a:r>
            <a:r>
              <a:rPr lang="ru-RU" sz="900" b="0" i="0" dirty="0" smtClean="0">
                <a:solidFill>
                  <a:srgbClr val="000000"/>
                </a:solidFill>
                <a:latin typeface="Arial"/>
              </a:rPr>
              <a:t>телефонов</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электронных</a:t>
            </a:r>
            <a:r>
              <a:rPr lang="ru-RU" sz="900" b="0" i="0" dirty="0" smtClean="0">
                <a:solidFill>
                  <a:srgbClr val="000000"/>
                </a:solidFill>
              </a:rPr>
              <a:t> </a:t>
            </a:r>
            <a:r>
              <a:rPr lang="ru-RU" sz="900" b="0" i="0" dirty="0" smtClean="0">
                <a:solidFill>
                  <a:srgbClr val="000000"/>
                </a:solidFill>
                <a:latin typeface="Arial"/>
              </a:rPr>
              <a:t>датчиков</a:t>
            </a:r>
            <a:r>
              <a:rPr lang="ru-RU" sz="900" b="0" i="0" dirty="0" smtClean="0">
                <a:solidFill>
                  <a:srgbClr val="000000"/>
                </a:solidFill>
              </a:rPr>
              <a:t>. </a:t>
            </a:r>
            <a:r>
              <a:rPr lang="ru-RU" sz="900" b="0" i="0" dirty="0" smtClean="0">
                <a:solidFill>
                  <a:srgbClr val="000000"/>
                </a:solidFill>
                <a:latin typeface="Arial"/>
              </a:rPr>
              <a:t>Они</a:t>
            </a:r>
            <a:r>
              <a:rPr lang="ru-RU" sz="900" b="0" i="0" dirty="0" smtClean="0">
                <a:solidFill>
                  <a:srgbClr val="000000"/>
                </a:solidFill>
              </a:rPr>
              <a:t> </a:t>
            </a:r>
            <a:r>
              <a:rPr lang="ru-RU" sz="900" b="0" i="0" dirty="0" smtClean="0">
                <a:solidFill>
                  <a:srgbClr val="000000"/>
                </a:solidFill>
                <a:latin typeface="Arial"/>
              </a:rPr>
              <a:t>хранятся</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виде</a:t>
            </a:r>
            <a:r>
              <a:rPr lang="ru-RU" sz="900" b="0" i="0" dirty="0" smtClean="0">
                <a:solidFill>
                  <a:srgbClr val="000000"/>
                </a:solidFill>
              </a:rPr>
              <a:t> </a:t>
            </a:r>
            <a:r>
              <a:rPr lang="ru-RU" sz="900" b="0" i="0" dirty="0" smtClean="0">
                <a:solidFill>
                  <a:srgbClr val="000000"/>
                </a:solidFill>
                <a:latin typeface="Arial"/>
              </a:rPr>
              <a:t>строк</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двоичными</a:t>
            </a:r>
            <a:r>
              <a:rPr lang="ru-RU" sz="900" b="0" i="0" dirty="0" smtClean="0">
                <a:solidFill>
                  <a:srgbClr val="000000"/>
                </a:solidFill>
              </a:rPr>
              <a:t> </a:t>
            </a:r>
            <a:r>
              <a:rPr lang="ru-RU" sz="900" b="0" i="0" dirty="0" smtClean="0">
                <a:solidFill>
                  <a:srgbClr val="000000"/>
                </a:solidFill>
                <a:latin typeface="Arial"/>
              </a:rPr>
              <a:t>значениями</a:t>
            </a:r>
            <a:r>
              <a:rPr lang="ru-RU" sz="900" b="0" i="0" dirty="0" smtClean="0">
                <a:solidFill>
                  <a:srgbClr val="000000"/>
                </a:solidFill>
              </a:rPr>
              <a:t> (0 </a:t>
            </a:r>
            <a:r>
              <a:rPr lang="ru-RU" sz="900" b="0" i="0" dirty="0" smtClean="0">
                <a:solidFill>
                  <a:srgbClr val="000000"/>
                </a:solidFill>
                <a:latin typeface="Arial"/>
              </a:rPr>
              <a:t>и</a:t>
            </a:r>
            <a:r>
              <a:rPr lang="ru-RU" sz="900" b="0" i="0" dirty="0" smtClean="0">
                <a:solidFill>
                  <a:srgbClr val="000000"/>
                </a:solidFill>
              </a:rPr>
              <a:t> 1)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устройствах</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dirty="0" smtClean="0">
                <a:solidFill>
                  <a:srgbClr val="000000"/>
                </a:solidFill>
                <a:latin typeface="Arial"/>
              </a:rPr>
              <a:t>представляют</a:t>
            </a:r>
            <a:r>
              <a:rPr lang="ru-RU" sz="900" b="0" i="0" dirty="0" smtClean="0">
                <a:solidFill>
                  <a:srgbClr val="000000"/>
                </a:solidFill>
              </a:rPr>
              <a:t> </a:t>
            </a:r>
            <a:r>
              <a:rPr lang="ru-RU" sz="900" b="0" i="0" dirty="0" smtClean="0">
                <a:solidFill>
                  <a:srgbClr val="000000"/>
                </a:solidFill>
                <a:latin typeface="Arial"/>
              </a:rPr>
              <a:t>собой</a:t>
            </a:r>
            <a:r>
              <a:rPr lang="ru-RU" sz="900" b="0" i="0" dirty="0" smtClean="0">
                <a:solidFill>
                  <a:srgbClr val="000000"/>
                </a:solidFill>
              </a:rPr>
              <a:t> </a:t>
            </a:r>
            <a:r>
              <a:rPr lang="ru-RU" sz="900" b="0" i="0" dirty="0" smtClean="0">
                <a:solidFill>
                  <a:srgbClr val="000000"/>
                </a:solidFill>
                <a:latin typeface="Arial"/>
              </a:rPr>
              <a:t>внутренние</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внешние</a:t>
            </a:r>
            <a:r>
              <a:rPr lang="ru-RU" sz="900" b="0" i="0" dirty="0" smtClean="0">
                <a:solidFill>
                  <a:srgbClr val="000000"/>
                </a:solidFill>
              </a:rPr>
              <a:t> </a:t>
            </a:r>
            <a:r>
              <a:rPr lang="ru-RU" sz="900" b="0" i="0" dirty="0" smtClean="0">
                <a:solidFill>
                  <a:srgbClr val="000000"/>
                </a:solidFill>
                <a:latin typeface="Arial"/>
              </a:rPr>
              <a:t>носители</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отношению</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устройствам</a:t>
            </a:r>
            <a:r>
              <a:rPr lang="ru-RU" sz="900" b="0"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dirty="0" smtClean="0">
                <a:solidFill>
                  <a:srgbClr val="000000"/>
                </a:solidFill>
                <a:latin typeface="Arial"/>
              </a:rPr>
              <a:t>создают</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осуществляют</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ним</a:t>
            </a:r>
            <a:r>
              <a:rPr lang="ru-RU" sz="900" b="0" i="0" dirty="0" smtClean="0">
                <a:solidFill>
                  <a:srgbClr val="000000"/>
                </a:solidFill>
              </a:rPr>
              <a:t> </a:t>
            </a:r>
            <a:r>
              <a:rPr lang="ru-RU" sz="900" b="0" i="0" dirty="0" smtClean="0">
                <a:solidFill>
                  <a:srgbClr val="000000"/>
                </a:solidFill>
                <a:latin typeface="Arial"/>
              </a:rPr>
              <a:t>доступ</a:t>
            </a:r>
            <a:r>
              <a:rPr lang="ru-RU" sz="900" b="0" i="0" dirty="0" smtClean="0">
                <a:solidFill>
                  <a:srgbClr val="000000"/>
                </a:solidFill>
              </a:rPr>
              <a:t>. </a:t>
            </a:r>
            <a:r>
              <a:rPr lang="ru-RU" sz="900" b="0" i="0" dirty="0" smtClean="0">
                <a:solidFill>
                  <a:srgbClr val="000000"/>
                </a:solidFill>
                <a:latin typeface="Arial"/>
              </a:rPr>
              <a:t>Существуют</a:t>
            </a:r>
            <a:r>
              <a:rPr lang="ru-RU" sz="900" b="0" i="0" dirty="0" smtClean="0">
                <a:solidFill>
                  <a:srgbClr val="000000"/>
                </a:solidFill>
              </a:rPr>
              <a:t> </a:t>
            </a:r>
            <a:r>
              <a:rPr lang="ru-RU" sz="900" b="0" i="0" dirty="0" smtClean="0">
                <a:solidFill>
                  <a:srgbClr val="000000"/>
                </a:solidFill>
                <a:latin typeface="Arial"/>
              </a:rPr>
              <a:t>различные</a:t>
            </a:r>
            <a:r>
              <a:rPr lang="ru-RU" sz="900" b="0" i="0" dirty="0" smtClean="0">
                <a:solidFill>
                  <a:srgbClr val="000000"/>
                </a:solidFill>
              </a:rPr>
              <a:t> </a:t>
            </a:r>
            <a:r>
              <a:rPr lang="ru-RU" sz="900" b="0" i="0" dirty="0" smtClean="0">
                <a:solidFill>
                  <a:srgbClr val="000000"/>
                </a:solidFill>
                <a:latin typeface="Arial"/>
              </a:rPr>
              <a:t>типы</a:t>
            </a:r>
            <a:r>
              <a:rPr lang="ru-RU" sz="900" b="0" i="0" dirty="0" smtClean="0">
                <a:solidFill>
                  <a:srgbClr val="000000"/>
                </a:solidFill>
              </a:rPr>
              <a:t> </a:t>
            </a:r>
            <a:r>
              <a:rPr lang="ru-RU" sz="900" b="0" i="0" dirty="0" smtClean="0">
                <a:solidFill>
                  <a:srgbClr val="000000"/>
                </a:solidFill>
                <a:latin typeface="Arial"/>
              </a:rPr>
              <a:t>устройств</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среди</a:t>
            </a:r>
            <a:r>
              <a:rPr lang="ru-RU" sz="900" b="0" i="0" dirty="0" smtClean="0">
                <a:solidFill>
                  <a:srgbClr val="000000"/>
                </a:solidFill>
              </a:rPr>
              <a:t> </a:t>
            </a:r>
            <a:r>
              <a:rPr lang="ru-RU" sz="900" b="0" i="0" dirty="0" smtClean="0">
                <a:solidFill>
                  <a:srgbClr val="000000"/>
                </a:solidFill>
                <a:latin typeface="Arial"/>
              </a:rPr>
              <a:t>которых</a:t>
            </a:r>
            <a:r>
              <a:rPr lang="ru-RU" sz="900" b="0" i="0" dirty="0" smtClean="0">
                <a:solidFill>
                  <a:srgbClr val="000000"/>
                </a:solidFill>
              </a:rPr>
              <a:t> </a:t>
            </a:r>
            <a:r>
              <a:rPr lang="ru-RU" sz="900" b="0" i="0" dirty="0" smtClean="0">
                <a:solidFill>
                  <a:srgbClr val="000000"/>
                </a:solidFill>
                <a:latin typeface="Arial"/>
              </a:rPr>
              <a:t>магнитные</a:t>
            </a:r>
            <a:r>
              <a:rPr lang="ru-RU" sz="900" b="0" i="0" dirty="0" smtClean="0">
                <a:solidFill>
                  <a:srgbClr val="000000"/>
                </a:solidFill>
              </a:rPr>
              <a:t>, </a:t>
            </a:r>
            <a:r>
              <a:rPr lang="ru-RU" sz="900" b="0" i="0" dirty="0" smtClean="0">
                <a:solidFill>
                  <a:srgbClr val="000000"/>
                </a:solidFill>
                <a:latin typeface="Arial"/>
              </a:rPr>
              <a:t>оптические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твердотельные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качестве</a:t>
            </a:r>
            <a:r>
              <a:rPr lang="ru-RU" sz="900" b="0" i="0" dirty="0" smtClean="0">
                <a:solidFill>
                  <a:srgbClr val="000000"/>
                </a:solidFill>
              </a:rPr>
              <a:t> </a:t>
            </a:r>
            <a:r>
              <a:rPr lang="ru-RU" sz="900" b="0" i="0" dirty="0" smtClean="0">
                <a:solidFill>
                  <a:srgbClr val="000000"/>
                </a:solidFill>
                <a:latin typeface="Arial"/>
              </a:rPr>
              <a:t>примеров</a:t>
            </a:r>
            <a:r>
              <a:rPr lang="ru-RU" sz="900" b="0" i="0" dirty="0" smtClean="0">
                <a:solidFill>
                  <a:srgbClr val="000000"/>
                </a:solidFill>
              </a:rPr>
              <a:t> </a:t>
            </a:r>
            <a:r>
              <a:rPr lang="ru-RU" sz="900" b="0" i="0" dirty="0" smtClean="0">
                <a:solidFill>
                  <a:srgbClr val="000000"/>
                </a:solidFill>
                <a:latin typeface="Arial"/>
              </a:rPr>
              <a:t>цифровых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привести</a:t>
            </a:r>
            <a:r>
              <a:rPr lang="ru-RU" sz="900" b="0" i="0" dirty="0" smtClean="0">
                <a:solidFill>
                  <a:srgbClr val="000000"/>
                </a:solidFill>
              </a:rPr>
              <a:t> </a:t>
            </a:r>
            <a:r>
              <a:rPr lang="ru-RU" sz="900" b="0" i="0" dirty="0" smtClean="0">
                <a:solidFill>
                  <a:srgbClr val="000000"/>
                </a:solidFill>
                <a:latin typeface="Arial"/>
              </a:rPr>
              <a:t>электронные</a:t>
            </a:r>
            <a:r>
              <a:rPr lang="ru-RU" sz="900" b="0" i="0" dirty="0" smtClean="0">
                <a:solidFill>
                  <a:srgbClr val="000000"/>
                </a:solidFill>
              </a:rPr>
              <a:t> </a:t>
            </a:r>
            <a:r>
              <a:rPr lang="ru-RU" sz="900" b="0" i="0" dirty="0" smtClean="0">
                <a:solidFill>
                  <a:srgbClr val="000000"/>
                </a:solidFill>
                <a:latin typeface="Arial"/>
              </a:rPr>
              <a:t>документы</a:t>
            </a:r>
            <a:r>
              <a:rPr lang="ru-RU" sz="900" b="0" i="0" dirty="0" smtClean="0">
                <a:solidFill>
                  <a:srgbClr val="000000"/>
                </a:solidFill>
              </a:rPr>
              <a:t>, </a:t>
            </a:r>
            <a:r>
              <a:rPr lang="ru-RU" sz="900" b="0" i="0" dirty="0" smtClean="0">
                <a:solidFill>
                  <a:srgbClr val="000000"/>
                </a:solidFill>
                <a:latin typeface="Arial"/>
              </a:rPr>
              <a:t>текстовые</a:t>
            </a:r>
            <a:r>
              <a:rPr lang="ru-RU" sz="900" b="0" i="0" dirty="0" smtClean="0">
                <a:solidFill>
                  <a:srgbClr val="000000"/>
                </a:solidFill>
              </a:rPr>
              <a:t> </a:t>
            </a:r>
            <a:r>
              <a:rPr lang="ru-RU" sz="900" b="0" i="0" dirty="0" smtClean="0">
                <a:solidFill>
                  <a:srgbClr val="000000"/>
                </a:solidFill>
                <a:latin typeface="Arial"/>
              </a:rPr>
              <a:t>файлы</a:t>
            </a:r>
            <a:r>
              <a:rPr lang="ru-RU" sz="900" b="0" i="0" dirty="0" smtClean="0">
                <a:solidFill>
                  <a:srgbClr val="000000"/>
                </a:solidFill>
              </a:rPr>
              <a:t>, </a:t>
            </a:r>
            <a:r>
              <a:rPr lang="ru-RU" sz="900" b="0" i="0" dirty="0" smtClean="0">
                <a:solidFill>
                  <a:srgbClr val="000000"/>
                </a:solidFill>
                <a:latin typeface="Arial"/>
              </a:rPr>
              <a:t>сообщения</a:t>
            </a:r>
            <a:r>
              <a:rPr lang="ru-RU" sz="900" b="0" i="0" dirty="0" smtClean="0">
                <a:solidFill>
                  <a:srgbClr val="000000"/>
                </a:solidFill>
              </a:rPr>
              <a:t> </a:t>
            </a:r>
            <a:r>
              <a:rPr lang="ru-RU" sz="900" b="0" i="0" dirty="0" smtClean="0">
                <a:solidFill>
                  <a:srgbClr val="000000"/>
                </a:solidFill>
                <a:latin typeface="Arial"/>
              </a:rPr>
              <a:t>электронной</a:t>
            </a:r>
            <a:r>
              <a:rPr lang="ru-RU" sz="900" b="0" i="0" dirty="0" smtClean="0">
                <a:solidFill>
                  <a:srgbClr val="000000"/>
                </a:solidFill>
              </a:rPr>
              <a:t> </a:t>
            </a:r>
            <a:r>
              <a:rPr lang="ru-RU" sz="900" b="0" i="0" dirty="0" smtClean="0">
                <a:solidFill>
                  <a:srgbClr val="000000"/>
                </a:solidFill>
                <a:latin typeface="Arial"/>
              </a:rPr>
              <a:t>почты</a:t>
            </a:r>
            <a:r>
              <a:rPr lang="ru-RU" sz="900" b="0" i="0" dirty="0" smtClean="0">
                <a:solidFill>
                  <a:srgbClr val="000000"/>
                </a:solidFill>
              </a:rPr>
              <a:t>, </a:t>
            </a:r>
            <a:r>
              <a:rPr lang="ru-RU" sz="900" b="0" i="0" dirty="0" smtClean="0">
                <a:solidFill>
                  <a:srgbClr val="000000"/>
                </a:solidFill>
                <a:latin typeface="Arial"/>
              </a:rPr>
              <a:t>электронные</a:t>
            </a:r>
            <a:r>
              <a:rPr lang="ru-RU" sz="900" b="0" i="0" dirty="0" smtClean="0">
                <a:solidFill>
                  <a:srgbClr val="000000"/>
                </a:solidFill>
              </a:rPr>
              <a:t> </a:t>
            </a:r>
            <a:r>
              <a:rPr lang="ru-RU" sz="900" b="0" i="0" dirty="0" smtClean="0">
                <a:solidFill>
                  <a:srgbClr val="000000"/>
                </a:solidFill>
                <a:latin typeface="Arial"/>
              </a:rPr>
              <a:t>книги</a:t>
            </a:r>
            <a:r>
              <a:rPr lang="ru-RU" sz="900" b="0" i="0" dirty="0" smtClean="0">
                <a:solidFill>
                  <a:srgbClr val="000000"/>
                </a:solidFill>
              </a:rPr>
              <a:t>, </a:t>
            </a:r>
            <a:r>
              <a:rPr lang="ru-RU" sz="900" b="0" i="0" dirty="0" smtClean="0">
                <a:solidFill>
                  <a:srgbClr val="000000"/>
                </a:solidFill>
                <a:latin typeface="Arial"/>
              </a:rPr>
              <a:t>цифровые</a:t>
            </a:r>
            <a:r>
              <a:rPr lang="ru-RU" sz="900" b="0" i="0" dirty="0" smtClean="0">
                <a:solidFill>
                  <a:srgbClr val="000000"/>
                </a:solidFill>
              </a:rPr>
              <a:t> </a:t>
            </a:r>
            <a:r>
              <a:rPr lang="ru-RU" sz="900" b="0" i="0" dirty="0" smtClean="0">
                <a:solidFill>
                  <a:srgbClr val="000000"/>
                </a:solidFill>
                <a:latin typeface="Arial"/>
              </a:rPr>
              <a:t>изображения</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также</a:t>
            </a:r>
            <a:r>
              <a:rPr lang="ru-RU" sz="900" b="0" i="0" dirty="0" smtClean="0">
                <a:solidFill>
                  <a:srgbClr val="000000"/>
                </a:solidFill>
              </a:rPr>
              <a:t> </a:t>
            </a:r>
            <a:r>
              <a:rPr lang="ru-RU" sz="900" b="0" i="0" dirty="0" smtClean="0">
                <a:solidFill>
                  <a:srgbClr val="000000"/>
                </a:solidFill>
                <a:latin typeface="Arial"/>
              </a:rPr>
              <a:t>цифровые</a:t>
            </a:r>
            <a:r>
              <a:rPr lang="ru-RU" sz="900" b="0" i="0" dirty="0" smtClean="0">
                <a:solidFill>
                  <a:srgbClr val="000000"/>
                </a:solidFill>
              </a:rPr>
              <a:t> </a:t>
            </a:r>
            <a:r>
              <a:rPr lang="ru-RU" sz="900" b="0" i="0" dirty="0" smtClean="0">
                <a:solidFill>
                  <a:srgbClr val="000000"/>
                </a:solidFill>
                <a:latin typeface="Arial"/>
              </a:rPr>
              <a:t>аудио</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видеозаписи</a:t>
            </a:r>
            <a:r>
              <a:rPr lang="ru-RU" sz="900" b="0" i="0" dirty="0" smtClean="0">
                <a:solidFill>
                  <a:srgbClr val="000000"/>
                </a:solidFill>
              </a:rPr>
              <a:t>. </a:t>
            </a:r>
          </a:p>
        </p:txBody>
      </p:sp>
    </p:spTree>
    <p:extLst>
      <p:ext uri="{BB962C8B-B14F-4D97-AF65-F5344CB8AC3E}">
        <p14:creationId xmlns:p14="http://schemas.microsoft.com/office/powerpoint/2010/main" val="1614877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зависимости</a:t>
            </a:r>
            <a:r>
              <a:rPr lang="ru-RU" sz="900" b="0" i="0" dirty="0" smtClean="0">
                <a:solidFill>
                  <a:srgbClr val="000000"/>
                </a:solidFill>
              </a:rPr>
              <a:t> </a:t>
            </a:r>
            <a:r>
              <a:rPr lang="ru-RU" sz="900" b="0" i="0" dirty="0" smtClean="0">
                <a:solidFill>
                  <a:srgbClr val="000000"/>
                </a:solidFill>
                <a:latin typeface="Arial"/>
              </a:rPr>
              <a:t>от</a:t>
            </a:r>
            <a:r>
              <a:rPr lang="ru-RU" sz="900" b="0" i="0" dirty="0" smtClean="0">
                <a:solidFill>
                  <a:srgbClr val="000000"/>
                </a:solidFill>
              </a:rPr>
              <a:t> </a:t>
            </a:r>
            <a:r>
              <a:rPr lang="ru-RU" sz="900" b="0" i="0" dirty="0" smtClean="0">
                <a:solidFill>
                  <a:srgbClr val="000000"/>
                </a:solidFill>
                <a:latin typeface="Arial"/>
              </a:rPr>
              <a:t>типа</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управления</a:t>
            </a:r>
            <a:r>
              <a:rPr lang="ru-RU" sz="900" b="0" i="0" dirty="0" smtClean="0">
                <a:solidFill>
                  <a:srgbClr val="000000"/>
                </a:solidFill>
              </a:rPr>
              <a:t> </a:t>
            </a:r>
            <a:r>
              <a:rPr lang="ru-RU" sz="900" b="0" i="0" dirty="0" smtClean="0">
                <a:solidFill>
                  <a:srgbClr val="000000"/>
                </a:solidFill>
                <a:latin typeface="Arial"/>
              </a:rPr>
              <a:t>цифровые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разделить</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структурированные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неструктурированные</a:t>
            </a:r>
            <a:r>
              <a:rPr lang="ru-RU" sz="900" b="0" i="0" dirty="0" smtClean="0">
                <a:solidFill>
                  <a:srgbClr val="000000"/>
                </a:solidFill>
              </a:rPr>
              <a:t>. </a:t>
            </a:r>
          </a:p>
          <a:p>
            <a:pPr indent="457200">
              <a:spcBef>
                <a:spcPts val="600"/>
              </a:spcBef>
            </a:pPr>
            <a:r>
              <a:rPr lang="ru-RU" sz="900" b="1" i="1" dirty="0" smtClean="0">
                <a:solidFill>
                  <a:srgbClr val="000000"/>
                </a:solidFill>
                <a:latin typeface="Arial"/>
              </a:rPr>
              <a:t>Структурированные</a:t>
            </a:r>
            <a:r>
              <a:rPr lang="ru-RU" sz="900" b="1" i="1" dirty="0" smtClean="0">
                <a:solidFill>
                  <a:srgbClr val="000000"/>
                </a:solidFill>
              </a:rPr>
              <a:t> </a:t>
            </a:r>
            <a:r>
              <a:rPr lang="ru-RU" sz="900" b="0" i="1"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упорядочены</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виде</a:t>
            </a:r>
            <a:r>
              <a:rPr lang="ru-RU" sz="900" b="0" i="0" dirty="0" smtClean="0">
                <a:solidFill>
                  <a:srgbClr val="000000"/>
                </a:solidFill>
              </a:rPr>
              <a:t> </a:t>
            </a:r>
            <a:r>
              <a:rPr lang="ru-RU" sz="900" b="0" i="0" dirty="0" smtClean="0">
                <a:solidFill>
                  <a:srgbClr val="000000"/>
                </a:solidFill>
                <a:latin typeface="Arial"/>
              </a:rPr>
              <a:t>фиксированных</a:t>
            </a:r>
            <a:r>
              <a:rPr lang="ru-RU" sz="900" b="0" i="0" dirty="0" smtClean="0">
                <a:solidFill>
                  <a:srgbClr val="000000"/>
                </a:solidFill>
              </a:rPr>
              <a:t> </a:t>
            </a:r>
            <a:r>
              <a:rPr lang="ru-RU" sz="900" b="0" i="0" dirty="0" smtClean="0">
                <a:solidFill>
                  <a:srgbClr val="000000"/>
                </a:solidFill>
                <a:latin typeface="Arial"/>
              </a:rPr>
              <a:t>полей</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записях</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файлах</a:t>
            </a:r>
            <a:r>
              <a:rPr lang="ru-RU" sz="900" b="0" i="0" dirty="0" smtClean="0">
                <a:solidFill>
                  <a:srgbClr val="000000"/>
                </a:solidFill>
              </a:rPr>
              <a:t>. </a:t>
            </a:r>
          </a:p>
          <a:p>
            <a:pPr indent="457200">
              <a:spcBef>
                <a:spcPts val="600"/>
              </a:spcBef>
            </a:pPr>
            <a:r>
              <a:rPr lang="ru-RU" sz="900" b="1" i="0" dirty="0" smtClean="0">
                <a:solidFill>
                  <a:srgbClr val="000000"/>
                </a:solidFill>
                <a:latin typeface="Arial"/>
              </a:rPr>
              <a:t>Для</a:t>
            </a:r>
            <a:r>
              <a:rPr lang="ru-RU" sz="900" b="1" i="0" dirty="0" smtClean="0">
                <a:solidFill>
                  <a:srgbClr val="000000"/>
                </a:solidFill>
              </a:rPr>
              <a:t> </a:t>
            </a:r>
            <a:r>
              <a:rPr lang="ru-RU" sz="900" b="1" i="0" dirty="0" smtClean="0">
                <a:solidFill>
                  <a:srgbClr val="000000"/>
                </a:solidFill>
                <a:latin typeface="Arial"/>
              </a:rPr>
              <a:t>структурирования</a:t>
            </a:r>
            <a:r>
              <a:rPr lang="ru-RU" sz="900" b="1" i="0" dirty="0" smtClean="0">
                <a:solidFill>
                  <a:srgbClr val="000000"/>
                </a:solidFill>
              </a:rPr>
              <a:t> </a:t>
            </a:r>
            <a:r>
              <a:rPr lang="ru-RU" sz="900" b="1" i="0" dirty="0" smtClean="0">
                <a:solidFill>
                  <a:srgbClr val="000000"/>
                </a:solidFill>
                <a:latin typeface="Arial"/>
              </a:rPr>
              <a:t>данных</a:t>
            </a:r>
            <a:r>
              <a:rPr lang="ru-RU" sz="900" b="1" i="0" dirty="0" smtClean="0">
                <a:solidFill>
                  <a:srgbClr val="000000"/>
                </a:solidFill>
              </a:rPr>
              <a:t> </a:t>
            </a:r>
            <a:r>
              <a:rPr lang="ru-RU" sz="900" b="1" i="0" dirty="0" smtClean="0">
                <a:solidFill>
                  <a:srgbClr val="000000"/>
                </a:solidFill>
                <a:latin typeface="Arial"/>
              </a:rPr>
              <a:t>необходима</a:t>
            </a:r>
            <a:r>
              <a:rPr lang="ru-RU" sz="900" b="1" i="0" dirty="0" smtClean="0">
                <a:solidFill>
                  <a:srgbClr val="000000"/>
                </a:solidFill>
              </a:rPr>
              <a:t> </a:t>
            </a:r>
            <a:r>
              <a:rPr lang="ru-RU" sz="900" b="1" i="0" dirty="0" smtClean="0">
                <a:solidFill>
                  <a:srgbClr val="000000"/>
                </a:solidFill>
                <a:latin typeface="Arial"/>
              </a:rPr>
              <a:t>модель</a:t>
            </a:r>
            <a:r>
              <a:rPr lang="ru-RU" sz="900" b="1" i="0" dirty="0" smtClean="0">
                <a:solidFill>
                  <a:srgbClr val="000000"/>
                </a:solidFill>
              </a:rPr>
              <a:t> </a:t>
            </a:r>
            <a:r>
              <a:rPr lang="ru-RU" sz="900" b="1" i="0" dirty="0" smtClean="0">
                <a:solidFill>
                  <a:srgbClr val="000000"/>
                </a:solidFill>
                <a:latin typeface="Arial"/>
              </a:rPr>
              <a:t>данных</a:t>
            </a:r>
            <a:r>
              <a:rPr lang="ru-RU" sz="900" b="1" i="0" dirty="0" smtClean="0">
                <a:solidFill>
                  <a:srgbClr val="000000"/>
                </a:solidFill>
              </a:rPr>
              <a:t>. </a:t>
            </a:r>
            <a:r>
              <a:rPr lang="ru-RU" sz="900" b="0" i="1" dirty="0" smtClean="0">
                <a:solidFill>
                  <a:srgbClr val="000000"/>
                </a:solidFill>
                <a:latin typeface="Arial"/>
              </a:rPr>
              <a:t>Модель</a:t>
            </a:r>
            <a:r>
              <a:rPr lang="ru-RU" sz="900" b="0" i="1" dirty="0" smtClean="0">
                <a:solidFill>
                  <a:srgbClr val="000000"/>
                </a:solidFill>
              </a:rPr>
              <a:t> </a:t>
            </a:r>
            <a:r>
              <a:rPr lang="ru-RU" sz="900" b="0" i="1"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определяет</a:t>
            </a:r>
            <a:r>
              <a:rPr lang="ru-RU" sz="900" b="0" i="0" dirty="0" smtClean="0">
                <a:solidFill>
                  <a:srgbClr val="000000"/>
                </a:solidFill>
              </a:rPr>
              <a:t> </a:t>
            </a:r>
            <a:r>
              <a:rPr lang="ru-RU" sz="900" b="0" i="0" dirty="0" smtClean="0">
                <a:solidFill>
                  <a:srgbClr val="000000"/>
                </a:solidFill>
                <a:latin typeface="Arial"/>
              </a:rPr>
              <a:t>формат</a:t>
            </a:r>
            <a:r>
              <a:rPr lang="ru-RU" sz="900" b="0" i="0" dirty="0" smtClean="0">
                <a:solidFill>
                  <a:srgbClr val="000000"/>
                </a:solidFill>
              </a:rPr>
              <a:t> </a:t>
            </a:r>
            <a:r>
              <a:rPr lang="ru-RU" sz="900" b="0" i="0" dirty="0" smtClean="0">
                <a:solidFill>
                  <a:srgbClr val="000000"/>
                </a:solidFill>
                <a:latin typeface="Arial"/>
              </a:rPr>
              <a:t>упорядочивания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указывает</a:t>
            </a:r>
            <a:r>
              <a:rPr lang="ru-RU" sz="900" b="0" i="0" dirty="0" smtClean="0">
                <a:solidFill>
                  <a:srgbClr val="000000"/>
                </a:solidFill>
              </a:rPr>
              <a:t>, </a:t>
            </a:r>
            <a:r>
              <a:rPr lang="ru-RU" sz="900" b="0" i="0" dirty="0" smtClean="0">
                <a:solidFill>
                  <a:srgbClr val="000000"/>
                </a:solidFill>
                <a:latin typeface="Arial"/>
              </a:rPr>
              <a:t>каким</a:t>
            </a:r>
            <a:r>
              <a:rPr lang="ru-RU" sz="900" b="0" i="0" dirty="0" smtClean="0">
                <a:solidFill>
                  <a:srgbClr val="000000"/>
                </a:solidFill>
              </a:rPr>
              <a:t> </a:t>
            </a:r>
            <a:r>
              <a:rPr lang="ru-RU" sz="900" b="0" i="0" dirty="0" smtClean="0">
                <a:solidFill>
                  <a:srgbClr val="000000"/>
                </a:solidFill>
                <a:latin typeface="Arial"/>
              </a:rPr>
              <a:t>образом</a:t>
            </a:r>
            <a:r>
              <a:rPr lang="ru-RU" sz="900" b="0" i="0" dirty="0" smtClean="0">
                <a:solidFill>
                  <a:srgbClr val="000000"/>
                </a:solidFill>
              </a:rPr>
              <a:t> </a:t>
            </a:r>
            <a:r>
              <a:rPr lang="ru-RU" sz="900" b="0" i="0" dirty="0" smtClean="0">
                <a:solidFill>
                  <a:srgbClr val="000000"/>
                </a:solidFill>
                <a:latin typeface="Arial"/>
              </a:rPr>
              <a:t>различные</a:t>
            </a:r>
            <a:r>
              <a:rPr lang="ru-RU" sz="900" b="0" i="0" dirty="0" smtClean="0">
                <a:solidFill>
                  <a:srgbClr val="000000"/>
                </a:solidFill>
              </a:rPr>
              <a:t> </a:t>
            </a:r>
            <a:r>
              <a:rPr lang="ru-RU" sz="900" b="0" i="0" dirty="0" smtClean="0">
                <a:solidFill>
                  <a:srgbClr val="000000"/>
                </a:solidFill>
                <a:latin typeface="Arial"/>
              </a:rPr>
              <a:t>элементы</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связаны</a:t>
            </a:r>
            <a:r>
              <a:rPr lang="ru-RU" sz="900" b="0" i="0" dirty="0" smtClean="0">
                <a:solidFill>
                  <a:srgbClr val="000000"/>
                </a:solidFill>
              </a:rPr>
              <a:t> </a:t>
            </a:r>
            <a:r>
              <a:rPr lang="ru-RU" sz="900" b="0" i="0" dirty="0" smtClean="0">
                <a:solidFill>
                  <a:srgbClr val="000000"/>
                </a:solidFill>
                <a:latin typeface="Arial"/>
              </a:rPr>
              <a:t>друг</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другом</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реляционных</a:t>
            </a:r>
            <a:r>
              <a:rPr lang="ru-RU" sz="900" b="0" i="0" dirty="0" smtClean="0">
                <a:solidFill>
                  <a:srgbClr val="000000"/>
                </a:solidFill>
              </a:rPr>
              <a:t> </a:t>
            </a:r>
            <a:r>
              <a:rPr lang="ru-RU" sz="900" b="0" i="0" dirty="0" smtClean="0">
                <a:solidFill>
                  <a:srgbClr val="000000"/>
                </a:solidFill>
                <a:latin typeface="Arial"/>
              </a:rPr>
              <a:t>базах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структурированы</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строках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столбцах</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таблицах</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именами</a:t>
            </a:r>
            <a:r>
              <a:rPr lang="ru-RU" sz="900" b="0" i="0" dirty="0" smtClean="0">
                <a:solidFill>
                  <a:srgbClr val="000000"/>
                </a:solidFill>
              </a:rPr>
              <a:t>. </a:t>
            </a:r>
          </a:p>
          <a:p>
            <a:pPr indent="457200">
              <a:spcBef>
                <a:spcPts val="600"/>
              </a:spcBef>
            </a:pPr>
            <a:r>
              <a:rPr lang="ru-RU" sz="900" b="1" i="1" dirty="0" smtClean="0">
                <a:solidFill>
                  <a:srgbClr val="000000"/>
                </a:solidFill>
                <a:latin typeface="Arial"/>
              </a:rPr>
              <a:t>Частично</a:t>
            </a:r>
            <a:r>
              <a:rPr lang="ru-RU" sz="900" b="1" i="1" dirty="0" smtClean="0">
                <a:solidFill>
                  <a:srgbClr val="000000"/>
                </a:solidFill>
              </a:rPr>
              <a:t> </a:t>
            </a:r>
            <a:r>
              <a:rPr lang="ru-RU" sz="900" b="1" i="1" dirty="0" smtClean="0">
                <a:solidFill>
                  <a:srgbClr val="000000"/>
                </a:solidFill>
                <a:latin typeface="Arial"/>
              </a:rPr>
              <a:t>структурированные</a:t>
            </a:r>
            <a:r>
              <a:rPr lang="ru-RU" sz="900" b="1" i="1" dirty="0" smtClean="0">
                <a:solidFill>
                  <a:srgbClr val="000000"/>
                </a:solidFill>
              </a:rPr>
              <a:t> </a:t>
            </a:r>
            <a:r>
              <a:rPr lang="ru-RU" sz="900" b="0" i="1"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не</a:t>
            </a:r>
            <a:r>
              <a:rPr lang="ru-RU" sz="900" b="0" i="0" dirty="0" smtClean="0">
                <a:solidFill>
                  <a:srgbClr val="000000"/>
                </a:solidFill>
              </a:rPr>
              <a:t> </a:t>
            </a:r>
            <a:r>
              <a:rPr lang="ru-RU" sz="900" b="0" i="0" dirty="0" smtClean="0">
                <a:solidFill>
                  <a:srgbClr val="000000"/>
                </a:solidFill>
                <a:latin typeface="Arial"/>
              </a:rPr>
              <a:t>имеют</a:t>
            </a:r>
            <a:r>
              <a:rPr lang="ru-RU" sz="900" b="0" i="0" dirty="0" smtClean="0">
                <a:solidFill>
                  <a:srgbClr val="000000"/>
                </a:solidFill>
              </a:rPr>
              <a:t> </a:t>
            </a:r>
            <a:r>
              <a:rPr lang="ru-RU" sz="900" b="0" i="0" dirty="0" smtClean="0">
                <a:solidFill>
                  <a:srgbClr val="000000"/>
                </a:solidFill>
                <a:latin typeface="Arial"/>
              </a:rPr>
              <a:t>формальной</a:t>
            </a:r>
            <a:r>
              <a:rPr lang="ru-RU" sz="900" b="0" i="0" dirty="0" smtClean="0">
                <a:solidFill>
                  <a:srgbClr val="000000"/>
                </a:solidFill>
              </a:rPr>
              <a:t> </a:t>
            </a:r>
            <a:r>
              <a:rPr lang="ru-RU" sz="900" b="0" i="0" dirty="0" smtClean="0">
                <a:solidFill>
                  <a:srgbClr val="000000"/>
                </a:solidFill>
                <a:latin typeface="Arial"/>
              </a:rPr>
              <a:t>модели</a:t>
            </a:r>
            <a:r>
              <a:rPr lang="ru-RU" sz="900" b="0" i="0" dirty="0" smtClean="0">
                <a:solidFill>
                  <a:srgbClr val="000000"/>
                </a:solidFill>
              </a:rPr>
              <a:t>, </a:t>
            </a:r>
            <a:r>
              <a:rPr lang="ru-RU" sz="900" b="0" i="0" dirty="0" smtClean="0">
                <a:solidFill>
                  <a:srgbClr val="000000"/>
                </a:solidFill>
                <a:latin typeface="Arial"/>
              </a:rPr>
              <a:t>но</a:t>
            </a:r>
            <a:r>
              <a:rPr lang="ru-RU" sz="900" b="0" i="0" dirty="0" smtClean="0">
                <a:solidFill>
                  <a:srgbClr val="000000"/>
                </a:solidFill>
              </a:rPr>
              <a:t> </a:t>
            </a:r>
            <a:r>
              <a:rPr lang="ru-RU" sz="900" b="0" i="0" dirty="0" smtClean="0">
                <a:solidFill>
                  <a:srgbClr val="000000"/>
                </a:solidFill>
                <a:latin typeface="Arial"/>
              </a:rPr>
              <a:t>обладают</a:t>
            </a:r>
            <a:r>
              <a:rPr lang="ru-RU" sz="900" b="0" i="0" dirty="0" smtClean="0">
                <a:solidFill>
                  <a:srgbClr val="000000"/>
                </a:solidFill>
              </a:rPr>
              <a:t> </a:t>
            </a:r>
            <a:r>
              <a:rPr lang="ru-RU" sz="900" b="0" i="0" dirty="0" smtClean="0">
                <a:solidFill>
                  <a:srgbClr val="000000"/>
                </a:solidFill>
                <a:latin typeface="Arial"/>
              </a:rPr>
              <a:t>явной</a:t>
            </a:r>
            <a:r>
              <a:rPr lang="ru-RU" sz="900" b="0" i="0" dirty="0" smtClean="0">
                <a:solidFill>
                  <a:srgbClr val="000000"/>
                </a:solidFill>
              </a:rPr>
              <a:t> </a:t>
            </a:r>
            <a:r>
              <a:rPr lang="ru-RU" sz="900" b="1" i="0" dirty="0" smtClean="0">
                <a:solidFill>
                  <a:srgbClr val="000000"/>
                </a:solidFill>
                <a:latin typeface="Arial"/>
              </a:rPr>
              <a:t>самоописываемой</a:t>
            </a:r>
            <a:r>
              <a:rPr lang="ru-RU" sz="900" b="1" i="0" dirty="0" smtClean="0">
                <a:solidFill>
                  <a:srgbClr val="000000"/>
                </a:solidFill>
              </a:rPr>
              <a:t> </a:t>
            </a:r>
            <a:r>
              <a:rPr lang="ru-RU" sz="900" b="1" i="0" dirty="0" smtClean="0">
                <a:solidFill>
                  <a:srgbClr val="000000"/>
                </a:solidFill>
                <a:latin typeface="Arial"/>
              </a:rPr>
              <a:t>организацией</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структурой</a:t>
            </a:r>
            <a:r>
              <a:rPr lang="ru-RU" sz="900" b="1"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dirty="0" smtClean="0">
                <a:solidFill>
                  <a:srgbClr val="000000"/>
                </a:solidFill>
                <a:latin typeface="Arial"/>
              </a:rPr>
              <a:t>обеспечивают</a:t>
            </a:r>
            <a:r>
              <a:rPr lang="ru-RU" sz="900" b="0" i="0" dirty="0" smtClean="0">
                <a:solidFill>
                  <a:srgbClr val="000000"/>
                </a:solidFill>
              </a:rPr>
              <a:t> </a:t>
            </a:r>
            <a:r>
              <a:rPr lang="ru-RU" sz="900" b="0" i="0" dirty="0" smtClean="0">
                <a:solidFill>
                  <a:srgbClr val="000000"/>
                </a:solidFill>
                <a:latin typeface="Arial"/>
              </a:rPr>
              <a:t>возможность</a:t>
            </a:r>
            <a:r>
              <a:rPr lang="ru-RU" sz="900" b="0" i="0" dirty="0" smtClean="0">
                <a:solidFill>
                  <a:srgbClr val="000000"/>
                </a:solidFill>
              </a:rPr>
              <a:t> </a:t>
            </a:r>
            <a:r>
              <a:rPr lang="ru-RU" sz="900" b="0" i="0" dirty="0" smtClean="0">
                <a:solidFill>
                  <a:srgbClr val="000000"/>
                </a:solidFill>
                <a:latin typeface="Arial"/>
              </a:rPr>
              <a:t>анализа</a:t>
            </a:r>
            <a:r>
              <a:rPr lang="ru-RU" sz="900" b="0" i="0" dirty="0" smtClean="0">
                <a:solidFill>
                  <a:srgbClr val="000000"/>
                </a:solidFill>
              </a:rPr>
              <a:t> </a:t>
            </a:r>
            <a:r>
              <a:rPr lang="ru-RU" sz="900" b="0" i="0" dirty="0" smtClean="0">
                <a:solidFill>
                  <a:srgbClr val="000000"/>
                </a:solidFill>
                <a:latin typeface="Arial"/>
              </a:rPr>
              <a:t>этих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Примеры</a:t>
            </a:r>
            <a:r>
              <a:rPr lang="ru-RU" sz="900" b="0" i="0" dirty="0" smtClean="0">
                <a:solidFill>
                  <a:srgbClr val="000000"/>
                </a:solidFill>
              </a:rPr>
              <a:t> </a:t>
            </a:r>
            <a:r>
              <a:rPr lang="ru-RU" sz="900" b="0" i="0" dirty="0" smtClean="0">
                <a:solidFill>
                  <a:srgbClr val="000000"/>
                </a:solidFill>
                <a:latin typeface="Arial"/>
              </a:rPr>
              <a:t>частично</a:t>
            </a:r>
            <a:r>
              <a:rPr lang="ru-RU" sz="900" b="0" i="0" dirty="0" smtClean="0">
                <a:solidFill>
                  <a:srgbClr val="000000"/>
                </a:solidFill>
              </a:rPr>
              <a:t> </a:t>
            </a:r>
            <a:r>
              <a:rPr lang="ru-RU" sz="900" b="0" i="0" dirty="0" smtClean="0">
                <a:solidFill>
                  <a:srgbClr val="000000"/>
                </a:solidFill>
                <a:latin typeface="Arial"/>
              </a:rPr>
              <a:t>структурированных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электронные</a:t>
            </a:r>
            <a:r>
              <a:rPr lang="ru-RU" sz="900" b="0" i="0" dirty="0" smtClean="0">
                <a:solidFill>
                  <a:srgbClr val="000000"/>
                </a:solidFill>
              </a:rPr>
              <a:t> </a:t>
            </a:r>
            <a:r>
              <a:rPr lang="ru-RU" sz="900" b="0" i="0" dirty="0" smtClean="0">
                <a:solidFill>
                  <a:srgbClr val="000000"/>
                </a:solidFill>
                <a:latin typeface="Arial"/>
              </a:rPr>
              <a:t>таблицы</a:t>
            </a:r>
            <a:r>
              <a:rPr lang="ru-RU" sz="900" b="0" i="0" dirty="0" smtClean="0">
                <a:solidFill>
                  <a:srgbClr val="000000"/>
                </a:solidFill>
              </a:rPr>
              <a:t>, </a:t>
            </a:r>
            <a:r>
              <a:rPr lang="ru-RU" sz="900" b="0" i="0" dirty="0" smtClean="0">
                <a:solidFill>
                  <a:srgbClr val="000000"/>
                </a:solidFill>
                <a:latin typeface="Arial"/>
              </a:rPr>
              <a:t>структурно</a:t>
            </a:r>
            <a:r>
              <a:rPr lang="ru-RU" sz="900" b="0" i="0" dirty="0" smtClean="0">
                <a:solidFill>
                  <a:srgbClr val="000000"/>
                </a:solidFill>
              </a:rPr>
              <a:t> </a:t>
            </a:r>
            <a:r>
              <a:rPr lang="ru-RU" sz="900" b="0" i="0" dirty="0" smtClean="0">
                <a:solidFill>
                  <a:srgbClr val="000000"/>
                </a:solidFill>
                <a:latin typeface="Arial"/>
              </a:rPr>
              <a:t>состоящие</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строк</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столбцов</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XML-</a:t>
            </a:r>
            <a:r>
              <a:rPr lang="ru-RU" sz="900" b="0" i="0" dirty="0" smtClean="0">
                <a:solidFill>
                  <a:srgbClr val="000000"/>
                </a:solidFill>
                <a:latin typeface="Arial"/>
              </a:rPr>
              <a:t>файлы</a:t>
            </a:r>
            <a:r>
              <a:rPr lang="ru-RU" sz="900" b="0" i="0" dirty="0" smtClean="0">
                <a:solidFill>
                  <a:srgbClr val="000000"/>
                </a:solidFill>
              </a:rPr>
              <a:t>, </a:t>
            </a:r>
            <a:r>
              <a:rPr lang="ru-RU" sz="900" b="0" i="0" dirty="0" smtClean="0">
                <a:solidFill>
                  <a:srgbClr val="000000"/>
                </a:solidFill>
                <a:latin typeface="Arial"/>
              </a:rPr>
              <a:t>определяемые</a:t>
            </a:r>
            <a:r>
              <a:rPr lang="ru-RU" sz="900" b="0" i="0" dirty="0" smtClean="0">
                <a:solidFill>
                  <a:srgbClr val="000000"/>
                </a:solidFill>
              </a:rPr>
              <a:t> </a:t>
            </a:r>
            <a:r>
              <a:rPr lang="ru-RU" sz="900" b="0" i="0" dirty="0" smtClean="0">
                <a:solidFill>
                  <a:srgbClr val="000000"/>
                </a:solidFill>
                <a:latin typeface="Arial"/>
              </a:rPr>
              <a:t>схемой</a:t>
            </a:r>
            <a:r>
              <a:rPr lang="ru-RU" sz="900" b="0" i="0" dirty="0" smtClean="0">
                <a:solidFill>
                  <a:srgbClr val="000000"/>
                </a:solidFill>
              </a:rPr>
              <a:t> XML. </a:t>
            </a:r>
          </a:p>
          <a:p>
            <a:pPr indent="457200">
              <a:spcBef>
                <a:spcPts val="600"/>
              </a:spcBef>
            </a:pPr>
            <a:r>
              <a:rPr lang="ru-RU" sz="900" b="1" i="1" dirty="0" err="1" smtClean="0">
                <a:solidFill>
                  <a:srgbClr val="000000"/>
                </a:solidFill>
                <a:latin typeface="Arial"/>
              </a:rPr>
              <a:t>Квазиструктурированные</a:t>
            </a:r>
            <a:r>
              <a:rPr lang="ru-RU" sz="900" b="1" i="1" dirty="0" smtClean="0">
                <a:solidFill>
                  <a:srgbClr val="000000"/>
                </a:solidFill>
              </a:rPr>
              <a:t> </a:t>
            </a:r>
            <a:r>
              <a:rPr lang="ru-RU" sz="900" b="0" i="1"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состоят</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текстовых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разнообразных</a:t>
            </a:r>
            <a:r>
              <a:rPr lang="ru-RU" sz="900" b="0" i="0" dirty="0" smtClean="0">
                <a:solidFill>
                  <a:srgbClr val="000000"/>
                </a:solidFill>
              </a:rPr>
              <a:t> </a:t>
            </a:r>
            <a:r>
              <a:rPr lang="ru-RU" sz="900" b="0" i="0" dirty="0" smtClean="0">
                <a:solidFill>
                  <a:srgbClr val="000000"/>
                </a:solidFill>
                <a:latin typeface="Arial"/>
              </a:rPr>
              <a:t>форматов</a:t>
            </a:r>
            <a:r>
              <a:rPr lang="ru-RU" sz="900" b="0"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форматировать</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некоторыми</a:t>
            </a:r>
            <a:r>
              <a:rPr lang="ru-RU" sz="900" b="0" i="0" dirty="0" smtClean="0">
                <a:solidFill>
                  <a:srgbClr val="000000"/>
                </a:solidFill>
              </a:rPr>
              <a:t> </a:t>
            </a:r>
            <a:r>
              <a:rPr lang="ru-RU" sz="900" b="0" i="0" dirty="0" smtClean="0">
                <a:solidFill>
                  <a:srgbClr val="000000"/>
                </a:solidFill>
                <a:latin typeface="Arial"/>
              </a:rPr>
              <a:t>трудностями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затратами</a:t>
            </a:r>
            <a:r>
              <a:rPr lang="ru-RU" sz="900" b="0" i="0" dirty="0" smtClean="0">
                <a:solidFill>
                  <a:srgbClr val="000000"/>
                </a:solidFill>
              </a:rPr>
              <a:t> </a:t>
            </a:r>
            <a:r>
              <a:rPr lang="ru-RU" sz="900" b="0" i="0" dirty="0" smtClean="0">
                <a:solidFill>
                  <a:srgbClr val="000000"/>
                </a:solidFill>
                <a:latin typeface="Arial"/>
              </a:rPr>
              <a:t>времени</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помощью</a:t>
            </a:r>
            <a:r>
              <a:rPr lang="ru-RU" sz="900" b="0" i="0" dirty="0" smtClean="0">
                <a:solidFill>
                  <a:srgbClr val="000000"/>
                </a:solidFill>
              </a:rPr>
              <a:t> </a:t>
            </a:r>
            <a:r>
              <a:rPr lang="ru-RU" sz="900" b="0" i="0" dirty="0" smtClean="0">
                <a:solidFill>
                  <a:srgbClr val="000000"/>
                </a:solidFill>
                <a:latin typeface="Arial"/>
              </a:rPr>
              <a:t>программных</a:t>
            </a:r>
            <a:r>
              <a:rPr lang="ru-RU" sz="900" b="0" i="0" dirty="0" smtClean="0">
                <a:solidFill>
                  <a:srgbClr val="000000"/>
                </a:solidFill>
              </a:rPr>
              <a:t> </a:t>
            </a:r>
            <a:r>
              <a:rPr lang="ru-RU" sz="900" b="0" i="0" dirty="0" smtClean="0">
                <a:solidFill>
                  <a:srgbClr val="000000"/>
                </a:solidFill>
                <a:latin typeface="Arial"/>
              </a:rPr>
              <a:t>инструментов</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качестве</a:t>
            </a:r>
            <a:r>
              <a:rPr lang="ru-RU" sz="900" b="0" i="0" dirty="0" smtClean="0">
                <a:solidFill>
                  <a:srgbClr val="000000"/>
                </a:solidFill>
              </a:rPr>
              <a:t> </a:t>
            </a:r>
            <a:r>
              <a:rPr lang="ru-RU" sz="900" b="0" i="0" dirty="0" smtClean="0">
                <a:solidFill>
                  <a:srgbClr val="000000"/>
                </a:solidFill>
                <a:latin typeface="Arial"/>
              </a:rPr>
              <a:t>примера</a:t>
            </a:r>
            <a:r>
              <a:rPr lang="ru-RU" sz="900" b="0" i="0" dirty="0" smtClean="0">
                <a:solidFill>
                  <a:srgbClr val="000000"/>
                </a:solidFill>
              </a:rPr>
              <a:t> </a:t>
            </a:r>
            <a:r>
              <a:rPr lang="ru-RU" sz="900" b="0" i="0" dirty="0" smtClean="0">
                <a:solidFill>
                  <a:srgbClr val="000000"/>
                </a:solidFill>
                <a:latin typeface="Arial"/>
              </a:rPr>
              <a:t>квазиструктурированных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привести</a:t>
            </a:r>
            <a:r>
              <a:rPr lang="ru-RU" sz="900" b="0" i="0" dirty="0" smtClean="0">
                <a:solidFill>
                  <a:srgbClr val="000000"/>
                </a:solidFill>
              </a:rPr>
              <a:t> «</a:t>
            </a:r>
            <a:r>
              <a:rPr lang="ru-RU" sz="900" b="0" i="0" dirty="0" smtClean="0">
                <a:solidFill>
                  <a:srgbClr val="000000"/>
                </a:solidFill>
                <a:latin typeface="Arial"/>
              </a:rPr>
              <a:t>поток</a:t>
            </a:r>
            <a:r>
              <a:rPr lang="ru-RU" sz="900" b="0" i="0" dirty="0" smtClean="0">
                <a:solidFill>
                  <a:srgbClr val="000000"/>
                </a:solidFill>
              </a:rPr>
              <a:t> </a:t>
            </a:r>
            <a:r>
              <a:rPr lang="ru-RU" sz="900" b="0" i="0" dirty="0" smtClean="0">
                <a:solidFill>
                  <a:srgbClr val="000000"/>
                </a:solidFill>
                <a:latin typeface="Arial"/>
              </a:rPr>
              <a:t>кликов</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путь</a:t>
            </a:r>
            <a:r>
              <a:rPr lang="ru-RU" sz="900" b="0" i="0" dirty="0" smtClean="0">
                <a:solidFill>
                  <a:srgbClr val="000000"/>
                </a:solidFill>
              </a:rPr>
              <a:t> </a:t>
            </a:r>
            <a:r>
              <a:rPr lang="ru-RU" sz="900" b="0" i="0" dirty="0" smtClean="0">
                <a:solidFill>
                  <a:srgbClr val="000000"/>
                </a:solidFill>
                <a:latin typeface="Arial"/>
              </a:rPr>
              <a:t>кликов</a:t>
            </a:r>
            <a:r>
              <a:rPr lang="ru-RU" sz="900" b="0" i="0" dirty="0" smtClean="0">
                <a:solidFill>
                  <a:srgbClr val="000000"/>
                </a:solidFill>
              </a:rPr>
              <a:t>», </a:t>
            </a:r>
            <a:r>
              <a:rPr lang="ru-RU" sz="900" b="0" i="0" dirty="0" smtClean="0">
                <a:solidFill>
                  <a:srgbClr val="000000"/>
                </a:solidFill>
                <a:latin typeface="Arial"/>
              </a:rPr>
              <a:t>который</a:t>
            </a:r>
            <a:r>
              <a:rPr lang="ru-RU" sz="900" b="0" i="0" dirty="0" smtClean="0">
                <a:solidFill>
                  <a:srgbClr val="000000"/>
                </a:solidFill>
              </a:rPr>
              <a:t> </a:t>
            </a:r>
            <a:r>
              <a:rPr lang="ru-RU" sz="900" b="0" i="0" dirty="0" smtClean="0">
                <a:solidFill>
                  <a:srgbClr val="000000"/>
                </a:solidFill>
                <a:latin typeface="Arial"/>
              </a:rPr>
              <a:t>включает</a:t>
            </a:r>
            <a:r>
              <a:rPr lang="ru-RU" sz="900" b="0" i="0" dirty="0" smtClean="0">
                <a:solidFill>
                  <a:srgbClr val="000000"/>
                </a:solidFill>
              </a:rPr>
              <a:t> </a:t>
            </a:r>
            <a:r>
              <a:rPr lang="ru-RU" sz="900" b="1" i="0" dirty="0" smtClean="0">
                <a:solidFill>
                  <a:srgbClr val="000000"/>
                </a:solidFill>
                <a:latin typeface="Arial"/>
              </a:rPr>
              <a:t>данные</a:t>
            </a:r>
            <a:r>
              <a:rPr lang="ru-RU" sz="900" b="1" i="0" dirty="0" smtClean="0">
                <a:solidFill>
                  <a:srgbClr val="000000"/>
                </a:solidFill>
              </a:rPr>
              <a:t> </a:t>
            </a:r>
            <a:r>
              <a:rPr lang="ru-RU" sz="900" b="1" i="0" dirty="0" smtClean="0">
                <a:solidFill>
                  <a:srgbClr val="000000"/>
                </a:solidFill>
                <a:latin typeface="Arial"/>
              </a:rPr>
              <a:t>о</a:t>
            </a:r>
            <a:r>
              <a:rPr lang="ru-RU" sz="900" b="1" i="0" dirty="0" smtClean="0">
                <a:solidFill>
                  <a:srgbClr val="000000"/>
                </a:solidFill>
              </a:rPr>
              <a:t> </a:t>
            </a:r>
            <a:r>
              <a:rPr lang="ru-RU" sz="900" b="1" i="0" dirty="0" smtClean="0">
                <a:solidFill>
                  <a:srgbClr val="000000"/>
                </a:solidFill>
                <a:latin typeface="Arial"/>
              </a:rPr>
              <a:t>веб</a:t>
            </a:r>
            <a:r>
              <a:rPr lang="ru-RU" sz="900" b="1" i="0" dirty="0" smtClean="0">
                <a:solidFill>
                  <a:srgbClr val="000000"/>
                </a:solidFill>
              </a:rPr>
              <a:t>-</a:t>
            </a:r>
            <a:r>
              <a:rPr lang="ru-RU" sz="900" b="1" i="0" dirty="0" smtClean="0">
                <a:solidFill>
                  <a:srgbClr val="000000"/>
                </a:solidFill>
                <a:latin typeface="Arial"/>
              </a:rPr>
              <a:t>страницах</a:t>
            </a:r>
            <a:r>
              <a:rPr lang="ru-RU" sz="900" b="1" i="0" dirty="0" smtClean="0">
                <a:solidFill>
                  <a:srgbClr val="000000"/>
                </a:solidFill>
              </a:rPr>
              <a:t>, </a:t>
            </a:r>
            <a:r>
              <a:rPr lang="ru-RU" sz="900" b="1" i="0" dirty="0" smtClean="0">
                <a:solidFill>
                  <a:srgbClr val="000000"/>
                </a:solidFill>
                <a:latin typeface="Arial"/>
              </a:rPr>
              <a:t>посещенных</a:t>
            </a:r>
            <a:r>
              <a:rPr lang="ru-RU" sz="900" b="1" i="0" dirty="0" smtClean="0">
                <a:solidFill>
                  <a:srgbClr val="000000"/>
                </a:solidFill>
              </a:rPr>
              <a:t> </a:t>
            </a:r>
            <a:r>
              <a:rPr lang="ru-RU" sz="900" b="1" i="0" dirty="0" smtClean="0">
                <a:solidFill>
                  <a:srgbClr val="000000"/>
                </a:solidFill>
                <a:latin typeface="Arial"/>
              </a:rPr>
              <a:t>пользователями</a:t>
            </a:r>
            <a:r>
              <a:rPr lang="ru-RU" sz="900" b="1" i="0" dirty="0" smtClean="0">
                <a:solidFill>
                  <a:srgbClr val="000000"/>
                </a:solidFill>
              </a:rPr>
              <a:t>, </a:t>
            </a:r>
            <a:r>
              <a:rPr lang="ru-RU" sz="900" b="1" i="0" dirty="0" smtClean="0">
                <a:solidFill>
                  <a:srgbClr val="000000"/>
                </a:solidFill>
                <a:latin typeface="Arial"/>
              </a:rPr>
              <a:t>порядке</a:t>
            </a:r>
            <a:r>
              <a:rPr lang="ru-RU" sz="900" b="1" i="0" dirty="0" smtClean="0">
                <a:solidFill>
                  <a:srgbClr val="000000"/>
                </a:solidFill>
              </a:rPr>
              <a:t> </a:t>
            </a:r>
            <a:r>
              <a:rPr lang="ru-RU" sz="900" b="1" i="0" dirty="0" smtClean="0">
                <a:solidFill>
                  <a:srgbClr val="000000"/>
                </a:solidFill>
                <a:latin typeface="Arial"/>
              </a:rPr>
              <a:t>их</a:t>
            </a:r>
            <a:r>
              <a:rPr lang="ru-RU" sz="900" b="1" i="0" dirty="0" smtClean="0">
                <a:solidFill>
                  <a:srgbClr val="000000"/>
                </a:solidFill>
              </a:rPr>
              <a:t> </a:t>
            </a:r>
            <a:r>
              <a:rPr lang="ru-RU" sz="900" b="1" i="0" dirty="0" smtClean="0">
                <a:solidFill>
                  <a:srgbClr val="000000"/>
                </a:solidFill>
                <a:latin typeface="Arial"/>
              </a:rPr>
              <a:t>посещения</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результатах</a:t>
            </a:r>
            <a:r>
              <a:rPr lang="ru-RU" sz="900" b="1" i="0" dirty="0" smtClean="0">
                <a:solidFill>
                  <a:srgbClr val="000000"/>
                </a:solidFill>
              </a:rPr>
              <a:t> </a:t>
            </a:r>
            <a:r>
              <a:rPr lang="ru-RU" sz="900" b="1" i="0" dirty="0" smtClean="0">
                <a:solidFill>
                  <a:srgbClr val="000000"/>
                </a:solidFill>
                <a:latin typeface="Arial"/>
              </a:rPr>
              <a:t>последовательных</a:t>
            </a:r>
            <a:r>
              <a:rPr lang="ru-RU" sz="900" b="1" i="0" dirty="0" smtClean="0">
                <a:solidFill>
                  <a:srgbClr val="000000"/>
                </a:solidFill>
              </a:rPr>
              <a:t> </a:t>
            </a:r>
            <a:r>
              <a:rPr lang="ru-RU" sz="900" b="1" i="0" dirty="0" smtClean="0">
                <a:solidFill>
                  <a:srgbClr val="000000"/>
                </a:solidFill>
                <a:latin typeface="Arial"/>
              </a:rPr>
              <a:t>кликов</a:t>
            </a:r>
            <a:r>
              <a:rPr lang="ru-RU" sz="900" b="1" i="0" dirty="0" smtClean="0">
                <a:solidFill>
                  <a:srgbClr val="000000"/>
                </a:solidFill>
              </a:rPr>
              <a:t> </a:t>
            </a:r>
            <a:r>
              <a:rPr lang="ru-RU" sz="900" b="1" i="0" dirty="0" smtClean="0">
                <a:solidFill>
                  <a:srgbClr val="000000"/>
                </a:solidFill>
                <a:latin typeface="Arial"/>
              </a:rPr>
              <a:t>мыши</a:t>
            </a:r>
            <a:r>
              <a:rPr lang="ru-RU" sz="900" b="0" i="0" dirty="0" smtClean="0">
                <a:solidFill>
                  <a:srgbClr val="000000"/>
                </a:solidFill>
              </a:rPr>
              <a:t>, </a:t>
            </a:r>
            <a:r>
              <a:rPr lang="ru-RU" sz="900" b="0" i="0" dirty="0" smtClean="0">
                <a:solidFill>
                  <a:srgbClr val="000000"/>
                </a:solidFill>
                <a:latin typeface="Arial"/>
              </a:rPr>
              <a:t>сделанных</a:t>
            </a:r>
            <a:r>
              <a:rPr lang="ru-RU" sz="900" b="0" i="0" dirty="0" smtClean="0">
                <a:solidFill>
                  <a:srgbClr val="000000"/>
                </a:solidFill>
              </a:rPr>
              <a:t> </a:t>
            </a:r>
            <a:r>
              <a:rPr lang="ru-RU" sz="900" b="0" i="0" dirty="0" smtClean="0">
                <a:solidFill>
                  <a:srgbClr val="000000"/>
                </a:solidFill>
                <a:latin typeface="Arial"/>
              </a:rPr>
              <a:t>пользователями</a:t>
            </a:r>
            <a:r>
              <a:rPr lang="ru-RU" sz="900" b="0" i="0" dirty="0" smtClean="0">
                <a:solidFill>
                  <a:srgbClr val="000000"/>
                </a:solidFill>
              </a:rPr>
              <a:t>. </a:t>
            </a:r>
            <a:r>
              <a:rPr lang="ru-RU" sz="900" b="0" i="0" dirty="0" smtClean="0">
                <a:solidFill>
                  <a:srgbClr val="000000"/>
                </a:solidFill>
                <a:latin typeface="Arial"/>
              </a:rPr>
              <a:t>Поток</a:t>
            </a:r>
            <a:r>
              <a:rPr lang="ru-RU" sz="900" b="0" i="0" dirty="0" smtClean="0">
                <a:solidFill>
                  <a:srgbClr val="000000"/>
                </a:solidFill>
              </a:rPr>
              <a:t> </a:t>
            </a:r>
            <a:r>
              <a:rPr lang="ru-RU" sz="900" b="0" i="0" dirty="0" smtClean="0">
                <a:solidFill>
                  <a:srgbClr val="000000"/>
                </a:solidFill>
                <a:latin typeface="Arial"/>
              </a:rPr>
              <a:t>кликов</a:t>
            </a:r>
            <a:r>
              <a:rPr lang="ru-RU" sz="900" b="0" i="0" dirty="0" smtClean="0">
                <a:solidFill>
                  <a:srgbClr val="000000"/>
                </a:solidFill>
              </a:rPr>
              <a:t> </a:t>
            </a:r>
            <a:r>
              <a:rPr lang="ru-RU" sz="900" b="0" i="0" dirty="0" smtClean="0">
                <a:solidFill>
                  <a:srgbClr val="000000"/>
                </a:solidFill>
                <a:latin typeface="Arial"/>
              </a:rPr>
              <a:t>показывает</a:t>
            </a:r>
            <a:r>
              <a:rPr lang="ru-RU" sz="900" b="0" i="0" dirty="0" smtClean="0">
                <a:solidFill>
                  <a:srgbClr val="000000"/>
                </a:solidFill>
              </a:rPr>
              <a:t> </a:t>
            </a:r>
            <a:r>
              <a:rPr lang="ru-RU" sz="900" b="0" i="0" dirty="0" smtClean="0">
                <a:solidFill>
                  <a:srgbClr val="000000"/>
                </a:solidFill>
                <a:latin typeface="Arial"/>
              </a:rPr>
              <a:t>время</a:t>
            </a:r>
            <a:r>
              <a:rPr lang="ru-RU" sz="900" b="0" i="0" dirty="0" smtClean="0">
                <a:solidFill>
                  <a:srgbClr val="000000"/>
                </a:solidFill>
              </a:rPr>
              <a:t>, </a:t>
            </a:r>
            <a:r>
              <a:rPr lang="ru-RU" sz="900" b="0" i="0" dirty="0" smtClean="0">
                <a:solidFill>
                  <a:srgbClr val="000000"/>
                </a:solidFill>
                <a:latin typeface="Arial"/>
              </a:rPr>
              <a:t>когда</a:t>
            </a:r>
            <a:r>
              <a:rPr lang="ru-RU" sz="900" b="0" i="0" dirty="0" smtClean="0">
                <a:solidFill>
                  <a:srgbClr val="000000"/>
                </a:solidFill>
              </a:rPr>
              <a:t> </a:t>
            </a:r>
            <a:r>
              <a:rPr lang="ru-RU" sz="900" b="0" i="0" dirty="0" smtClean="0">
                <a:solidFill>
                  <a:srgbClr val="000000"/>
                </a:solidFill>
                <a:latin typeface="Arial"/>
              </a:rPr>
              <a:t>пользователь</a:t>
            </a:r>
            <a:r>
              <a:rPr lang="ru-RU" sz="900" b="0" i="0" dirty="0" smtClean="0">
                <a:solidFill>
                  <a:srgbClr val="000000"/>
                </a:solidFill>
              </a:rPr>
              <a:t> </a:t>
            </a:r>
            <a:r>
              <a:rPr lang="ru-RU" sz="900" b="0" i="0" dirty="0" smtClean="0">
                <a:solidFill>
                  <a:srgbClr val="000000"/>
                </a:solidFill>
                <a:latin typeface="Arial"/>
              </a:rPr>
              <a:t>зашел</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веб</a:t>
            </a:r>
            <a:r>
              <a:rPr lang="ru-RU" sz="900" b="0" i="0" dirty="0" smtClean="0">
                <a:solidFill>
                  <a:srgbClr val="000000"/>
                </a:solidFill>
              </a:rPr>
              <a:t>-</a:t>
            </a:r>
            <a:r>
              <a:rPr lang="ru-RU" sz="900" b="0" i="0" dirty="0" smtClean="0">
                <a:solidFill>
                  <a:srgbClr val="000000"/>
                </a:solidFill>
                <a:latin typeface="Arial"/>
              </a:rPr>
              <a:t>сайт</a:t>
            </a:r>
            <a:r>
              <a:rPr lang="ru-RU" sz="900" b="0" i="0" dirty="0" smtClean="0">
                <a:solidFill>
                  <a:srgbClr val="000000"/>
                </a:solidFill>
              </a:rPr>
              <a:t>, </a:t>
            </a:r>
            <a:r>
              <a:rPr lang="ru-RU" sz="900" b="0" i="0" dirty="0" smtClean="0">
                <a:solidFill>
                  <a:srgbClr val="000000"/>
                </a:solidFill>
                <a:latin typeface="Arial"/>
              </a:rPr>
              <a:t>посещенные</a:t>
            </a:r>
            <a:r>
              <a:rPr lang="ru-RU" sz="900" b="0" i="0" dirty="0" smtClean="0">
                <a:solidFill>
                  <a:srgbClr val="000000"/>
                </a:solidFill>
              </a:rPr>
              <a:t> </a:t>
            </a:r>
            <a:r>
              <a:rPr lang="ru-RU" sz="900" b="0" i="0" dirty="0" smtClean="0">
                <a:solidFill>
                  <a:srgbClr val="000000"/>
                </a:solidFill>
                <a:latin typeface="Arial"/>
              </a:rPr>
              <a:t>страницы</a:t>
            </a:r>
            <a:r>
              <a:rPr lang="ru-RU" sz="900" b="0" i="0" dirty="0" smtClean="0">
                <a:solidFill>
                  <a:srgbClr val="000000"/>
                </a:solidFill>
              </a:rPr>
              <a:t>, </a:t>
            </a:r>
            <a:r>
              <a:rPr lang="ru-RU" sz="900" b="0" i="0" dirty="0" smtClean="0">
                <a:solidFill>
                  <a:srgbClr val="000000"/>
                </a:solidFill>
                <a:latin typeface="Arial"/>
              </a:rPr>
              <a:t>время</a:t>
            </a:r>
            <a:r>
              <a:rPr lang="ru-RU" sz="900" b="0" i="0" dirty="0" smtClean="0">
                <a:solidFill>
                  <a:srgbClr val="000000"/>
                </a:solidFill>
              </a:rPr>
              <a:t>, </a:t>
            </a:r>
            <a:r>
              <a:rPr lang="ru-RU" sz="900" b="0" i="0" dirty="0" smtClean="0">
                <a:solidFill>
                  <a:srgbClr val="000000"/>
                </a:solidFill>
                <a:latin typeface="Arial"/>
              </a:rPr>
              <a:t>проведенное</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каждой</a:t>
            </a:r>
            <a:r>
              <a:rPr lang="ru-RU" sz="900" b="0" i="0" dirty="0" smtClean="0">
                <a:solidFill>
                  <a:srgbClr val="000000"/>
                </a:solidFill>
              </a:rPr>
              <a:t> </a:t>
            </a:r>
            <a:r>
              <a:rPr lang="ru-RU" sz="900" b="0" i="0" dirty="0" smtClean="0">
                <a:solidFill>
                  <a:srgbClr val="000000"/>
                </a:solidFill>
                <a:latin typeface="Arial"/>
              </a:rPr>
              <a:t>странице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время</a:t>
            </a:r>
            <a:r>
              <a:rPr lang="ru-RU" sz="900" b="0" i="0" dirty="0" smtClean="0">
                <a:solidFill>
                  <a:srgbClr val="000000"/>
                </a:solidFill>
              </a:rPr>
              <a:t> </a:t>
            </a:r>
            <a:r>
              <a:rPr lang="ru-RU" sz="900" b="0" i="0" dirty="0" smtClean="0">
                <a:solidFill>
                  <a:srgbClr val="000000"/>
                </a:solidFill>
                <a:latin typeface="Arial"/>
              </a:rPr>
              <a:t>выхода</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веб</a:t>
            </a:r>
            <a:r>
              <a:rPr lang="ru-RU" sz="900" b="0" i="0" dirty="0" smtClean="0">
                <a:solidFill>
                  <a:srgbClr val="000000"/>
                </a:solidFill>
              </a:rPr>
              <a:t>-</a:t>
            </a:r>
            <a:r>
              <a:rPr lang="ru-RU" sz="900" b="0" i="0" dirty="0" smtClean="0">
                <a:solidFill>
                  <a:srgbClr val="000000"/>
                </a:solidFill>
                <a:latin typeface="Arial"/>
              </a:rPr>
              <a:t>сайта</a:t>
            </a:r>
            <a:r>
              <a:rPr lang="ru-RU" sz="900" b="0" i="0" dirty="0" smtClean="0">
                <a:solidFill>
                  <a:srgbClr val="000000"/>
                </a:solidFill>
              </a:rPr>
              <a:t>. </a:t>
            </a:r>
          </a:p>
          <a:p>
            <a:pPr indent="457200">
              <a:spcBef>
                <a:spcPts val="600"/>
              </a:spcBef>
            </a:pPr>
            <a:r>
              <a:rPr lang="ru-RU" sz="900" b="1" i="1" dirty="0" smtClean="0">
                <a:solidFill>
                  <a:srgbClr val="000000"/>
                </a:solidFill>
                <a:latin typeface="Arial"/>
              </a:rPr>
              <a:t>Неструктурированные</a:t>
            </a:r>
            <a:r>
              <a:rPr lang="ru-RU" sz="900" b="0" i="1" dirty="0" smtClean="0">
                <a:solidFill>
                  <a:srgbClr val="000000"/>
                </a:solidFill>
              </a:rPr>
              <a:t> </a:t>
            </a:r>
            <a:r>
              <a:rPr lang="ru-RU" sz="900" b="0" i="1"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не</a:t>
            </a:r>
            <a:r>
              <a:rPr lang="ru-RU" sz="900" b="0" i="0" dirty="0" smtClean="0">
                <a:solidFill>
                  <a:srgbClr val="000000"/>
                </a:solidFill>
              </a:rPr>
              <a:t> </a:t>
            </a:r>
            <a:r>
              <a:rPr lang="ru-RU" sz="900" b="0" i="0" dirty="0" smtClean="0">
                <a:solidFill>
                  <a:srgbClr val="000000"/>
                </a:solidFill>
                <a:latin typeface="Arial"/>
              </a:rPr>
              <a:t>имеют</a:t>
            </a:r>
            <a:r>
              <a:rPr lang="ru-RU" sz="900" b="0" i="0" dirty="0" smtClean="0">
                <a:solidFill>
                  <a:srgbClr val="000000"/>
                </a:solidFill>
              </a:rPr>
              <a:t> </a:t>
            </a:r>
            <a:r>
              <a:rPr lang="ru-RU" sz="900" b="0" i="0" dirty="0" smtClean="0">
                <a:solidFill>
                  <a:srgbClr val="000000"/>
                </a:solidFill>
                <a:latin typeface="Arial"/>
              </a:rPr>
              <a:t>модели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не</a:t>
            </a:r>
            <a:r>
              <a:rPr lang="ru-RU" sz="900" b="0" i="0" dirty="0" smtClean="0">
                <a:solidFill>
                  <a:srgbClr val="000000"/>
                </a:solidFill>
              </a:rPr>
              <a:t> </a:t>
            </a:r>
            <a:r>
              <a:rPr lang="ru-RU" sz="900" b="0" i="0" dirty="0" smtClean="0">
                <a:solidFill>
                  <a:srgbClr val="000000"/>
                </a:solidFill>
                <a:latin typeface="Arial"/>
              </a:rPr>
              <a:t>систематизированы</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определенном</a:t>
            </a:r>
            <a:r>
              <a:rPr lang="ru-RU" sz="900" b="0" i="0" dirty="0" smtClean="0">
                <a:solidFill>
                  <a:srgbClr val="000000"/>
                </a:solidFill>
              </a:rPr>
              <a:t> </a:t>
            </a:r>
            <a:r>
              <a:rPr lang="ru-RU" sz="900" b="0" i="0" dirty="0" smtClean="0">
                <a:solidFill>
                  <a:srgbClr val="000000"/>
                </a:solidFill>
                <a:latin typeface="Arial"/>
              </a:rPr>
              <a:t>формате</a:t>
            </a:r>
            <a:r>
              <a:rPr lang="ru-RU" sz="900" b="0" i="0" dirty="0" smtClean="0">
                <a:solidFill>
                  <a:srgbClr val="000000"/>
                </a:solidFill>
              </a:rPr>
              <a:t>. </a:t>
            </a:r>
            <a:r>
              <a:rPr lang="ru-RU" sz="900" b="0" i="0" dirty="0" smtClean="0">
                <a:solidFill>
                  <a:srgbClr val="000000"/>
                </a:solidFill>
                <a:latin typeface="Arial"/>
              </a:rPr>
              <a:t>Примеры</a:t>
            </a:r>
            <a:r>
              <a:rPr lang="ru-RU" sz="900" b="0" i="0" dirty="0" smtClean="0">
                <a:solidFill>
                  <a:srgbClr val="000000"/>
                </a:solidFill>
              </a:rPr>
              <a:t> </a:t>
            </a:r>
            <a:r>
              <a:rPr lang="ru-RU" sz="900" b="0" i="0" dirty="0" smtClean="0">
                <a:solidFill>
                  <a:srgbClr val="000000"/>
                </a:solidFill>
                <a:latin typeface="Arial"/>
              </a:rPr>
              <a:t>неструктурированных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текстовые</a:t>
            </a:r>
            <a:r>
              <a:rPr lang="ru-RU" sz="900" b="0" i="0" dirty="0" smtClean="0">
                <a:solidFill>
                  <a:srgbClr val="000000"/>
                </a:solidFill>
              </a:rPr>
              <a:t> </a:t>
            </a:r>
            <a:r>
              <a:rPr lang="ru-RU" sz="900" b="0" i="0" dirty="0" smtClean="0">
                <a:solidFill>
                  <a:srgbClr val="000000"/>
                </a:solidFill>
                <a:latin typeface="Arial"/>
              </a:rPr>
              <a:t>документы</a:t>
            </a:r>
            <a:r>
              <a:rPr lang="ru-RU" sz="900" b="0" i="0" dirty="0" smtClean="0">
                <a:solidFill>
                  <a:srgbClr val="000000"/>
                </a:solidFill>
              </a:rPr>
              <a:t>, PDF-</a:t>
            </a:r>
            <a:r>
              <a:rPr lang="ru-RU" sz="900" b="0" i="0" dirty="0" smtClean="0">
                <a:solidFill>
                  <a:srgbClr val="000000"/>
                </a:solidFill>
                <a:latin typeface="Arial"/>
              </a:rPr>
              <a:t>файлы</a:t>
            </a:r>
            <a:r>
              <a:rPr lang="ru-RU" sz="900" b="0" i="0" dirty="0" smtClean="0">
                <a:solidFill>
                  <a:srgbClr val="000000"/>
                </a:solidFill>
              </a:rPr>
              <a:t>, </a:t>
            </a:r>
            <a:r>
              <a:rPr lang="ru-RU" sz="900" b="0" i="0" dirty="0" smtClean="0">
                <a:solidFill>
                  <a:srgbClr val="000000"/>
                </a:solidFill>
                <a:latin typeface="Arial"/>
              </a:rPr>
              <a:t>сообщения</a:t>
            </a:r>
            <a:r>
              <a:rPr lang="ru-RU" sz="900" b="0" i="0" dirty="0" smtClean="0">
                <a:solidFill>
                  <a:srgbClr val="000000"/>
                </a:solidFill>
              </a:rPr>
              <a:t> </a:t>
            </a:r>
            <a:r>
              <a:rPr lang="ru-RU" sz="900" b="0" i="0" dirty="0" smtClean="0">
                <a:solidFill>
                  <a:srgbClr val="000000"/>
                </a:solidFill>
                <a:latin typeface="Arial"/>
              </a:rPr>
              <a:t>электронной</a:t>
            </a:r>
            <a:r>
              <a:rPr lang="ru-RU" sz="900" b="0" i="0" dirty="0" smtClean="0">
                <a:solidFill>
                  <a:srgbClr val="000000"/>
                </a:solidFill>
              </a:rPr>
              <a:t> </a:t>
            </a:r>
            <a:r>
              <a:rPr lang="ru-RU" sz="900" b="0" i="0" dirty="0" smtClean="0">
                <a:solidFill>
                  <a:srgbClr val="000000"/>
                </a:solidFill>
                <a:latin typeface="Arial"/>
              </a:rPr>
              <a:t>почты</a:t>
            </a:r>
            <a:r>
              <a:rPr lang="ru-RU" sz="900" b="0" i="0" dirty="0" smtClean="0">
                <a:solidFill>
                  <a:srgbClr val="000000"/>
                </a:solidFill>
              </a:rPr>
              <a:t>, </a:t>
            </a:r>
            <a:r>
              <a:rPr lang="ru-RU" sz="900" b="0" i="0" dirty="0" smtClean="0">
                <a:solidFill>
                  <a:srgbClr val="000000"/>
                </a:solidFill>
                <a:latin typeface="Arial"/>
              </a:rPr>
              <a:t>презентации</a:t>
            </a:r>
            <a:r>
              <a:rPr lang="ru-RU" sz="900" b="0" i="0" dirty="0" smtClean="0">
                <a:solidFill>
                  <a:srgbClr val="000000"/>
                </a:solidFill>
              </a:rPr>
              <a:t>, </a:t>
            </a:r>
            <a:r>
              <a:rPr lang="ru-RU" sz="900" b="0" i="0" dirty="0" smtClean="0">
                <a:solidFill>
                  <a:srgbClr val="000000"/>
                </a:solidFill>
                <a:latin typeface="Arial"/>
              </a:rPr>
              <a:t>изображения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видеозаписи</a:t>
            </a:r>
            <a:r>
              <a:rPr lang="ru-RU" sz="900" b="0" i="0" dirty="0" smtClean="0">
                <a:solidFill>
                  <a:srgbClr val="000000"/>
                </a:solidFill>
              </a:rPr>
              <a:t>. </a:t>
            </a:r>
          </a:p>
          <a:p>
            <a:pPr indent="457200">
              <a:spcBef>
                <a:spcPts val="600"/>
              </a:spcBef>
              <a:defRPr/>
            </a:pPr>
            <a:r>
              <a:rPr lang="ru-RU" sz="900" b="0" i="0" dirty="0" smtClean="0">
                <a:solidFill>
                  <a:srgbClr val="000000"/>
                </a:solidFill>
                <a:latin typeface="Arial"/>
              </a:rPr>
              <a:t>Как</a:t>
            </a:r>
            <a:r>
              <a:rPr lang="ru-RU" sz="900" b="0" i="0" dirty="0" smtClean="0">
                <a:solidFill>
                  <a:srgbClr val="000000"/>
                </a:solidFill>
              </a:rPr>
              <a:t> </a:t>
            </a:r>
            <a:r>
              <a:rPr lang="ru-RU" sz="900" b="0" i="0" dirty="0" smtClean="0">
                <a:solidFill>
                  <a:srgbClr val="000000"/>
                </a:solidFill>
                <a:latin typeface="Arial"/>
              </a:rPr>
              <a:t>показано</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рисунке</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данном</a:t>
            </a:r>
            <a:r>
              <a:rPr lang="ru-RU" sz="900" b="0" i="0" dirty="0" smtClean="0">
                <a:solidFill>
                  <a:srgbClr val="000000"/>
                </a:solidFill>
              </a:rPr>
              <a:t> </a:t>
            </a:r>
            <a:r>
              <a:rPr lang="ru-RU" sz="900" b="0" i="0" dirty="0" smtClean="0">
                <a:solidFill>
                  <a:srgbClr val="000000"/>
                </a:solidFill>
                <a:latin typeface="Arial"/>
              </a:rPr>
              <a:t>слайде</a:t>
            </a:r>
            <a:r>
              <a:rPr lang="ru-RU" sz="900" b="0" i="0" dirty="0" smtClean="0">
                <a:solidFill>
                  <a:srgbClr val="000000"/>
                </a:solidFill>
              </a:rPr>
              <a:t>, </a:t>
            </a:r>
            <a:r>
              <a:rPr lang="ru-RU" sz="900" b="0" i="0" dirty="0" smtClean="0">
                <a:solidFill>
                  <a:srgbClr val="000000"/>
                </a:solidFill>
                <a:latin typeface="Arial"/>
              </a:rPr>
              <a:t>большинство</a:t>
            </a:r>
            <a:r>
              <a:rPr lang="ru-RU" sz="900" b="0" i="0" dirty="0" smtClean="0">
                <a:solidFill>
                  <a:srgbClr val="000000"/>
                </a:solidFill>
              </a:rPr>
              <a:t> (</a:t>
            </a:r>
            <a:r>
              <a:rPr lang="ru-RU" sz="900" b="1" i="0" dirty="0" smtClean="0">
                <a:solidFill>
                  <a:srgbClr val="000000"/>
                </a:solidFill>
                <a:latin typeface="Arial"/>
              </a:rPr>
              <a:t>более</a:t>
            </a:r>
            <a:r>
              <a:rPr lang="ru-RU" sz="900" b="1" i="0" dirty="0" smtClean="0">
                <a:solidFill>
                  <a:srgbClr val="000000"/>
                </a:solidFill>
              </a:rPr>
              <a:t> 90%)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создаваемых</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цифровой</a:t>
            </a:r>
            <a:r>
              <a:rPr lang="ru-RU" sz="900" b="0" i="0" dirty="0" smtClean="0">
                <a:solidFill>
                  <a:srgbClr val="000000"/>
                </a:solidFill>
              </a:rPr>
              <a:t> </a:t>
            </a:r>
            <a:r>
              <a:rPr lang="ru-RU" sz="900" b="0" i="0" dirty="0" smtClean="0">
                <a:solidFill>
                  <a:srgbClr val="000000"/>
                </a:solidFill>
                <a:latin typeface="Arial"/>
              </a:rPr>
              <a:t>вселенной</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сегодняшний</a:t>
            </a:r>
            <a:r>
              <a:rPr lang="ru-RU" sz="900" b="0" i="0" dirty="0" smtClean="0">
                <a:solidFill>
                  <a:srgbClr val="000000"/>
                </a:solidFill>
              </a:rPr>
              <a:t> </a:t>
            </a:r>
            <a:r>
              <a:rPr lang="ru-RU" sz="900" b="0" i="0" dirty="0" smtClean="0">
                <a:solidFill>
                  <a:srgbClr val="000000"/>
                </a:solidFill>
                <a:latin typeface="Arial"/>
              </a:rPr>
              <a:t>день</a:t>
            </a:r>
            <a:r>
              <a:rPr lang="ru-RU" sz="900" b="0" i="0" dirty="0" smtClean="0">
                <a:solidFill>
                  <a:srgbClr val="000000"/>
                </a:solidFill>
              </a:rPr>
              <a:t> </a:t>
            </a:r>
            <a:r>
              <a:rPr lang="ru-RU" sz="900" b="0" i="0" dirty="0" smtClean="0">
                <a:solidFill>
                  <a:srgbClr val="000000"/>
                </a:solidFill>
                <a:latin typeface="Arial"/>
              </a:rPr>
              <a:t>относятся</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1" dirty="0" smtClean="0">
                <a:solidFill>
                  <a:srgbClr val="000000"/>
                </a:solidFill>
                <a:latin typeface="Arial"/>
              </a:rPr>
              <a:t>неструктурированным</a:t>
            </a:r>
            <a:r>
              <a:rPr lang="ru-RU" sz="900" b="0" i="1" dirty="0" smtClean="0">
                <a:solidFill>
                  <a:srgbClr val="000000"/>
                </a:solidFill>
              </a:rPr>
              <a:t> </a:t>
            </a:r>
            <a:r>
              <a:rPr lang="ru-RU" sz="900" b="0" i="1" dirty="0" smtClean="0">
                <a:solidFill>
                  <a:srgbClr val="000000"/>
                </a:solidFill>
                <a:latin typeface="Arial"/>
              </a:rPr>
              <a:t>данным</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том</a:t>
            </a:r>
            <a:r>
              <a:rPr lang="ru-RU" sz="900" b="0" i="0" dirty="0" smtClean="0">
                <a:solidFill>
                  <a:srgbClr val="000000"/>
                </a:solidFill>
              </a:rPr>
              <a:t> </a:t>
            </a:r>
            <a:r>
              <a:rPr lang="ru-RU" sz="900" b="0" i="0" dirty="0" smtClean="0">
                <a:solidFill>
                  <a:srgbClr val="000000"/>
                </a:solidFill>
                <a:latin typeface="Arial"/>
              </a:rPr>
              <a:t>числе</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частично</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err="1" smtClean="0">
                <a:solidFill>
                  <a:srgbClr val="000000"/>
                </a:solidFill>
                <a:latin typeface="Arial"/>
              </a:rPr>
              <a:t>квазиструктурированным</a:t>
            </a:r>
            <a:r>
              <a:rPr lang="ru-RU" sz="900" b="0" i="0" dirty="0" smtClean="0">
                <a:solidFill>
                  <a:srgbClr val="000000"/>
                </a:solidFill>
              </a:rPr>
              <a:t>).</a:t>
            </a:r>
          </a:p>
          <a:p>
            <a:pPr indent="457200">
              <a:spcBef>
                <a:spcPts val="600"/>
              </a:spcBef>
              <a:defRPr/>
            </a:pPr>
            <a:r>
              <a:rPr lang="ru-RU" sz="900" b="0" i="0" dirty="0" smtClean="0">
                <a:solidFill>
                  <a:srgbClr val="000000"/>
                </a:solidFill>
                <a:latin typeface="Arial"/>
              </a:rPr>
              <a:t>Хотя</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рисунке</a:t>
            </a:r>
            <a:r>
              <a:rPr lang="ru-RU" sz="900" b="0" i="0" dirty="0" smtClean="0">
                <a:solidFill>
                  <a:srgbClr val="000000"/>
                </a:solidFill>
              </a:rPr>
              <a:t> </a:t>
            </a:r>
            <a:r>
              <a:rPr lang="ru-RU" sz="900" b="0" i="0" dirty="0" smtClean="0">
                <a:solidFill>
                  <a:srgbClr val="000000"/>
                </a:solidFill>
                <a:latin typeface="Arial"/>
              </a:rPr>
              <a:t>показано</a:t>
            </a:r>
            <a:r>
              <a:rPr lang="ru-RU" sz="900" b="0" i="0" dirty="0" smtClean="0">
                <a:solidFill>
                  <a:srgbClr val="000000"/>
                </a:solidFill>
              </a:rPr>
              <a:t> </a:t>
            </a:r>
            <a:r>
              <a:rPr lang="ru-RU" sz="900" b="0" i="0" dirty="0" smtClean="0">
                <a:solidFill>
                  <a:srgbClr val="000000"/>
                </a:solidFill>
                <a:latin typeface="Arial"/>
              </a:rPr>
              <a:t>четыре</a:t>
            </a:r>
            <a:r>
              <a:rPr lang="ru-RU" sz="900" b="0" i="0" dirty="0" smtClean="0">
                <a:solidFill>
                  <a:srgbClr val="000000"/>
                </a:solidFill>
              </a:rPr>
              <a:t> </a:t>
            </a:r>
            <a:r>
              <a:rPr lang="ru-RU" sz="900" b="0" i="0" dirty="0" smtClean="0">
                <a:solidFill>
                  <a:srgbClr val="000000"/>
                </a:solidFill>
                <a:latin typeface="Arial"/>
              </a:rPr>
              <a:t>различных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отдельных</a:t>
            </a:r>
            <a:r>
              <a:rPr lang="ru-RU" sz="900" b="0" i="0" dirty="0" smtClean="0">
                <a:solidFill>
                  <a:srgbClr val="000000"/>
                </a:solidFill>
              </a:rPr>
              <a:t> </a:t>
            </a:r>
            <a:r>
              <a:rPr lang="ru-RU" sz="900" b="0" i="0" dirty="0" smtClean="0">
                <a:solidFill>
                  <a:srgbClr val="000000"/>
                </a:solidFill>
                <a:latin typeface="Arial"/>
              </a:rPr>
              <a:t>типа</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действительности</a:t>
            </a:r>
            <a:r>
              <a:rPr lang="ru-RU" sz="900" b="0" i="0" dirty="0" smtClean="0">
                <a:solidFill>
                  <a:srgbClr val="000000"/>
                </a:solidFill>
              </a:rPr>
              <a:t> </a:t>
            </a:r>
            <a:r>
              <a:rPr lang="ru-RU" sz="900" b="0" i="0" dirty="0" smtClean="0">
                <a:solidFill>
                  <a:srgbClr val="000000"/>
                </a:solidFill>
                <a:latin typeface="Arial"/>
              </a:rPr>
              <a:t>создаваемые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обычно</a:t>
            </a:r>
            <a:r>
              <a:rPr lang="ru-RU" sz="900" b="0" i="0" dirty="0" smtClean="0">
                <a:solidFill>
                  <a:srgbClr val="000000"/>
                </a:solidFill>
              </a:rPr>
              <a:t> </a:t>
            </a:r>
            <a:r>
              <a:rPr lang="ru-RU" sz="900" b="0" i="0" dirty="0" smtClean="0">
                <a:solidFill>
                  <a:srgbClr val="000000"/>
                </a:solidFill>
                <a:latin typeface="Arial"/>
              </a:rPr>
              <a:t>представляют</a:t>
            </a:r>
            <a:r>
              <a:rPr lang="ru-RU" sz="900" b="0" i="0" dirty="0" smtClean="0">
                <a:solidFill>
                  <a:srgbClr val="000000"/>
                </a:solidFill>
              </a:rPr>
              <a:t> </a:t>
            </a:r>
            <a:r>
              <a:rPr lang="ru-RU" sz="900" b="0" i="0" dirty="0" smtClean="0">
                <a:solidFill>
                  <a:srgbClr val="000000"/>
                </a:solidFill>
                <a:latin typeface="Arial"/>
              </a:rPr>
              <a:t>собой</a:t>
            </a:r>
            <a:r>
              <a:rPr lang="ru-RU" sz="900" b="0" i="0" dirty="0" smtClean="0">
                <a:solidFill>
                  <a:srgbClr val="000000"/>
                </a:solidFill>
              </a:rPr>
              <a:t> </a:t>
            </a:r>
            <a:r>
              <a:rPr lang="ru-RU" sz="900" b="0" i="0" dirty="0" smtClean="0">
                <a:solidFill>
                  <a:srgbClr val="000000"/>
                </a:solidFill>
                <a:latin typeface="Arial"/>
              </a:rPr>
              <a:t>комбинацию</a:t>
            </a:r>
            <a:r>
              <a:rPr lang="ru-RU" sz="900" b="0" i="0" dirty="0" smtClean="0">
                <a:solidFill>
                  <a:srgbClr val="000000"/>
                </a:solidFill>
              </a:rPr>
              <a:t> </a:t>
            </a:r>
            <a:r>
              <a:rPr lang="ru-RU" sz="900" b="0" i="0" dirty="0" smtClean="0">
                <a:solidFill>
                  <a:srgbClr val="000000"/>
                </a:solidFill>
                <a:latin typeface="Arial"/>
              </a:rPr>
              <a:t>всех</a:t>
            </a:r>
            <a:r>
              <a:rPr lang="ru-RU" sz="900" b="0" i="0" dirty="0" smtClean="0">
                <a:solidFill>
                  <a:srgbClr val="000000"/>
                </a:solidFill>
              </a:rPr>
              <a:t> </a:t>
            </a:r>
            <a:r>
              <a:rPr lang="ru-RU" sz="900" b="0" i="0" dirty="0" smtClean="0">
                <a:solidFill>
                  <a:srgbClr val="000000"/>
                </a:solidFill>
                <a:latin typeface="Arial"/>
              </a:rPr>
              <a:t>этих</a:t>
            </a:r>
            <a:r>
              <a:rPr lang="ru-RU" sz="900" b="0" i="0" dirty="0" smtClean="0">
                <a:solidFill>
                  <a:srgbClr val="000000"/>
                </a:solidFill>
              </a:rPr>
              <a:t> </a:t>
            </a:r>
            <a:r>
              <a:rPr lang="ru-RU" sz="900" b="0" i="0" dirty="0" smtClean="0">
                <a:solidFill>
                  <a:srgbClr val="000000"/>
                </a:solidFill>
                <a:latin typeface="Arial"/>
              </a:rPr>
              <a:t>типов</a:t>
            </a:r>
            <a:r>
              <a:rPr lang="ru-RU" sz="900" b="0" i="0" dirty="0" smtClean="0">
                <a:solidFill>
                  <a:srgbClr val="000000"/>
                </a:solidFill>
              </a:rPr>
              <a:t>. </a:t>
            </a:r>
          </a:p>
          <a:p>
            <a:pPr indent="457200">
              <a:spcBef>
                <a:spcPts val="600"/>
              </a:spcBef>
              <a:defRPr/>
            </a:pP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центре</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звонков</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службу</a:t>
            </a:r>
            <a:r>
              <a:rPr lang="ru-RU" sz="900" b="0" i="0" dirty="0" smtClean="0">
                <a:solidFill>
                  <a:srgbClr val="000000"/>
                </a:solidFill>
              </a:rPr>
              <a:t> </a:t>
            </a:r>
            <a:r>
              <a:rPr lang="ru-RU" sz="900" b="0" i="0" dirty="0" smtClean="0">
                <a:solidFill>
                  <a:srgbClr val="000000"/>
                </a:solidFill>
                <a:latin typeface="Arial"/>
              </a:rPr>
              <a:t>поддержки</a:t>
            </a:r>
            <a:r>
              <a:rPr lang="ru-RU" sz="900" b="0" i="0" dirty="0" smtClean="0">
                <a:solidFill>
                  <a:srgbClr val="000000"/>
                </a:solidFill>
              </a:rPr>
              <a:t> </a:t>
            </a:r>
            <a:r>
              <a:rPr lang="ru-RU" sz="900" b="0" i="0" dirty="0" smtClean="0">
                <a:solidFill>
                  <a:srgbClr val="000000"/>
                </a:solidFill>
                <a:latin typeface="Arial"/>
              </a:rPr>
              <a:t>заказчиков</a:t>
            </a:r>
            <a:r>
              <a:rPr lang="ru-RU" sz="900" b="0" i="0" dirty="0" smtClean="0">
                <a:solidFill>
                  <a:srgbClr val="000000"/>
                </a:solidFill>
              </a:rPr>
              <a:t> </a:t>
            </a:r>
            <a:r>
              <a:rPr lang="ru-RU" sz="900" b="0" i="0" dirty="0" smtClean="0">
                <a:solidFill>
                  <a:srgbClr val="000000"/>
                </a:solidFill>
                <a:latin typeface="Arial"/>
              </a:rPr>
              <a:t>программного</a:t>
            </a:r>
            <a:r>
              <a:rPr lang="ru-RU" sz="900" b="0" i="0" dirty="0" smtClean="0">
                <a:solidFill>
                  <a:srgbClr val="000000"/>
                </a:solidFill>
              </a:rPr>
              <a:t> </a:t>
            </a:r>
            <a:r>
              <a:rPr lang="ru-RU" sz="900" b="0" i="0" dirty="0" smtClean="0">
                <a:solidFill>
                  <a:srgbClr val="000000"/>
                </a:solidFill>
                <a:latin typeface="Arial"/>
              </a:rPr>
              <a:t>продукта</a:t>
            </a:r>
            <a:r>
              <a:rPr lang="ru-RU" sz="900" b="0" i="0" dirty="0" smtClean="0">
                <a:solidFill>
                  <a:srgbClr val="000000"/>
                </a:solidFill>
              </a:rPr>
              <a:t> </a:t>
            </a:r>
            <a:r>
              <a:rPr lang="ru-RU" sz="900" b="0" i="0" dirty="0" smtClean="0">
                <a:solidFill>
                  <a:srgbClr val="000000"/>
                </a:solidFill>
                <a:latin typeface="Arial"/>
              </a:rPr>
              <a:t>классическая</a:t>
            </a:r>
            <a:r>
              <a:rPr lang="ru-RU" sz="900" b="0" i="0" dirty="0" smtClean="0">
                <a:solidFill>
                  <a:srgbClr val="000000"/>
                </a:solidFill>
              </a:rPr>
              <a:t> </a:t>
            </a:r>
            <a:r>
              <a:rPr lang="ru-RU" sz="900" b="0" i="0" dirty="0" smtClean="0">
                <a:solidFill>
                  <a:srgbClr val="000000"/>
                </a:solidFill>
                <a:latin typeface="Arial"/>
              </a:rPr>
              <a:t>система</a:t>
            </a:r>
            <a:r>
              <a:rPr lang="ru-RU" sz="900" b="0" i="0" dirty="0" smtClean="0">
                <a:solidFill>
                  <a:srgbClr val="000000"/>
                </a:solidFill>
              </a:rPr>
              <a:t> </a:t>
            </a:r>
            <a:r>
              <a:rPr lang="ru-RU" sz="900" b="0" i="0" dirty="0" smtClean="0">
                <a:solidFill>
                  <a:srgbClr val="000000"/>
                </a:solidFill>
                <a:latin typeface="Arial"/>
              </a:rPr>
              <a:t>управления</a:t>
            </a:r>
            <a:r>
              <a:rPr lang="ru-RU" sz="900" b="0" i="0" dirty="0" smtClean="0">
                <a:solidFill>
                  <a:srgbClr val="000000"/>
                </a:solidFill>
              </a:rPr>
              <a:t> </a:t>
            </a:r>
            <a:r>
              <a:rPr lang="ru-RU" sz="900" b="0" i="0" dirty="0" smtClean="0">
                <a:solidFill>
                  <a:srgbClr val="000000"/>
                </a:solidFill>
                <a:latin typeface="Arial"/>
              </a:rPr>
              <a:t>реляционными</a:t>
            </a:r>
            <a:r>
              <a:rPr lang="ru-RU" sz="900" b="0" i="0" dirty="0" smtClean="0">
                <a:solidFill>
                  <a:srgbClr val="000000"/>
                </a:solidFill>
              </a:rPr>
              <a:t> </a:t>
            </a:r>
            <a:r>
              <a:rPr lang="ru-RU" sz="900" b="0" i="0" dirty="0" smtClean="0">
                <a:solidFill>
                  <a:srgbClr val="000000"/>
                </a:solidFill>
                <a:latin typeface="Arial"/>
              </a:rPr>
              <a:t>базами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СУРБД</a:t>
            </a:r>
            <a:r>
              <a:rPr lang="ru-RU" sz="900" b="0" i="0" dirty="0" smtClean="0">
                <a:solidFill>
                  <a:srgbClr val="000000"/>
                </a:solidFill>
              </a:rPr>
              <a:t>) </a:t>
            </a:r>
            <a:r>
              <a:rPr lang="ru-RU" sz="900" b="0" i="0" dirty="0" smtClean="0">
                <a:solidFill>
                  <a:srgbClr val="000000"/>
                </a:solidFill>
                <a:latin typeface="Arial"/>
              </a:rPr>
              <a:t>может</a:t>
            </a:r>
            <a:r>
              <a:rPr lang="ru-RU" sz="900" b="0" i="0" dirty="0" smtClean="0">
                <a:solidFill>
                  <a:srgbClr val="000000"/>
                </a:solidFill>
              </a:rPr>
              <a:t> </a:t>
            </a:r>
            <a:r>
              <a:rPr lang="ru-RU" sz="900" b="0" i="0" dirty="0" smtClean="0">
                <a:solidFill>
                  <a:srgbClr val="000000"/>
                </a:solidFill>
                <a:latin typeface="Arial"/>
              </a:rPr>
              <a:t>хранить</a:t>
            </a:r>
            <a:r>
              <a:rPr lang="ru-RU" sz="900" b="0" i="0" dirty="0" smtClean="0">
                <a:solidFill>
                  <a:srgbClr val="000000"/>
                </a:solidFill>
              </a:rPr>
              <a:t> </a:t>
            </a:r>
            <a:r>
              <a:rPr lang="ru-RU" sz="900" b="0" i="0" dirty="0" smtClean="0">
                <a:solidFill>
                  <a:srgbClr val="000000"/>
                </a:solidFill>
                <a:latin typeface="Arial"/>
              </a:rPr>
              <a:t>журналы</a:t>
            </a:r>
            <a:r>
              <a:rPr lang="ru-RU" sz="900" b="0" i="0" dirty="0" smtClean="0">
                <a:solidFill>
                  <a:srgbClr val="000000"/>
                </a:solidFill>
              </a:rPr>
              <a:t> </a:t>
            </a:r>
            <a:r>
              <a:rPr lang="ru-RU" sz="900" b="0" i="0" dirty="0" smtClean="0">
                <a:solidFill>
                  <a:srgbClr val="000000"/>
                </a:solidFill>
                <a:latin typeface="Arial"/>
              </a:rPr>
              <a:t>звонков</a:t>
            </a:r>
            <a:r>
              <a:rPr lang="ru-RU" sz="900" b="0" i="0" dirty="0" smtClean="0">
                <a:solidFill>
                  <a:srgbClr val="000000"/>
                </a:solidFill>
              </a:rPr>
              <a:t> </a:t>
            </a:r>
            <a:r>
              <a:rPr lang="ru-RU" sz="900" b="0" i="0" dirty="0" smtClean="0">
                <a:solidFill>
                  <a:srgbClr val="000000"/>
                </a:solidFill>
                <a:latin typeface="Arial"/>
              </a:rPr>
              <a:t>со</a:t>
            </a:r>
            <a:r>
              <a:rPr lang="ru-RU" sz="900" b="0" i="0" dirty="0" smtClean="0">
                <a:solidFill>
                  <a:srgbClr val="000000"/>
                </a:solidFill>
              </a:rPr>
              <a:t> </a:t>
            </a:r>
            <a:r>
              <a:rPr lang="ru-RU" sz="900" b="0" i="0" dirty="0" smtClean="0">
                <a:solidFill>
                  <a:srgbClr val="000000"/>
                </a:solidFill>
                <a:latin typeface="Arial"/>
              </a:rPr>
              <a:t>структурированными</a:t>
            </a:r>
            <a:r>
              <a:rPr lang="ru-RU" sz="900" b="0" i="0" dirty="0" smtClean="0">
                <a:solidFill>
                  <a:srgbClr val="000000"/>
                </a:solidFill>
              </a:rPr>
              <a:t> </a:t>
            </a:r>
            <a:r>
              <a:rPr lang="ru-RU" sz="900" b="0" i="0" dirty="0" smtClean="0">
                <a:solidFill>
                  <a:srgbClr val="000000"/>
                </a:solidFill>
                <a:latin typeface="Arial"/>
              </a:rPr>
              <a:t>данными</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штампами</a:t>
            </a:r>
            <a:r>
              <a:rPr lang="ru-RU" sz="900" b="0" i="0" dirty="0" smtClean="0">
                <a:solidFill>
                  <a:srgbClr val="000000"/>
                </a:solidFill>
              </a:rPr>
              <a:t> </a:t>
            </a:r>
            <a:r>
              <a:rPr lang="ru-RU" sz="900" b="0" i="0" dirty="0" smtClean="0">
                <a:solidFill>
                  <a:srgbClr val="000000"/>
                </a:solidFill>
                <a:latin typeface="Arial"/>
              </a:rPr>
              <a:t>даты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времени</a:t>
            </a:r>
            <a:r>
              <a:rPr lang="ru-RU" sz="900" b="0" i="0" dirty="0" smtClean="0">
                <a:solidFill>
                  <a:srgbClr val="000000"/>
                </a:solidFill>
              </a:rPr>
              <a:t>, </a:t>
            </a:r>
            <a:r>
              <a:rPr lang="ru-RU" sz="900" b="0" i="0" dirty="0" smtClean="0">
                <a:solidFill>
                  <a:srgbClr val="000000"/>
                </a:solidFill>
                <a:latin typeface="Arial"/>
              </a:rPr>
              <a:t>типами</a:t>
            </a:r>
            <a:r>
              <a:rPr lang="ru-RU" sz="900" b="0" i="0" dirty="0" smtClean="0">
                <a:solidFill>
                  <a:srgbClr val="000000"/>
                </a:solidFill>
              </a:rPr>
              <a:t> </a:t>
            </a:r>
            <a:r>
              <a:rPr lang="ru-RU" sz="900" b="0" i="0" dirty="0" smtClean="0">
                <a:solidFill>
                  <a:srgbClr val="000000"/>
                </a:solidFill>
                <a:latin typeface="Arial"/>
              </a:rPr>
              <a:t>машин</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типами</a:t>
            </a:r>
            <a:r>
              <a:rPr lang="ru-RU" sz="900" b="0" i="0" dirty="0" smtClean="0">
                <a:solidFill>
                  <a:srgbClr val="000000"/>
                </a:solidFill>
              </a:rPr>
              <a:t> </a:t>
            </a:r>
            <a:r>
              <a:rPr lang="ru-RU" sz="900" b="0" i="0" dirty="0" smtClean="0">
                <a:solidFill>
                  <a:srgbClr val="000000"/>
                </a:solidFill>
                <a:latin typeface="Arial"/>
              </a:rPr>
              <a:t>проблем</a:t>
            </a:r>
            <a:r>
              <a:rPr lang="ru-RU" sz="900" b="0" i="0" dirty="0" smtClean="0">
                <a:solidFill>
                  <a:srgbClr val="000000"/>
                </a:solidFill>
              </a:rPr>
              <a:t>, </a:t>
            </a:r>
            <a:r>
              <a:rPr lang="ru-RU" sz="900" b="0" i="0" dirty="0" smtClean="0">
                <a:solidFill>
                  <a:srgbClr val="000000"/>
                </a:solidFill>
                <a:latin typeface="Arial"/>
              </a:rPr>
              <a:t>введенными</a:t>
            </a:r>
            <a:r>
              <a:rPr lang="ru-RU" sz="900" b="0" i="0" dirty="0" smtClean="0">
                <a:solidFill>
                  <a:srgbClr val="000000"/>
                </a:solidFill>
              </a:rPr>
              <a:t> </a:t>
            </a:r>
            <a:r>
              <a:rPr lang="ru-RU" sz="900" b="0" i="0" dirty="0" smtClean="0">
                <a:solidFill>
                  <a:srgbClr val="000000"/>
                </a:solidFill>
                <a:latin typeface="Arial"/>
              </a:rPr>
              <a:t>специалистом</a:t>
            </a:r>
            <a:r>
              <a:rPr lang="ru-RU" sz="900" b="0" i="0" dirty="0" smtClean="0">
                <a:solidFill>
                  <a:srgbClr val="000000"/>
                </a:solidFill>
              </a:rPr>
              <a:t> </a:t>
            </a:r>
            <a:r>
              <a:rPr lang="ru-RU" sz="900" b="0" i="0" dirty="0" smtClean="0">
                <a:solidFill>
                  <a:srgbClr val="000000"/>
                </a:solidFill>
                <a:latin typeface="Arial"/>
              </a:rPr>
              <a:t>службы</a:t>
            </a:r>
            <a:r>
              <a:rPr lang="ru-RU" sz="900" b="0" i="0" dirty="0" smtClean="0">
                <a:solidFill>
                  <a:srgbClr val="000000"/>
                </a:solidFill>
              </a:rPr>
              <a:t> </a:t>
            </a:r>
            <a:r>
              <a:rPr lang="ru-RU" sz="900" b="0" i="0" dirty="0" smtClean="0">
                <a:solidFill>
                  <a:srgbClr val="000000"/>
                </a:solidFill>
                <a:latin typeface="Arial"/>
              </a:rPr>
              <a:t>поддержки</a:t>
            </a:r>
            <a:r>
              <a:rPr lang="ru-RU" sz="900" b="0" i="0" dirty="0" smtClean="0">
                <a:solidFill>
                  <a:srgbClr val="000000"/>
                </a:solidFill>
              </a:rPr>
              <a:t>. </a:t>
            </a:r>
            <a:r>
              <a:rPr lang="ru-RU" sz="900" b="0" i="0" dirty="0" smtClean="0">
                <a:solidFill>
                  <a:srgbClr val="000000"/>
                </a:solidFill>
                <a:latin typeface="Arial"/>
              </a:rPr>
              <a:t>Кроме</a:t>
            </a:r>
            <a:r>
              <a:rPr lang="ru-RU" sz="900" b="0" i="0" dirty="0" smtClean="0">
                <a:solidFill>
                  <a:srgbClr val="000000"/>
                </a:solidFill>
              </a:rPr>
              <a:t> </a:t>
            </a:r>
            <a:r>
              <a:rPr lang="ru-RU" sz="900" b="0" i="0" dirty="0" smtClean="0">
                <a:solidFill>
                  <a:srgbClr val="000000"/>
                </a:solidFill>
                <a:latin typeface="Arial"/>
              </a:rPr>
              <a:t>того</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этой</a:t>
            </a:r>
            <a:r>
              <a:rPr lang="ru-RU" sz="900" b="0" i="0" dirty="0" smtClean="0">
                <a:solidFill>
                  <a:srgbClr val="000000"/>
                </a:solidFill>
              </a:rPr>
              <a:t> </a:t>
            </a:r>
            <a:r>
              <a:rPr lang="ru-RU" sz="900" b="0" i="0" dirty="0" smtClean="0">
                <a:solidFill>
                  <a:srgbClr val="000000"/>
                </a:solidFill>
                <a:latin typeface="Arial"/>
              </a:rPr>
              <a:t>системе</a:t>
            </a:r>
            <a:r>
              <a:rPr lang="ru-RU" sz="900" b="0" i="0" dirty="0" smtClean="0">
                <a:solidFill>
                  <a:srgbClr val="000000"/>
                </a:solidFill>
              </a:rPr>
              <a:t> </a:t>
            </a:r>
            <a:r>
              <a:rPr lang="ru-RU" sz="900" b="0" i="0" dirty="0" smtClean="0">
                <a:solidFill>
                  <a:srgbClr val="000000"/>
                </a:solidFill>
                <a:latin typeface="Arial"/>
              </a:rPr>
              <a:t>могут</a:t>
            </a:r>
            <a:r>
              <a:rPr lang="ru-RU" sz="900" b="0" i="0" dirty="0" smtClean="0">
                <a:solidFill>
                  <a:srgbClr val="000000"/>
                </a:solidFill>
              </a:rPr>
              <a:t> </a:t>
            </a:r>
            <a:r>
              <a:rPr lang="ru-RU" sz="900" b="0" i="0" dirty="0" smtClean="0">
                <a:solidFill>
                  <a:srgbClr val="000000"/>
                </a:solidFill>
                <a:latin typeface="Arial"/>
              </a:rPr>
              <a:t>храниться</a:t>
            </a:r>
            <a:r>
              <a:rPr lang="ru-RU" sz="900" b="0" i="0" dirty="0" smtClean="0">
                <a:solidFill>
                  <a:srgbClr val="000000"/>
                </a:solidFill>
              </a:rPr>
              <a:t> </a:t>
            </a:r>
            <a:r>
              <a:rPr lang="ru-RU" sz="900" b="0" i="0" dirty="0" smtClean="0">
                <a:solidFill>
                  <a:srgbClr val="000000"/>
                </a:solidFill>
                <a:latin typeface="Arial"/>
              </a:rPr>
              <a:t>неструктурированные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частично</a:t>
            </a:r>
            <a:r>
              <a:rPr lang="ru-RU" sz="900" b="0" i="0" dirty="0" smtClean="0">
                <a:solidFill>
                  <a:srgbClr val="000000"/>
                </a:solidFill>
              </a:rPr>
              <a:t> </a:t>
            </a:r>
            <a:r>
              <a:rPr lang="ru-RU" sz="900" b="0" i="0" dirty="0" smtClean="0">
                <a:solidFill>
                  <a:srgbClr val="000000"/>
                </a:solidFill>
                <a:latin typeface="Arial"/>
              </a:rPr>
              <a:t>структурированные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заявки</a:t>
            </a:r>
            <a:r>
              <a:rPr lang="ru-RU" sz="900" b="0" i="0" dirty="0" smtClean="0">
                <a:solidFill>
                  <a:srgbClr val="000000"/>
                </a:solidFill>
              </a:rPr>
              <a:t> </a:t>
            </a:r>
            <a:r>
              <a:rPr lang="ru-RU" sz="900" b="0" i="0" dirty="0" smtClean="0">
                <a:solidFill>
                  <a:srgbClr val="000000"/>
                </a:solidFill>
                <a:latin typeface="Arial"/>
              </a:rPr>
              <a:t>о</a:t>
            </a:r>
            <a:r>
              <a:rPr lang="ru-RU" sz="900" b="0" i="0" dirty="0" smtClean="0">
                <a:solidFill>
                  <a:srgbClr val="000000"/>
                </a:solidFill>
              </a:rPr>
              <a:t> </a:t>
            </a:r>
            <a:r>
              <a:rPr lang="ru-RU" sz="900" b="0" i="0" dirty="0" smtClean="0">
                <a:solidFill>
                  <a:srgbClr val="000000"/>
                </a:solidFill>
                <a:latin typeface="Arial"/>
              </a:rPr>
              <a:t>проблемах</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сообщениях</a:t>
            </a:r>
            <a:r>
              <a:rPr lang="ru-RU" sz="900" b="0" i="0" dirty="0" smtClean="0">
                <a:solidFill>
                  <a:srgbClr val="000000"/>
                </a:solidFill>
              </a:rPr>
              <a:t> </a:t>
            </a:r>
            <a:r>
              <a:rPr lang="ru-RU" sz="900" b="0" i="0" dirty="0" smtClean="0">
                <a:solidFill>
                  <a:srgbClr val="000000"/>
                </a:solidFill>
                <a:latin typeface="Arial"/>
              </a:rPr>
              <a:t>электронной</a:t>
            </a:r>
            <a:r>
              <a:rPr lang="ru-RU" sz="900" b="0" i="0" dirty="0" smtClean="0">
                <a:solidFill>
                  <a:srgbClr val="000000"/>
                </a:solidFill>
              </a:rPr>
              <a:t> </a:t>
            </a:r>
            <a:r>
              <a:rPr lang="ru-RU" sz="900" b="0" i="0" dirty="0" smtClean="0">
                <a:solidFill>
                  <a:srgbClr val="000000"/>
                </a:solidFill>
                <a:latin typeface="Arial"/>
              </a:rPr>
              <a:t>почты</a:t>
            </a:r>
            <a:r>
              <a:rPr lang="ru-RU" sz="900" b="0" i="0" dirty="0" smtClean="0">
                <a:solidFill>
                  <a:srgbClr val="000000"/>
                </a:solidFill>
              </a:rPr>
              <a:t>, </a:t>
            </a:r>
            <a:r>
              <a:rPr lang="ru-RU" sz="900" b="0" i="0" dirty="0" smtClean="0">
                <a:solidFill>
                  <a:srgbClr val="000000"/>
                </a:solidFill>
                <a:latin typeface="Arial"/>
              </a:rPr>
              <a:t>сведения</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журнала</a:t>
            </a:r>
            <a:r>
              <a:rPr lang="ru-RU" sz="900" b="0" i="0" dirty="0" smtClean="0">
                <a:solidFill>
                  <a:srgbClr val="000000"/>
                </a:solidFill>
              </a:rPr>
              <a:t> </a:t>
            </a:r>
            <a:r>
              <a:rPr lang="ru-RU" sz="900" b="0" i="0" dirty="0" smtClean="0">
                <a:solidFill>
                  <a:srgbClr val="000000"/>
                </a:solidFill>
                <a:latin typeface="Arial"/>
              </a:rPr>
              <a:t>звонков</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фактические</a:t>
            </a:r>
            <a:r>
              <a:rPr lang="ru-RU" sz="900" b="0" i="0" dirty="0" smtClean="0">
                <a:solidFill>
                  <a:srgbClr val="000000"/>
                </a:solidFill>
              </a:rPr>
              <a:t> </a:t>
            </a:r>
            <a:r>
              <a:rPr lang="ru-RU" sz="900" b="0" i="0" dirty="0" smtClean="0">
                <a:solidFill>
                  <a:srgbClr val="000000"/>
                </a:solidFill>
                <a:latin typeface="Arial"/>
              </a:rPr>
              <a:t>записи</a:t>
            </a:r>
            <a:r>
              <a:rPr lang="ru-RU" sz="900" b="0" i="0" dirty="0" smtClean="0">
                <a:solidFill>
                  <a:srgbClr val="000000"/>
                </a:solidFill>
              </a:rPr>
              <a:t> </a:t>
            </a:r>
            <a:r>
              <a:rPr lang="ru-RU" sz="900" b="0" i="0" dirty="0" smtClean="0">
                <a:solidFill>
                  <a:srgbClr val="000000"/>
                </a:solidFill>
                <a:latin typeface="Arial"/>
              </a:rPr>
              <a:t>звонков</a:t>
            </a:r>
            <a:r>
              <a:rPr lang="ru-RU" sz="900" b="0" i="0" dirty="0" smtClean="0">
                <a:solidFill>
                  <a:srgbClr val="000000"/>
                </a:solidFill>
              </a:rPr>
              <a:t>.</a:t>
            </a:r>
          </a:p>
        </p:txBody>
      </p:sp>
    </p:spTree>
    <p:extLst>
      <p:ext uri="{BB962C8B-B14F-4D97-AF65-F5344CB8AC3E}">
        <p14:creationId xmlns:p14="http://schemas.microsoft.com/office/powerpoint/2010/main" val="329113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sz="900" b="0" i="0" dirty="0" smtClean="0">
                <a:solidFill>
                  <a:srgbClr val="000000"/>
                </a:solidFill>
                <a:latin typeface="Arial"/>
              </a:rPr>
              <a:t>Термины</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информация</a:t>
            </a:r>
            <a:r>
              <a:rPr lang="ru-RU" sz="900" b="0" i="0" dirty="0" smtClean="0">
                <a:solidFill>
                  <a:srgbClr val="000000"/>
                </a:solidFill>
              </a:rPr>
              <a:t>» </a:t>
            </a:r>
            <a:r>
              <a:rPr lang="ru-RU" sz="900" b="0" i="0" dirty="0" smtClean="0">
                <a:solidFill>
                  <a:srgbClr val="000000"/>
                </a:solidFill>
                <a:latin typeface="Arial"/>
              </a:rPr>
              <a:t>тесно</a:t>
            </a:r>
            <a:r>
              <a:rPr lang="ru-RU" sz="900" b="0" i="0" dirty="0" smtClean="0">
                <a:solidFill>
                  <a:srgbClr val="000000"/>
                </a:solidFill>
              </a:rPr>
              <a:t> </a:t>
            </a:r>
            <a:r>
              <a:rPr lang="ru-RU" sz="900" b="0" i="0" dirty="0" smtClean="0">
                <a:solidFill>
                  <a:srgbClr val="000000"/>
                </a:solidFill>
                <a:latin typeface="Arial"/>
              </a:rPr>
              <a:t>связаны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зачастую</a:t>
            </a:r>
            <a:r>
              <a:rPr lang="ru-RU" sz="900" b="0" i="0" dirty="0" smtClean="0">
                <a:solidFill>
                  <a:srgbClr val="000000"/>
                </a:solidFill>
              </a:rPr>
              <a:t> </a:t>
            </a:r>
            <a:r>
              <a:rPr lang="ru-RU" sz="900" b="0" i="0" dirty="0" smtClean="0">
                <a:solidFill>
                  <a:srgbClr val="000000"/>
                </a:solidFill>
                <a:latin typeface="Arial"/>
              </a:rPr>
              <a:t>взаимозаменяемы</a:t>
            </a:r>
            <a:r>
              <a:rPr lang="ru-RU" sz="900" b="0" i="0" dirty="0" smtClean="0">
                <a:solidFill>
                  <a:srgbClr val="000000"/>
                </a:solidFill>
              </a:rPr>
              <a:t>. </a:t>
            </a:r>
            <a:r>
              <a:rPr lang="ru-RU" sz="900" b="0" i="0" dirty="0" smtClean="0">
                <a:solidFill>
                  <a:srgbClr val="000000"/>
                </a:solidFill>
                <a:latin typeface="Arial"/>
              </a:rPr>
              <a:t>Однако</a:t>
            </a:r>
            <a:r>
              <a:rPr lang="ru-RU" sz="900" b="0" i="0" dirty="0" smtClean="0">
                <a:solidFill>
                  <a:srgbClr val="000000"/>
                </a:solidFill>
              </a:rPr>
              <a:t> </a:t>
            </a:r>
            <a:r>
              <a:rPr lang="ru-RU" sz="900" b="0" i="0" dirty="0" smtClean="0">
                <a:solidFill>
                  <a:srgbClr val="000000"/>
                </a:solidFill>
                <a:latin typeface="Arial"/>
              </a:rPr>
              <a:t>важно</a:t>
            </a:r>
            <a:r>
              <a:rPr lang="ru-RU" sz="900" b="0" i="0" dirty="0" smtClean="0">
                <a:solidFill>
                  <a:srgbClr val="000000"/>
                </a:solidFill>
              </a:rPr>
              <a:t> </a:t>
            </a:r>
            <a:r>
              <a:rPr lang="ru-RU" sz="900" b="0" i="0" dirty="0" smtClean="0">
                <a:solidFill>
                  <a:srgbClr val="000000"/>
                </a:solidFill>
                <a:latin typeface="Arial"/>
              </a:rPr>
              <a:t>понимать</a:t>
            </a:r>
            <a:r>
              <a:rPr lang="ru-RU" sz="900" b="0" i="0" dirty="0" smtClean="0">
                <a:solidFill>
                  <a:srgbClr val="000000"/>
                </a:solidFill>
              </a:rPr>
              <a:t> </a:t>
            </a:r>
            <a:r>
              <a:rPr lang="ru-RU" sz="900" b="0" i="0" dirty="0" smtClean="0">
                <a:solidFill>
                  <a:srgbClr val="000000"/>
                </a:solidFill>
                <a:latin typeface="Arial"/>
              </a:rPr>
              <a:t>различия</a:t>
            </a:r>
            <a:r>
              <a:rPr lang="ru-RU" sz="900" b="0" i="0" dirty="0" smtClean="0">
                <a:solidFill>
                  <a:srgbClr val="000000"/>
                </a:solidFill>
              </a:rPr>
              <a:t> </a:t>
            </a:r>
            <a:r>
              <a:rPr lang="ru-RU" sz="900" b="0" i="0" dirty="0" smtClean="0">
                <a:solidFill>
                  <a:srgbClr val="000000"/>
                </a:solidFill>
                <a:latin typeface="Arial"/>
              </a:rPr>
              <a:t>между</a:t>
            </a:r>
            <a:r>
              <a:rPr lang="ru-RU" sz="900" b="0" i="0" dirty="0" smtClean="0">
                <a:solidFill>
                  <a:srgbClr val="000000"/>
                </a:solidFill>
              </a:rPr>
              <a:t> </a:t>
            </a:r>
            <a:r>
              <a:rPr lang="ru-RU" sz="900" b="0" i="0" dirty="0" smtClean="0">
                <a:solidFill>
                  <a:srgbClr val="000000"/>
                </a:solidFill>
                <a:latin typeface="Arial"/>
              </a:rPr>
              <a:t>этими</a:t>
            </a:r>
            <a:r>
              <a:rPr lang="ru-RU" sz="900" b="0" i="0" dirty="0" smtClean="0">
                <a:solidFill>
                  <a:srgbClr val="000000"/>
                </a:solidFill>
              </a:rPr>
              <a:t> </a:t>
            </a:r>
            <a:r>
              <a:rPr lang="ru-RU" sz="900" b="0" i="0" dirty="0" smtClean="0">
                <a:solidFill>
                  <a:srgbClr val="000000"/>
                </a:solidFill>
                <a:latin typeface="Arial"/>
              </a:rPr>
              <a:t>понятиями</a:t>
            </a:r>
            <a:r>
              <a:rPr lang="ru-RU" sz="900" b="0" i="0" dirty="0" smtClean="0">
                <a:solidFill>
                  <a:srgbClr val="000000"/>
                </a:solidFill>
              </a:rPr>
              <a:t>. </a:t>
            </a:r>
            <a:r>
              <a:rPr lang="ru-RU" sz="900" b="0" i="0" dirty="0" smtClean="0">
                <a:solidFill>
                  <a:srgbClr val="000000"/>
                </a:solidFill>
                <a:latin typeface="Arial"/>
              </a:rPr>
              <a:t>Сами</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себе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набор</a:t>
            </a:r>
            <a:r>
              <a:rPr lang="ru-RU" sz="900" b="0" i="0" dirty="0" smtClean="0">
                <a:solidFill>
                  <a:srgbClr val="000000"/>
                </a:solidFill>
              </a:rPr>
              <a:t> </a:t>
            </a:r>
            <a:r>
              <a:rPr lang="ru-RU" sz="900" b="0" i="0" dirty="0" smtClean="0">
                <a:solidFill>
                  <a:srgbClr val="000000"/>
                </a:solidFill>
                <a:latin typeface="Arial"/>
              </a:rPr>
              <a:t>фактов</a:t>
            </a:r>
            <a:r>
              <a:rPr lang="ru-RU" sz="900" b="0" i="0" dirty="0" smtClean="0">
                <a:solidFill>
                  <a:srgbClr val="000000"/>
                </a:solidFill>
              </a:rPr>
              <a:t>, </a:t>
            </a:r>
            <a:r>
              <a:rPr lang="ru-RU" sz="900" b="0" i="0" dirty="0" smtClean="0">
                <a:solidFill>
                  <a:srgbClr val="000000"/>
                </a:solidFill>
                <a:latin typeface="Arial"/>
              </a:rPr>
              <a:t>который</a:t>
            </a:r>
            <a:r>
              <a:rPr lang="ru-RU" sz="900" b="0" i="0" dirty="0" smtClean="0">
                <a:solidFill>
                  <a:srgbClr val="000000"/>
                </a:solidFill>
              </a:rPr>
              <a:t> </a:t>
            </a:r>
            <a:r>
              <a:rPr lang="ru-RU" sz="900" b="0" i="0" dirty="0" smtClean="0">
                <a:solidFill>
                  <a:srgbClr val="000000"/>
                </a:solidFill>
                <a:latin typeface="Arial"/>
              </a:rPr>
              <a:t>необходимо</a:t>
            </a:r>
            <a:r>
              <a:rPr lang="ru-RU" sz="900" b="0" i="0" dirty="0" smtClean="0">
                <a:solidFill>
                  <a:srgbClr val="000000"/>
                </a:solidFill>
              </a:rPr>
              <a:t> </a:t>
            </a:r>
            <a:r>
              <a:rPr lang="ru-RU" sz="900" b="0" i="0" dirty="0" smtClean="0">
                <a:solidFill>
                  <a:srgbClr val="000000"/>
                </a:solidFill>
                <a:latin typeface="Arial"/>
              </a:rPr>
              <a:t>обработать</a:t>
            </a:r>
            <a:r>
              <a:rPr lang="ru-RU" sz="900" b="0" i="0" dirty="0" smtClean="0">
                <a:solidFill>
                  <a:srgbClr val="000000"/>
                </a:solidFill>
              </a:rPr>
              <a:t>, </a:t>
            </a:r>
            <a:r>
              <a:rPr lang="ru-RU" sz="900" b="0" i="0" dirty="0" smtClean="0">
                <a:solidFill>
                  <a:srgbClr val="000000"/>
                </a:solidFill>
                <a:latin typeface="Arial"/>
              </a:rPr>
              <a:t>чтобы</a:t>
            </a:r>
            <a:r>
              <a:rPr lang="ru-RU" sz="900" b="0" i="0" dirty="0" smtClean="0">
                <a:solidFill>
                  <a:srgbClr val="000000"/>
                </a:solidFill>
              </a:rPr>
              <a:t> </a:t>
            </a:r>
            <a:r>
              <a:rPr lang="ru-RU" sz="900" b="0" i="0" dirty="0" smtClean="0">
                <a:solidFill>
                  <a:srgbClr val="000000"/>
                </a:solidFill>
                <a:latin typeface="Arial"/>
              </a:rPr>
              <a:t>извлечь</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него</a:t>
            </a:r>
            <a:r>
              <a:rPr lang="ru-RU" sz="900" b="0" i="0" dirty="0" smtClean="0">
                <a:solidFill>
                  <a:srgbClr val="000000"/>
                </a:solidFill>
              </a:rPr>
              <a:t> </a:t>
            </a:r>
            <a:r>
              <a:rPr lang="ru-RU" sz="900" b="0" i="0" dirty="0" smtClean="0">
                <a:solidFill>
                  <a:srgbClr val="000000"/>
                </a:solidFill>
                <a:latin typeface="Arial"/>
              </a:rPr>
              <a:t>полезные</a:t>
            </a:r>
            <a:r>
              <a:rPr lang="ru-RU" sz="900" b="0" i="0" dirty="0" smtClean="0">
                <a:solidFill>
                  <a:srgbClr val="000000"/>
                </a:solidFill>
              </a:rPr>
              <a:t> </a:t>
            </a:r>
            <a:r>
              <a:rPr lang="ru-RU" sz="900" b="0" i="0" dirty="0" smtClean="0">
                <a:solidFill>
                  <a:srgbClr val="000000"/>
                </a:solidFill>
                <a:latin typeface="Arial"/>
              </a:rPr>
              <a:t>сведения</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набор</a:t>
            </a:r>
            <a:r>
              <a:rPr lang="ru-RU" sz="900" b="0" i="0" dirty="0" smtClean="0">
                <a:solidFill>
                  <a:srgbClr val="000000"/>
                </a:solidFill>
              </a:rPr>
              <a:t> </a:t>
            </a:r>
            <a:r>
              <a:rPr lang="ru-RU" sz="900" b="0" i="0" dirty="0" smtClean="0">
                <a:solidFill>
                  <a:srgbClr val="000000"/>
                </a:solidFill>
                <a:latin typeface="Arial"/>
              </a:rPr>
              <a:t>годовых</a:t>
            </a:r>
            <a:r>
              <a:rPr lang="ru-RU" sz="900" b="0" i="0" dirty="0" smtClean="0">
                <a:solidFill>
                  <a:srgbClr val="000000"/>
                </a:solidFill>
              </a:rPr>
              <a:t> </a:t>
            </a:r>
            <a:r>
              <a:rPr lang="ru-RU" sz="900" b="0" i="0" dirty="0" smtClean="0">
                <a:solidFill>
                  <a:srgbClr val="000000"/>
                </a:solidFill>
                <a:latin typeface="Arial"/>
              </a:rPr>
              <a:t>показателей</a:t>
            </a:r>
            <a:r>
              <a:rPr lang="ru-RU" sz="900" b="0" i="0" dirty="0" smtClean="0">
                <a:solidFill>
                  <a:srgbClr val="000000"/>
                </a:solidFill>
              </a:rPr>
              <a:t> </a:t>
            </a:r>
            <a:r>
              <a:rPr lang="ru-RU" sz="900" b="0" i="0" dirty="0" smtClean="0">
                <a:solidFill>
                  <a:srgbClr val="000000"/>
                </a:solidFill>
                <a:latin typeface="Arial"/>
              </a:rPr>
              <a:t>продаж</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После</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этих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их</a:t>
            </a:r>
            <a:r>
              <a:rPr lang="ru-RU" sz="900" b="0" i="0" dirty="0" smtClean="0">
                <a:solidFill>
                  <a:srgbClr val="000000"/>
                </a:solidFill>
              </a:rPr>
              <a:t> </a:t>
            </a:r>
            <a:r>
              <a:rPr lang="ru-RU" sz="900" b="0" i="0" dirty="0" smtClean="0">
                <a:solidFill>
                  <a:srgbClr val="000000"/>
                </a:solidFill>
                <a:latin typeface="Arial"/>
              </a:rPr>
              <a:t>представления</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определенном</a:t>
            </a:r>
            <a:r>
              <a:rPr lang="ru-RU" sz="900" b="0" i="0" dirty="0" smtClean="0">
                <a:solidFill>
                  <a:srgbClr val="000000"/>
                </a:solidFill>
              </a:rPr>
              <a:t> </a:t>
            </a:r>
            <a:r>
              <a:rPr lang="ru-RU" sz="900" b="0" i="0" dirty="0" smtClean="0">
                <a:solidFill>
                  <a:srgbClr val="000000"/>
                </a:solidFill>
                <a:latin typeface="Arial"/>
              </a:rPr>
              <a:t>контексте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интерпретировать</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дальнейшего</a:t>
            </a:r>
            <a:r>
              <a:rPr lang="ru-RU" sz="900" b="0" i="0" dirty="0" smtClean="0">
                <a:solidFill>
                  <a:srgbClr val="000000"/>
                </a:solidFill>
              </a:rPr>
              <a:t> </a:t>
            </a:r>
            <a:r>
              <a:rPr lang="ru-RU" sz="900" b="0" i="0" dirty="0" smtClean="0">
                <a:solidFill>
                  <a:srgbClr val="000000"/>
                </a:solidFill>
                <a:latin typeface="Arial"/>
              </a:rPr>
              <a:t>использования</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Обработанные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структурированные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называются</a:t>
            </a:r>
            <a:r>
              <a:rPr lang="ru-RU" sz="900" b="0" i="0" dirty="0" smtClean="0">
                <a:solidFill>
                  <a:srgbClr val="000000"/>
                </a:solidFill>
              </a:rPr>
              <a:t> </a:t>
            </a:r>
            <a:r>
              <a:rPr lang="ru-RU" sz="900" b="0" i="1" dirty="0" smtClean="0">
                <a:solidFill>
                  <a:srgbClr val="000000"/>
                </a:solidFill>
                <a:latin typeface="Arial"/>
              </a:rPr>
              <a:t>информацией</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примеру</a:t>
            </a:r>
            <a:r>
              <a:rPr lang="ru-RU" sz="900" b="0" i="0" dirty="0" smtClean="0">
                <a:solidFill>
                  <a:srgbClr val="000000"/>
                </a:solidFill>
              </a:rPr>
              <a:t>, </a:t>
            </a:r>
            <a:r>
              <a:rPr lang="ru-RU" sz="900" b="0" i="0" dirty="0" smtClean="0">
                <a:solidFill>
                  <a:srgbClr val="000000"/>
                </a:solidFill>
                <a:latin typeface="Arial"/>
              </a:rPr>
              <a:t>после</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о</a:t>
            </a:r>
            <a:r>
              <a:rPr lang="ru-RU" sz="900" b="0" i="0" dirty="0" smtClean="0">
                <a:solidFill>
                  <a:srgbClr val="000000"/>
                </a:solidFill>
              </a:rPr>
              <a:t> </a:t>
            </a:r>
            <a:r>
              <a:rPr lang="ru-RU" sz="900" b="0" i="0" dirty="0" smtClean="0">
                <a:solidFill>
                  <a:srgbClr val="000000"/>
                </a:solidFill>
                <a:latin typeface="Arial"/>
              </a:rPr>
              <a:t>годовых</a:t>
            </a:r>
            <a:r>
              <a:rPr lang="ru-RU" sz="900" b="0" i="0" dirty="0" smtClean="0">
                <a:solidFill>
                  <a:srgbClr val="000000"/>
                </a:solidFill>
              </a:rPr>
              <a:t> </a:t>
            </a:r>
            <a:r>
              <a:rPr lang="ru-RU" sz="900" b="0" i="0" dirty="0" smtClean="0">
                <a:solidFill>
                  <a:srgbClr val="000000"/>
                </a:solidFill>
                <a:latin typeface="Arial"/>
              </a:rPr>
              <a:t>продажах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их</a:t>
            </a:r>
            <a:r>
              <a:rPr lang="ru-RU" sz="900" b="0" i="0" dirty="0" smtClean="0">
                <a:solidFill>
                  <a:srgbClr val="000000"/>
                </a:solidFill>
              </a:rPr>
              <a:t> </a:t>
            </a:r>
            <a:r>
              <a:rPr lang="ru-RU" sz="900" b="0" i="0" dirty="0" smtClean="0">
                <a:solidFill>
                  <a:srgbClr val="000000"/>
                </a:solidFill>
                <a:latin typeface="Arial"/>
              </a:rPr>
              <a:t>подачи</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виде</a:t>
            </a:r>
            <a:r>
              <a:rPr lang="ru-RU" sz="900" b="0" i="0" dirty="0" smtClean="0">
                <a:solidFill>
                  <a:srgbClr val="000000"/>
                </a:solidFill>
              </a:rPr>
              <a:t> </a:t>
            </a:r>
            <a:r>
              <a:rPr lang="ru-RU" sz="900" b="0" i="0" dirty="0" smtClean="0">
                <a:solidFill>
                  <a:srgbClr val="000000"/>
                </a:solidFill>
                <a:latin typeface="Arial"/>
              </a:rPr>
              <a:t>отчета</a:t>
            </a:r>
            <a:r>
              <a:rPr lang="ru-RU" sz="900" b="0" i="0" dirty="0" smtClean="0">
                <a:solidFill>
                  <a:srgbClr val="000000"/>
                </a:solidFill>
              </a:rPr>
              <a:t> </a:t>
            </a:r>
            <a:r>
              <a:rPr lang="ru-RU" sz="900" b="0" i="0" dirty="0" smtClean="0">
                <a:solidFill>
                  <a:srgbClr val="000000"/>
                </a:solidFill>
                <a:latin typeface="Arial"/>
              </a:rPr>
              <a:t>о</a:t>
            </a:r>
            <a:r>
              <a:rPr lang="ru-RU" sz="900" b="0" i="0" dirty="0" smtClean="0">
                <a:solidFill>
                  <a:srgbClr val="000000"/>
                </a:solidFill>
              </a:rPr>
              <a:t> </a:t>
            </a:r>
            <a:r>
              <a:rPr lang="ru-RU" sz="900" b="0" i="0" dirty="0" smtClean="0">
                <a:solidFill>
                  <a:srgbClr val="000000"/>
                </a:solidFill>
                <a:latin typeface="Arial"/>
              </a:rPr>
              <a:t>продажах</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них</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извлечь</a:t>
            </a:r>
            <a:r>
              <a:rPr lang="ru-RU" sz="900" b="0" i="0" dirty="0" smtClean="0">
                <a:solidFill>
                  <a:srgbClr val="000000"/>
                </a:solidFill>
              </a:rPr>
              <a:t> </a:t>
            </a:r>
            <a:r>
              <a:rPr lang="ru-RU" sz="900" b="0" i="0" dirty="0" smtClean="0">
                <a:solidFill>
                  <a:srgbClr val="000000"/>
                </a:solidFill>
                <a:latin typeface="Arial"/>
              </a:rPr>
              <a:t>полезную</a:t>
            </a:r>
            <a:r>
              <a:rPr lang="ru-RU" sz="900" b="0" i="0" dirty="0" smtClean="0">
                <a:solidFill>
                  <a:srgbClr val="000000"/>
                </a:solidFill>
              </a:rPr>
              <a:t> </a:t>
            </a:r>
            <a:r>
              <a:rPr lang="ru-RU" sz="900" b="0" i="0" dirty="0" smtClean="0">
                <a:solidFill>
                  <a:srgbClr val="000000"/>
                </a:solidFill>
                <a:latin typeface="Arial"/>
              </a:rPr>
              <a:t>информацию</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средние</a:t>
            </a:r>
            <a:r>
              <a:rPr lang="ru-RU" sz="900" b="0" i="0" dirty="0" smtClean="0">
                <a:solidFill>
                  <a:srgbClr val="000000"/>
                </a:solidFill>
              </a:rPr>
              <a:t> </a:t>
            </a:r>
            <a:r>
              <a:rPr lang="ru-RU" sz="900" b="0" i="0" dirty="0" smtClean="0">
                <a:solidFill>
                  <a:srgbClr val="000000"/>
                </a:solidFill>
                <a:latin typeface="Arial"/>
              </a:rPr>
              <a:t>показатели</a:t>
            </a:r>
            <a:r>
              <a:rPr lang="ru-RU" sz="900" b="0" i="0" dirty="0" smtClean="0">
                <a:solidFill>
                  <a:srgbClr val="000000"/>
                </a:solidFill>
              </a:rPr>
              <a:t> </a:t>
            </a:r>
            <a:r>
              <a:rPr lang="ru-RU" sz="900" b="0" i="0" dirty="0" smtClean="0">
                <a:solidFill>
                  <a:srgbClr val="000000"/>
                </a:solidFill>
                <a:latin typeface="Arial"/>
              </a:rPr>
              <a:t>продаж</a:t>
            </a:r>
            <a:r>
              <a:rPr lang="ru-RU" sz="900" b="0" i="0" dirty="0" smtClean="0">
                <a:solidFill>
                  <a:srgbClr val="000000"/>
                </a:solidFill>
              </a:rPr>
              <a:t> </a:t>
            </a:r>
            <a:r>
              <a:rPr lang="ru-RU" sz="900" b="0" i="0" dirty="0" smtClean="0">
                <a:solidFill>
                  <a:srgbClr val="000000"/>
                </a:solidFill>
                <a:latin typeface="Arial"/>
              </a:rPr>
              <a:t>продукта</a:t>
            </a:r>
            <a:r>
              <a:rPr lang="ru-RU" sz="900" b="0"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dirty="0" smtClean="0">
                <a:solidFill>
                  <a:srgbClr val="000000"/>
                </a:solidFill>
                <a:latin typeface="Arial"/>
              </a:rPr>
              <a:t>указывают</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спрос</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популярность</a:t>
            </a:r>
            <a:r>
              <a:rPr lang="ru-RU" sz="900" b="0" i="0" dirty="0" smtClean="0">
                <a:solidFill>
                  <a:srgbClr val="000000"/>
                </a:solidFill>
              </a:rPr>
              <a:t> </a:t>
            </a:r>
            <a:r>
              <a:rPr lang="ru-RU" sz="900" b="0" i="0" dirty="0" smtClean="0">
                <a:solidFill>
                  <a:srgbClr val="000000"/>
                </a:solidFill>
                <a:latin typeface="Arial"/>
              </a:rPr>
              <a:t>продукта</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сравнение</a:t>
            </a:r>
            <a:r>
              <a:rPr lang="ru-RU" sz="900" b="0" i="0" dirty="0" smtClean="0">
                <a:solidFill>
                  <a:srgbClr val="000000"/>
                </a:solidFill>
              </a:rPr>
              <a:t> </a:t>
            </a:r>
            <a:r>
              <a:rPr lang="ru-RU" sz="900" b="0" i="0" dirty="0" smtClean="0">
                <a:solidFill>
                  <a:srgbClr val="000000"/>
                </a:solidFill>
                <a:latin typeface="Arial"/>
              </a:rPr>
              <a:t>фактических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прогнозируемых</a:t>
            </a:r>
            <a:r>
              <a:rPr lang="ru-RU" sz="900" b="0" i="0" dirty="0" smtClean="0">
                <a:solidFill>
                  <a:srgbClr val="000000"/>
                </a:solidFill>
              </a:rPr>
              <a:t> </a:t>
            </a:r>
            <a:r>
              <a:rPr lang="ru-RU" sz="900" b="0" i="0" dirty="0" smtClean="0">
                <a:solidFill>
                  <a:srgbClr val="000000"/>
                </a:solidFill>
                <a:latin typeface="Arial"/>
              </a:rPr>
              <a:t>показателей</a:t>
            </a:r>
            <a:r>
              <a:rPr lang="ru-RU" sz="900" b="0" i="0" dirty="0" smtClean="0">
                <a:solidFill>
                  <a:srgbClr val="000000"/>
                </a:solidFill>
              </a:rPr>
              <a:t> </a:t>
            </a:r>
            <a:r>
              <a:rPr lang="ru-RU" sz="900" b="0" i="0" dirty="0" smtClean="0">
                <a:solidFill>
                  <a:srgbClr val="000000"/>
                </a:solidFill>
                <a:latin typeface="Arial"/>
              </a:rPr>
              <a:t>продаж</a:t>
            </a:r>
            <a:r>
              <a:rPr lang="ru-RU" sz="900" b="0" i="0" dirty="0" smtClean="0">
                <a:solidFill>
                  <a:srgbClr val="000000"/>
                </a:solidFill>
              </a:rPr>
              <a:t>. </a:t>
            </a:r>
            <a:r>
              <a:rPr lang="ru-RU" sz="900" b="0" i="0" dirty="0" smtClean="0">
                <a:solidFill>
                  <a:srgbClr val="000000"/>
                </a:solidFill>
                <a:latin typeface="Arial"/>
              </a:rPr>
              <a:t>Таким</a:t>
            </a:r>
            <a:r>
              <a:rPr lang="ru-RU" sz="900" b="0" i="0" dirty="0" smtClean="0">
                <a:solidFill>
                  <a:srgbClr val="000000"/>
                </a:solidFill>
              </a:rPr>
              <a:t> </a:t>
            </a:r>
            <a:r>
              <a:rPr lang="ru-RU" sz="900" b="0" i="0" dirty="0" smtClean="0">
                <a:solidFill>
                  <a:srgbClr val="000000"/>
                </a:solidFill>
                <a:latin typeface="Arial"/>
              </a:rPr>
              <a:t>образом</a:t>
            </a:r>
            <a:r>
              <a:rPr lang="ru-RU" sz="900" b="0" i="0" dirty="0" smtClean="0">
                <a:solidFill>
                  <a:srgbClr val="000000"/>
                </a:solidFill>
              </a:rPr>
              <a:t>, </a:t>
            </a:r>
            <a:r>
              <a:rPr lang="ru-RU" sz="900" b="0" i="0" dirty="0" smtClean="0">
                <a:solidFill>
                  <a:srgbClr val="000000"/>
                </a:solidFill>
                <a:latin typeface="Arial"/>
              </a:rPr>
              <a:t>информация</a:t>
            </a:r>
            <a:r>
              <a:rPr lang="ru-RU" sz="900" b="0" i="0" dirty="0" smtClean="0">
                <a:solidFill>
                  <a:srgbClr val="000000"/>
                </a:solidFill>
              </a:rPr>
              <a:t> </a:t>
            </a:r>
            <a:r>
              <a:rPr lang="ru-RU" sz="900" b="0" i="0" dirty="0" smtClean="0">
                <a:solidFill>
                  <a:srgbClr val="000000"/>
                </a:solidFill>
                <a:latin typeface="Arial"/>
              </a:rPr>
              <a:t>обеспечивает</a:t>
            </a:r>
            <a:r>
              <a:rPr lang="ru-RU" sz="900" b="0" i="0" dirty="0" smtClean="0">
                <a:solidFill>
                  <a:srgbClr val="000000"/>
                </a:solidFill>
              </a:rPr>
              <a:t> </a:t>
            </a:r>
            <a:r>
              <a:rPr lang="ru-RU" sz="900" b="0" i="0" dirty="0" smtClean="0">
                <a:solidFill>
                  <a:srgbClr val="000000"/>
                </a:solidFill>
                <a:latin typeface="Arial"/>
              </a:rPr>
              <a:t>получение</a:t>
            </a:r>
            <a:r>
              <a:rPr lang="ru-RU" sz="900" b="0" i="0" dirty="0" smtClean="0">
                <a:solidFill>
                  <a:srgbClr val="000000"/>
                </a:solidFill>
              </a:rPr>
              <a:t> </a:t>
            </a:r>
            <a:r>
              <a:rPr lang="ru-RU" sz="900" b="0" i="0" dirty="0" smtClean="0">
                <a:solidFill>
                  <a:srgbClr val="000000"/>
                </a:solidFill>
                <a:latin typeface="Arial"/>
              </a:rPr>
              <a:t>знаний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позволяет</a:t>
            </a:r>
            <a:r>
              <a:rPr lang="ru-RU" sz="900" b="0" i="0" dirty="0" smtClean="0">
                <a:solidFill>
                  <a:srgbClr val="000000"/>
                </a:solidFill>
              </a:rPr>
              <a:t> </a:t>
            </a:r>
            <a:r>
              <a:rPr lang="ru-RU" sz="900" b="0" i="0" dirty="0" smtClean="0">
                <a:solidFill>
                  <a:srgbClr val="000000"/>
                </a:solidFill>
                <a:latin typeface="Arial"/>
              </a:rPr>
              <a:t>принимать</a:t>
            </a:r>
            <a:r>
              <a:rPr lang="ru-RU" sz="900" b="0" i="0" dirty="0" smtClean="0">
                <a:solidFill>
                  <a:srgbClr val="000000"/>
                </a:solidFill>
              </a:rPr>
              <a:t> </a:t>
            </a:r>
            <a:r>
              <a:rPr lang="ru-RU" sz="900" b="0" i="0" dirty="0" smtClean="0">
                <a:solidFill>
                  <a:srgbClr val="000000"/>
                </a:solidFill>
                <a:latin typeface="Arial"/>
              </a:rPr>
              <a:t>решения</a:t>
            </a:r>
            <a:r>
              <a:rPr lang="ru-RU" sz="900" b="0" i="0" dirty="0" smtClean="0">
                <a:solidFill>
                  <a:srgbClr val="000000"/>
                </a:solidFill>
              </a:rPr>
              <a:t>.</a:t>
            </a:r>
          </a:p>
          <a:p>
            <a:pPr indent="457200">
              <a:spcBef>
                <a:spcPts val="600"/>
              </a:spcBef>
              <a:defRPr/>
            </a:pPr>
            <a:r>
              <a:rPr lang="ru-RU" sz="900" b="0" i="0" dirty="0" smtClean="0">
                <a:solidFill>
                  <a:srgbClr val="000000"/>
                </a:solidFill>
                <a:latin typeface="Arial"/>
              </a:rPr>
              <a:t>Как</a:t>
            </a:r>
            <a:r>
              <a:rPr lang="ru-RU" sz="900" b="0" i="0" dirty="0" smtClean="0">
                <a:solidFill>
                  <a:srgbClr val="000000"/>
                </a:solidFill>
              </a:rPr>
              <a:t> </a:t>
            </a:r>
            <a:r>
              <a:rPr lang="ru-RU" sz="900" b="0" i="0" dirty="0" smtClean="0">
                <a:solidFill>
                  <a:srgbClr val="000000"/>
                </a:solidFill>
                <a:latin typeface="Arial"/>
              </a:rPr>
              <a:t>было</a:t>
            </a:r>
            <a:r>
              <a:rPr lang="ru-RU" sz="900" b="0" i="0" dirty="0" smtClean="0">
                <a:solidFill>
                  <a:srgbClr val="000000"/>
                </a:solidFill>
              </a:rPr>
              <a:t> </a:t>
            </a:r>
            <a:r>
              <a:rPr lang="ru-RU" sz="900" b="0" i="0" dirty="0" smtClean="0">
                <a:solidFill>
                  <a:srgbClr val="000000"/>
                </a:solidFill>
                <a:latin typeface="Arial"/>
              </a:rPr>
              <a:t>сказано</a:t>
            </a:r>
            <a:r>
              <a:rPr lang="ru-RU" sz="900" b="0" i="0" dirty="0" smtClean="0">
                <a:solidFill>
                  <a:srgbClr val="000000"/>
                </a:solidFill>
              </a:rPr>
              <a:t> </a:t>
            </a:r>
            <a:r>
              <a:rPr lang="ru-RU" sz="900" b="0" i="0" dirty="0" smtClean="0">
                <a:solidFill>
                  <a:srgbClr val="000000"/>
                </a:solidFill>
                <a:latin typeface="Arial"/>
              </a:rPr>
              <a:t>выше</a:t>
            </a:r>
            <a:r>
              <a:rPr lang="ru-RU" sz="900" b="0" i="0" dirty="0" smtClean="0">
                <a:solidFill>
                  <a:srgbClr val="000000"/>
                </a:solidFill>
              </a:rPr>
              <a:t>, </a:t>
            </a:r>
            <a:r>
              <a:rPr lang="ru-RU" sz="900" b="0" i="0" dirty="0" smtClean="0">
                <a:solidFill>
                  <a:srgbClr val="000000"/>
                </a:solidFill>
                <a:latin typeface="Arial"/>
              </a:rPr>
              <a:t>обработка</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анализ</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чрезвычайно</a:t>
            </a:r>
            <a:r>
              <a:rPr lang="ru-RU" sz="900" b="0" i="0" dirty="0" smtClean="0">
                <a:solidFill>
                  <a:srgbClr val="000000"/>
                </a:solidFill>
              </a:rPr>
              <a:t> </a:t>
            </a:r>
            <a:r>
              <a:rPr lang="ru-RU" sz="900" b="0" i="0" dirty="0" smtClean="0">
                <a:solidFill>
                  <a:srgbClr val="000000"/>
                </a:solidFill>
                <a:latin typeface="Arial"/>
              </a:rPr>
              <a:t>важны</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любой</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Они</a:t>
            </a:r>
            <a:r>
              <a:rPr lang="ru-RU" sz="900" b="0" i="0" dirty="0" smtClean="0">
                <a:solidFill>
                  <a:srgbClr val="000000"/>
                </a:solidFill>
              </a:rPr>
              <a:t> </a:t>
            </a:r>
            <a:r>
              <a:rPr lang="ru-RU" sz="900" b="0" i="0" dirty="0" smtClean="0">
                <a:solidFill>
                  <a:srgbClr val="000000"/>
                </a:solidFill>
                <a:latin typeface="Arial"/>
              </a:rPr>
              <a:t>позволяют</a:t>
            </a:r>
            <a:r>
              <a:rPr lang="ru-RU" sz="900" b="0" i="0" dirty="0" smtClean="0">
                <a:solidFill>
                  <a:srgbClr val="000000"/>
                </a:solidFill>
              </a:rPr>
              <a:t> </a:t>
            </a:r>
            <a:r>
              <a:rPr lang="ru-RU" sz="900" b="0" i="0" dirty="0" smtClean="0">
                <a:solidFill>
                  <a:srgbClr val="000000"/>
                </a:solidFill>
                <a:latin typeface="Arial"/>
              </a:rPr>
              <a:t>организациям</a:t>
            </a:r>
            <a:r>
              <a:rPr lang="ru-RU" sz="900" b="0" i="0" dirty="0" smtClean="0">
                <a:solidFill>
                  <a:srgbClr val="000000"/>
                </a:solidFill>
              </a:rPr>
              <a:t> </a:t>
            </a:r>
            <a:r>
              <a:rPr lang="ru-RU" sz="900" b="0" i="0" dirty="0" smtClean="0">
                <a:solidFill>
                  <a:srgbClr val="000000"/>
                </a:solidFill>
                <a:latin typeface="Arial"/>
              </a:rPr>
              <a:t>получать</a:t>
            </a:r>
            <a:r>
              <a:rPr lang="ru-RU" sz="900" b="0" i="0" dirty="0" smtClean="0">
                <a:solidFill>
                  <a:srgbClr val="000000"/>
                </a:solidFill>
              </a:rPr>
              <a:t> </a:t>
            </a:r>
            <a:r>
              <a:rPr lang="ru-RU" sz="900" b="0" i="0" dirty="0" smtClean="0">
                <a:solidFill>
                  <a:srgbClr val="000000"/>
                </a:solidFill>
                <a:latin typeface="Arial"/>
              </a:rPr>
              <a:t>ценные</a:t>
            </a:r>
            <a:r>
              <a:rPr lang="ru-RU" sz="900" b="0" i="0" dirty="0" smtClean="0">
                <a:solidFill>
                  <a:srgbClr val="000000"/>
                </a:solidFill>
              </a:rPr>
              <a:t> </a:t>
            </a:r>
            <a:r>
              <a:rPr lang="ru-RU" sz="900" b="0" i="0" dirty="0" smtClean="0">
                <a:solidFill>
                  <a:srgbClr val="000000"/>
                </a:solidFill>
                <a:latin typeface="Arial"/>
              </a:rPr>
              <a:t>сведения</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использовать</a:t>
            </a:r>
            <a:r>
              <a:rPr lang="ru-RU" sz="900" b="0" i="0" dirty="0" smtClean="0">
                <a:solidFill>
                  <a:srgbClr val="000000"/>
                </a:solidFill>
              </a:rPr>
              <a:t> </a:t>
            </a:r>
            <a:r>
              <a:rPr lang="ru-RU" sz="900" b="0" i="0" dirty="0" smtClean="0">
                <a:solidFill>
                  <a:srgbClr val="000000"/>
                </a:solidFill>
                <a:latin typeface="Arial"/>
              </a:rPr>
              <a:t>результаты</a:t>
            </a:r>
            <a:r>
              <a:rPr lang="ru-RU" sz="900" b="0" i="0" dirty="0" smtClean="0">
                <a:solidFill>
                  <a:srgbClr val="000000"/>
                </a:solidFill>
              </a:rPr>
              <a:t> </a:t>
            </a:r>
            <a:r>
              <a:rPr lang="ru-RU" sz="900" b="0" i="0" dirty="0" smtClean="0">
                <a:solidFill>
                  <a:srgbClr val="000000"/>
                </a:solidFill>
                <a:latin typeface="Arial"/>
              </a:rPr>
              <a:t>анализа</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принятия</a:t>
            </a:r>
            <a:r>
              <a:rPr lang="ru-RU" sz="900" b="0" i="0" dirty="0" smtClean="0">
                <a:solidFill>
                  <a:srgbClr val="000000"/>
                </a:solidFill>
              </a:rPr>
              <a:t> </a:t>
            </a:r>
            <a:r>
              <a:rPr lang="ru-RU" sz="900" b="0" i="0" dirty="0" smtClean="0">
                <a:solidFill>
                  <a:srgbClr val="000000"/>
                </a:solidFill>
                <a:latin typeface="Arial"/>
              </a:rPr>
              <a:t>решений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обеспечения</a:t>
            </a:r>
            <a:r>
              <a:rPr lang="ru-RU" sz="900" b="0" i="0" dirty="0" smtClean="0">
                <a:solidFill>
                  <a:srgbClr val="000000"/>
                </a:solidFill>
              </a:rPr>
              <a:t> </a:t>
            </a:r>
            <a:r>
              <a:rPr lang="ru-RU" sz="900" b="0" i="0" dirty="0" smtClean="0">
                <a:solidFill>
                  <a:srgbClr val="000000"/>
                </a:solidFill>
                <a:latin typeface="Arial"/>
              </a:rPr>
              <a:t>эффективной</a:t>
            </a:r>
            <a:r>
              <a:rPr lang="ru-RU" sz="900" b="0" i="0" dirty="0" smtClean="0">
                <a:solidFill>
                  <a:srgbClr val="000000"/>
                </a:solidFill>
              </a:rPr>
              <a:t> </a:t>
            </a:r>
            <a:r>
              <a:rPr lang="ru-RU" sz="900" b="0" i="0" dirty="0" smtClean="0">
                <a:solidFill>
                  <a:srgbClr val="000000"/>
                </a:solidFill>
                <a:latin typeface="Arial"/>
              </a:rPr>
              <a:t>работы</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p>
          <a:p>
            <a:pPr indent="457200">
              <a:spcBef>
                <a:spcPts val="600"/>
              </a:spcBef>
              <a:defRPr/>
            </a:pPr>
            <a:r>
              <a:rPr lang="ru-RU" sz="900" b="0" i="0" dirty="0" smtClean="0">
                <a:solidFill>
                  <a:srgbClr val="000000"/>
                </a:solidFill>
                <a:latin typeface="Arial"/>
              </a:rPr>
              <a:t>Структурированные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проще</a:t>
            </a:r>
            <a:r>
              <a:rPr lang="ru-RU" sz="900" b="0" i="0" dirty="0" smtClean="0">
                <a:solidFill>
                  <a:srgbClr val="000000"/>
                </a:solidFill>
              </a:rPr>
              <a:t> </a:t>
            </a:r>
            <a:r>
              <a:rPr lang="ru-RU" sz="900" b="0" i="0" dirty="0" smtClean="0">
                <a:solidFill>
                  <a:srgbClr val="000000"/>
                </a:solidFill>
                <a:latin typeface="Arial"/>
              </a:rPr>
              <a:t>обрабатывать</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a:t>
            </a:r>
            <a:r>
              <a:rPr lang="ru-RU" sz="900" b="0" i="0" dirty="0" smtClean="0">
                <a:solidFill>
                  <a:srgbClr val="000000"/>
                </a:solidFill>
                <a:latin typeface="Arial"/>
              </a:rPr>
              <a:t>за</a:t>
            </a:r>
            <a:r>
              <a:rPr lang="ru-RU" sz="900" b="0" i="0" dirty="0" smtClean="0">
                <a:solidFill>
                  <a:srgbClr val="000000"/>
                </a:solidFill>
              </a:rPr>
              <a:t> </a:t>
            </a:r>
            <a:r>
              <a:rPr lang="ru-RU" sz="900" b="0" i="0" dirty="0" smtClean="0">
                <a:solidFill>
                  <a:srgbClr val="000000"/>
                </a:solidFill>
                <a:latin typeface="Arial"/>
              </a:rPr>
              <a:t>их</a:t>
            </a:r>
            <a:r>
              <a:rPr lang="ru-RU" sz="900" b="0" i="0" dirty="0" smtClean="0">
                <a:solidFill>
                  <a:srgbClr val="000000"/>
                </a:solidFill>
              </a:rPr>
              <a:t> </a:t>
            </a:r>
            <a:r>
              <a:rPr lang="ru-RU" sz="900" b="0" i="0" dirty="0" smtClean="0">
                <a:solidFill>
                  <a:srgbClr val="000000"/>
                </a:solidFill>
                <a:latin typeface="Arial"/>
              </a:rPr>
              <a:t>упорядоченной</a:t>
            </a:r>
            <a:r>
              <a:rPr lang="ru-RU" sz="900" b="0" i="0" dirty="0" smtClean="0">
                <a:solidFill>
                  <a:srgbClr val="000000"/>
                </a:solidFill>
              </a:rPr>
              <a:t> </a:t>
            </a:r>
            <a:r>
              <a:rPr lang="ru-RU" sz="900" b="0" i="0" dirty="0" smtClean="0">
                <a:solidFill>
                  <a:srgbClr val="000000"/>
                </a:solidFill>
                <a:latin typeface="Arial"/>
              </a:rPr>
              <a:t>формы</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другой</a:t>
            </a:r>
            <a:r>
              <a:rPr lang="ru-RU" sz="900" b="0" i="0" dirty="0" smtClean="0">
                <a:solidFill>
                  <a:srgbClr val="000000"/>
                </a:solidFill>
              </a:rPr>
              <a:t> </a:t>
            </a:r>
            <a:r>
              <a:rPr lang="ru-RU" sz="900" b="0" i="0" dirty="0" smtClean="0">
                <a:solidFill>
                  <a:srgbClr val="000000"/>
                </a:solidFill>
                <a:latin typeface="Arial"/>
              </a:rPr>
              <a:t>стороны</a:t>
            </a:r>
            <a:r>
              <a:rPr lang="ru-RU" sz="900" b="0" i="0" dirty="0" smtClean="0">
                <a:solidFill>
                  <a:srgbClr val="000000"/>
                </a:solidFill>
              </a:rPr>
              <a:t>, </a:t>
            </a:r>
            <a:r>
              <a:rPr lang="ru-RU" sz="900" b="0" i="0" dirty="0" smtClean="0">
                <a:solidFill>
                  <a:srgbClr val="000000"/>
                </a:solidFill>
                <a:latin typeface="Arial"/>
              </a:rPr>
              <a:t>обработка</a:t>
            </a:r>
            <a:r>
              <a:rPr lang="ru-RU" sz="900" b="0" i="0" dirty="0" smtClean="0">
                <a:solidFill>
                  <a:srgbClr val="000000"/>
                </a:solidFill>
              </a:rPr>
              <a:t> </a:t>
            </a:r>
            <a:r>
              <a:rPr lang="ru-RU" sz="900" b="0" i="0" dirty="0" smtClean="0">
                <a:solidFill>
                  <a:srgbClr val="000000"/>
                </a:solidFill>
                <a:latin typeface="Arial"/>
              </a:rPr>
              <a:t>неструктурированных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извлечение</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них</a:t>
            </a:r>
            <a:r>
              <a:rPr lang="ru-RU" sz="900" b="0" i="0" dirty="0" smtClean="0">
                <a:solidFill>
                  <a:srgbClr val="000000"/>
                </a:solidFill>
              </a:rPr>
              <a:t> </a:t>
            </a:r>
            <a:r>
              <a:rPr lang="ru-RU" sz="900" b="0"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помощью</a:t>
            </a:r>
            <a:r>
              <a:rPr lang="ru-RU" sz="900" b="0" i="0" dirty="0" smtClean="0">
                <a:solidFill>
                  <a:srgbClr val="000000"/>
                </a:solidFill>
              </a:rPr>
              <a:t> </a:t>
            </a:r>
            <a:r>
              <a:rPr lang="ru-RU" sz="900" b="0" i="0" dirty="0" smtClean="0">
                <a:solidFill>
                  <a:srgbClr val="000000"/>
                </a:solidFill>
                <a:latin typeface="Arial"/>
              </a:rPr>
              <a:t>традиционных</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сложный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длительный</a:t>
            </a:r>
            <a:r>
              <a:rPr lang="ru-RU" sz="900" b="0" i="0" dirty="0" smtClean="0">
                <a:solidFill>
                  <a:srgbClr val="000000"/>
                </a:solidFill>
              </a:rPr>
              <a:t> </a:t>
            </a:r>
            <a:r>
              <a:rPr lang="ru-RU" sz="900" b="0" i="0" dirty="0" smtClean="0">
                <a:solidFill>
                  <a:srgbClr val="000000"/>
                </a:solidFill>
                <a:latin typeface="Arial"/>
              </a:rPr>
              <a:t>процесс</a:t>
            </a:r>
            <a:r>
              <a:rPr lang="ru-RU" sz="900" b="0" i="0" dirty="0" smtClean="0">
                <a:solidFill>
                  <a:srgbClr val="000000"/>
                </a:solidFill>
              </a:rPr>
              <a:t>, </a:t>
            </a:r>
            <a:r>
              <a:rPr lang="ru-RU" sz="900" b="0" i="0" dirty="0" smtClean="0">
                <a:solidFill>
                  <a:srgbClr val="000000"/>
                </a:solidFill>
                <a:latin typeface="Arial"/>
              </a:rPr>
              <a:t>требующий</a:t>
            </a:r>
            <a:r>
              <a:rPr lang="ru-RU" sz="900" b="0" i="0" dirty="0" smtClean="0">
                <a:solidFill>
                  <a:srgbClr val="000000"/>
                </a:solidFill>
              </a:rPr>
              <a:t> </a:t>
            </a:r>
            <a:r>
              <a:rPr lang="ru-RU" sz="900" b="0" i="0" dirty="0" smtClean="0">
                <a:solidFill>
                  <a:srgbClr val="000000"/>
                </a:solidFill>
                <a:latin typeface="Arial"/>
              </a:rPr>
              <a:t>значительных</a:t>
            </a:r>
            <a:r>
              <a:rPr lang="ru-RU" sz="900" b="0" i="0" dirty="0" smtClean="0">
                <a:solidFill>
                  <a:srgbClr val="000000"/>
                </a:solidFill>
              </a:rPr>
              <a:t> </a:t>
            </a:r>
            <a:r>
              <a:rPr lang="ru-RU" sz="900" b="0" i="0" dirty="0" smtClean="0">
                <a:solidFill>
                  <a:srgbClr val="000000"/>
                </a:solidFill>
                <a:latin typeface="Arial"/>
              </a:rPr>
              <a:t>ресурсов</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управления</a:t>
            </a:r>
            <a:r>
              <a:rPr lang="ru-RU" sz="900" b="0" i="0" dirty="0" smtClean="0">
                <a:solidFill>
                  <a:srgbClr val="000000"/>
                </a:solidFill>
              </a:rPr>
              <a:t>, </a:t>
            </a:r>
            <a:r>
              <a:rPr lang="ru-RU" sz="900" b="0" i="0" dirty="0" smtClean="0">
                <a:solidFill>
                  <a:srgbClr val="000000"/>
                </a:solidFill>
                <a:latin typeface="Arial"/>
              </a:rPr>
              <a:t>анализа</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извлечения</a:t>
            </a:r>
            <a:r>
              <a:rPr lang="ru-RU" sz="900" b="0" i="0" dirty="0" smtClean="0">
                <a:solidFill>
                  <a:srgbClr val="000000"/>
                </a:solidFill>
              </a:rPr>
              <a:t> </a:t>
            </a:r>
            <a:r>
              <a:rPr lang="ru-RU" sz="900" b="0" i="0" dirty="0" smtClean="0">
                <a:solidFill>
                  <a:srgbClr val="000000"/>
                </a:solidFill>
                <a:latin typeface="Arial"/>
              </a:rPr>
              <a:t>полезной</a:t>
            </a:r>
            <a:r>
              <a:rPr lang="ru-RU" sz="900" b="0" i="0" dirty="0" smtClean="0">
                <a:solidFill>
                  <a:srgbClr val="000000"/>
                </a:solidFill>
              </a:rPr>
              <a:t> </a:t>
            </a:r>
            <a:r>
              <a:rPr lang="ru-RU" sz="900" b="0"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неструктурированных</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создаваемых</a:t>
            </a:r>
            <a:r>
              <a:rPr lang="ru-RU" sz="900" b="0" i="0" dirty="0" smtClean="0">
                <a:solidFill>
                  <a:srgbClr val="000000"/>
                </a:solidFill>
              </a:rPr>
              <a:t> </a:t>
            </a:r>
            <a:r>
              <a:rPr lang="ru-RU" sz="900" b="0" i="0" dirty="0" smtClean="0">
                <a:solidFill>
                  <a:srgbClr val="000000"/>
                </a:solidFill>
                <a:latin typeface="Arial"/>
              </a:rPr>
              <a:t>многочисленными</a:t>
            </a:r>
            <a:r>
              <a:rPr lang="ru-RU" sz="900" b="0" i="0" dirty="0" smtClean="0">
                <a:solidFill>
                  <a:srgbClr val="000000"/>
                </a:solidFill>
              </a:rPr>
              <a:t> </a:t>
            </a:r>
            <a:r>
              <a:rPr lang="ru-RU" sz="900" b="0" i="0" dirty="0" smtClean="0">
                <a:solidFill>
                  <a:srgbClr val="000000"/>
                </a:solidFill>
                <a:latin typeface="Arial"/>
              </a:rPr>
              <a:t>источниками</a:t>
            </a:r>
            <a:r>
              <a:rPr lang="ru-RU" sz="900" b="0" i="0" dirty="0" smtClean="0">
                <a:solidFill>
                  <a:srgbClr val="000000"/>
                </a:solidFill>
              </a:rPr>
              <a:t>, </a:t>
            </a:r>
            <a:r>
              <a:rPr lang="ru-RU" sz="900" b="0" i="0" dirty="0" smtClean="0">
                <a:solidFill>
                  <a:srgbClr val="000000"/>
                </a:solidFill>
                <a:latin typeface="Arial"/>
              </a:rPr>
              <a:t>появились</a:t>
            </a:r>
            <a:r>
              <a:rPr lang="ru-RU" sz="900" b="0" i="0" dirty="0" smtClean="0">
                <a:solidFill>
                  <a:srgbClr val="000000"/>
                </a:solidFill>
              </a:rPr>
              <a:t> </a:t>
            </a:r>
            <a:r>
              <a:rPr lang="ru-RU" sz="900" b="0" i="0" dirty="0" smtClean="0">
                <a:solidFill>
                  <a:srgbClr val="000000"/>
                </a:solidFill>
                <a:latin typeface="Arial"/>
              </a:rPr>
              <a:t>новые</a:t>
            </a:r>
            <a:r>
              <a:rPr lang="ru-RU" sz="900" b="0" i="0" dirty="0" smtClean="0">
                <a:solidFill>
                  <a:srgbClr val="000000"/>
                </a:solidFill>
              </a:rPr>
              <a:t> </a:t>
            </a:r>
            <a:r>
              <a:rPr lang="ru-RU" sz="900" b="0" i="0" dirty="0" smtClean="0">
                <a:solidFill>
                  <a:srgbClr val="000000"/>
                </a:solidFill>
                <a:latin typeface="Arial"/>
              </a:rPr>
              <a:t>архитектуры</a:t>
            </a:r>
            <a:r>
              <a:rPr lang="ru-RU" sz="900" b="0" i="0" dirty="0" smtClean="0">
                <a:solidFill>
                  <a:srgbClr val="000000"/>
                </a:solidFill>
              </a:rPr>
              <a:t>, </a:t>
            </a:r>
            <a:r>
              <a:rPr lang="ru-RU" sz="900" b="0" i="0" dirty="0" smtClean="0">
                <a:solidFill>
                  <a:srgbClr val="000000"/>
                </a:solidFill>
                <a:latin typeface="Arial"/>
              </a:rPr>
              <a:t>технологии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методы</a:t>
            </a:r>
            <a:r>
              <a:rPr lang="ru-RU" sz="900" b="0" i="0" dirty="0" smtClean="0">
                <a:solidFill>
                  <a:srgbClr val="000000"/>
                </a:solidFill>
              </a:rPr>
              <a:t> (</a:t>
            </a:r>
            <a:r>
              <a:rPr lang="ru-RU" sz="900" b="0" i="0" dirty="0" smtClean="0">
                <a:solidFill>
                  <a:srgbClr val="000000"/>
                </a:solidFill>
                <a:latin typeface="Arial"/>
              </a:rPr>
              <a:t>описанные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модуле</a:t>
            </a:r>
            <a:r>
              <a:rPr lang="ru-RU" sz="900" b="0" i="0" dirty="0" smtClean="0">
                <a:solidFill>
                  <a:srgbClr val="000000"/>
                </a:solidFill>
              </a:rPr>
              <a:t> 2 «</a:t>
            </a:r>
            <a:r>
              <a:rPr lang="ru-RU" sz="900" b="0" i="0" dirty="0" smtClean="0">
                <a:solidFill>
                  <a:srgbClr val="000000"/>
                </a:solidFill>
                <a:latin typeface="Arial"/>
              </a:rPr>
              <a:t>Технологии</a:t>
            </a:r>
            <a:r>
              <a:rPr lang="ru-RU" sz="900" b="0" i="0" dirty="0" smtClean="0">
                <a:solidFill>
                  <a:srgbClr val="000000"/>
                </a:solidFill>
              </a:rPr>
              <a:t> </a:t>
            </a:r>
            <a:r>
              <a:rPr lang="ru-RU" sz="900" b="0" i="0" dirty="0" smtClean="0">
                <a:solidFill>
                  <a:srgbClr val="000000"/>
                </a:solidFill>
                <a:latin typeface="Arial"/>
              </a:rPr>
              <a:t>третьей</a:t>
            </a:r>
            <a:r>
              <a:rPr lang="ru-RU" sz="900" b="0" i="0" dirty="0" smtClean="0">
                <a:solidFill>
                  <a:srgbClr val="000000"/>
                </a:solidFill>
              </a:rPr>
              <a:t> </a:t>
            </a:r>
            <a:r>
              <a:rPr lang="ru-RU" sz="900" b="0" i="0" dirty="0" smtClean="0">
                <a:solidFill>
                  <a:srgbClr val="000000"/>
                </a:solidFill>
                <a:latin typeface="Arial"/>
              </a:rPr>
              <a:t>платформы</a:t>
            </a:r>
            <a:r>
              <a:rPr lang="ru-RU" sz="900" b="0" i="0" dirty="0" smtClean="0">
                <a:solidFill>
                  <a:srgbClr val="000000"/>
                </a:solidFill>
              </a:rPr>
              <a:t>»).</a:t>
            </a:r>
          </a:p>
        </p:txBody>
      </p:sp>
    </p:spTree>
    <p:extLst>
      <p:ext uri="{BB962C8B-B14F-4D97-AF65-F5344CB8AC3E}">
        <p14:creationId xmlns:p14="http://schemas.microsoft.com/office/powerpoint/2010/main" val="3092834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sz="900" b="0" i="0" dirty="0" smtClean="0">
                <a:solidFill>
                  <a:srgbClr val="000000"/>
                </a:solidFill>
                <a:latin typeface="Arial"/>
              </a:rPr>
              <a:t>В</a:t>
            </a:r>
            <a:r>
              <a:rPr lang="ru-RU" sz="900" b="0" i="0" dirty="0" smtClean="0">
                <a:solidFill>
                  <a:srgbClr val="000000"/>
                </a:solidFill>
              </a:rPr>
              <a:t> </a:t>
            </a:r>
            <a:r>
              <a:rPr lang="ru-RU" sz="900" b="0" i="1" dirty="0" smtClean="0">
                <a:solidFill>
                  <a:srgbClr val="000000"/>
                </a:solidFill>
                <a:latin typeface="Times New Roman" pitchFamily="18" charset="0"/>
                <a:cs typeface="Times New Roman" pitchFamily="18" charset="0"/>
              </a:rPr>
              <a:t>вычислительных средах </a:t>
            </a:r>
            <a:r>
              <a:rPr lang="ru-RU" sz="900" b="0" i="0" u="sng" dirty="0" smtClean="0">
                <a:solidFill>
                  <a:srgbClr val="000000"/>
                </a:solidFill>
                <a:latin typeface="Arial"/>
              </a:rPr>
              <a:t>устройства</a:t>
            </a:r>
            <a:r>
              <a:rPr lang="ru-RU" sz="900" b="0" i="0" u="sng" dirty="0" smtClean="0">
                <a:solidFill>
                  <a:srgbClr val="000000"/>
                </a:solidFill>
              </a:rPr>
              <a:t> </a:t>
            </a:r>
            <a:r>
              <a:rPr lang="ru-RU" sz="900" b="0" i="0" u="sng" dirty="0" smtClean="0">
                <a:solidFill>
                  <a:srgbClr val="000000"/>
                </a:solidFill>
                <a:latin typeface="Arial"/>
              </a:rPr>
              <a:t>хранения</a:t>
            </a:r>
            <a:r>
              <a:rPr lang="ru-RU" sz="900" b="0" i="0" u="sng" dirty="0" smtClean="0">
                <a:solidFill>
                  <a:srgbClr val="000000"/>
                </a:solidFill>
              </a:rPr>
              <a:t> </a:t>
            </a:r>
            <a:r>
              <a:rPr lang="ru-RU" sz="900" b="0" i="0" u="sng" dirty="0" smtClean="0">
                <a:solidFill>
                  <a:srgbClr val="000000"/>
                </a:solidFill>
                <a:latin typeface="Arial"/>
              </a:rPr>
              <a:t>данных</a:t>
            </a:r>
            <a:r>
              <a:rPr lang="ru-RU" sz="900" b="0" i="0" u="sng" dirty="0" smtClean="0">
                <a:solidFill>
                  <a:srgbClr val="000000"/>
                </a:solidFill>
              </a:rPr>
              <a:t> </a:t>
            </a:r>
            <a:r>
              <a:rPr lang="ru-RU" sz="900" b="0" i="0" dirty="0" smtClean="0">
                <a:solidFill>
                  <a:srgbClr val="000000"/>
                </a:solidFill>
              </a:rPr>
              <a:t>(</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просто</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устройства</a:t>
            </a:r>
            <a:r>
              <a:rPr lang="ru-RU" sz="900" b="0" i="0" dirty="0" smtClean="0">
                <a:solidFill>
                  <a:srgbClr val="000000"/>
                </a:solidFill>
              </a:rPr>
              <a:t>, </a:t>
            </a:r>
            <a:r>
              <a:rPr lang="ru-RU" sz="900" b="0" i="0" dirty="0" smtClean="0">
                <a:solidFill>
                  <a:srgbClr val="000000"/>
                </a:solidFill>
                <a:latin typeface="Arial"/>
              </a:rPr>
              <a:t>состоящие</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1" i="0" dirty="0" smtClean="0">
                <a:solidFill>
                  <a:srgbClr val="000000"/>
                </a:solidFill>
                <a:latin typeface="Arial"/>
              </a:rPr>
              <a:t>энергонезависимых</a:t>
            </a:r>
            <a:r>
              <a:rPr lang="ru-RU" sz="900" b="1" i="0" dirty="0" smtClean="0">
                <a:solidFill>
                  <a:srgbClr val="000000"/>
                </a:solidFill>
              </a:rPr>
              <a:t> </a:t>
            </a:r>
            <a:r>
              <a:rPr lang="ru-RU" sz="900" b="1" i="0" dirty="0" smtClean="0">
                <a:solidFill>
                  <a:srgbClr val="000000"/>
                </a:solidFill>
                <a:latin typeface="Arial"/>
              </a:rPr>
              <a:t>записываемых</a:t>
            </a:r>
            <a:r>
              <a:rPr lang="ru-RU" sz="900" b="1" i="0" dirty="0" smtClean="0">
                <a:solidFill>
                  <a:srgbClr val="000000"/>
                </a:solidFill>
              </a:rPr>
              <a:t> </a:t>
            </a:r>
            <a:r>
              <a:rPr lang="ru-RU" sz="900" b="1" i="0" dirty="0" smtClean="0">
                <a:solidFill>
                  <a:srgbClr val="000000"/>
                </a:solidFill>
                <a:latin typeface="Arial"/>
              </a:rPr>
              <a:t>носителей</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которых</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хранить</a:t>
            </a:r>
            <a:r>
              <a:rPr lang="ru-RU" sz="900" b="0" i="0" dirty="0" smtClean="0">
                <a:solidFill>
                  <a:srgbClr val="000000"/>
                </a:solidFill>
              </a:rPr>
              <a:t> </a:t>
            </a:r>
            <a:r>
              <a:rPr lang="ru-RU" sz="900" b="0" i="0" dirty="0" smtClean="0">
                <a:solidFill>
                  <a:srgbClr val="000000"/>
                </a:solidFill>
                <a:latin typeface="Arial"/>
              </a:rPr>
              <a:t>информацию</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течение</a:t>
            </a:r>
            <a:r>
              <a:rPr lang="ru-RU" sz="900" b="0" i="0" dirty="0" smtClean="0">
                <a:solidFill>
                  <a:srgbClr val="000000"/>
                </a:solidFill>
              </a:rPr>
              <a:t> </a:t>
            </a:r>
            <a:r>
              <a:rPr lang="ru-RU" sz="900" b="0" i="0" dirty="0" smtClean="0">
                <a:solidFill>
                  <a:srgbClr val="000000"/>
                </a:solidFill>
                <a:latin typeface="Arial"/>
              </a:rPr>
              <a:t>длительного</a:t>
            </a:r>
            <a:r>
              <a:rPr lang="ru-RU" sz="900" b="0" i="0" dirty="0" smtClean="0">
                <a:solidFill>
                  <a:srgbClr val="000000"/>
                </a:solidFill>
              </a:rPr>
              <a:t> </a:t>
            </a:r>
            <a:r>
              <a:rPr lang="ru-RU" sz="900" b="0" i="0" dirty="0" smtClean="0">
                <a:solidFill>
                  <a:srgbClr val="000000"/>
                </a:solidFill>
                <a:latin typeface="Arial"/>
              </a:rPr>
              <a:t>периода</a:t>
            </a:r>
            <a:r>
              <a:rPr lang="ru-RU" sz="900" b="0" i="0" dirty="0" smtClean="0">
                <a:solidFill>
                  <a:srgbClr val="000000"/>
                </a:solidFill>
              </a:rPr>
              <a:t> </a:t>
            </a:r>
            <a:r>
              <a:rPr lang="ru-RU" sz="900" b="0" i="0" dirty="0" smtClean="0">
                <a:solidFill>
                  <a:srgbClr val="000000"/>
                </a:solidFill>
                <a:latin typeface="Arial"/>
              </a:rPr>
              <a:t>времени</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Устройства</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могут</a:t>
            </a:r>
            <a:r>
              <a:rPr lang="ru-RU" sz="900" b="0" i="0" dirty="0" smtClean="0">
                <a:solidFill>
                  <a:srgbClr val="000000"/>
                </a:solidFill>
              </a:rPr>
              <a:t> </a:t>
            </a:r>
            <a:r>
              <a:rPr lang="ru-RU" sz="900" b="0" i="0" dirty="0" smtClean="0">
                <a:solidFill>
                  <a:srgbClr val="000000"/>
                </a:solidFill>
                <a:latin typeface="Arial"/>
              </a:rPr>
              <a:t>быть</a:t>
            </a:r>
            <a:r>
              <a:rPr lang="ru-RU" sz="900" b="0" i="0" dirty="0" smtClean="0">
                <a:solidFill>
                  <a:srgbClr val="000000"/>
                </a:solidFill>
              </a:rPr>
              <a:t> </a:t>
            </a:r>
            <a:r>
              <a:rPr lang="ru-RU" sz="900" b="0" i="0" u="sng" dirty="0" smtClean="0">
                <a:solidFill>
                  <a:srgbClr val="000000"/>
                </a:solidFill>
                <a:latin typeface="Arial"/>
              </a:rPr>
              <a:t>внутренними</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внутренний</a:t>
            </a:r>
            <a:r>
              <a:rPr lang="ru-RU" sz="900" b="0" i="0" dirty="0" smtClean="0">
                <a:solidFill>
                  <a:srgbClr val="000000"/>
                </a:solidFill>
              </a:rPr>
              <a:t> </a:t>
            </a:r>
            <a:r>
              <a:rPr lang="ru-RU" sz="900" b="0" i="0" dirty="0" smtClean="0">
                <a:solidFill>
                  <a:srgbClr val="000000"/>
                </a:solidFill>
                <a:latin typeface="Arial"/>
              </a:rPr>
              <a:t>жесткий</a:t>
            </a:r>
            <a:r>
              <a:rPr lang="ru-RU" sz="900" b="0" i="0" dirty="0" smtClean="0">
                <a:solidFill>
                  <a:srgbClr val="000000"/>
                </a:solidFill>
              </a:rPr>
              <a:t> </a:t>
            </a:r>
            <a:r>
              <a:rPr lang="ru-RU" sz="900" b="0" i="0" dirty="0" smtClean="0">
                <a:solidFill>
                  <a:srgbClr val="000000"/>
                </a:solidFill>
                <a:latin typeface="Arial"/>
              </a:rPr>
              <a:t>диск</a:t>
            </a:r>
            <a:r>
              <a:rPr lang="ru-RU" sz="900" b="0" i="0" dirty="0" smtClean="0">
                <a:solidFill>
                  <a:srgbClr val="000000"/>
                </a:solidFill>
              </a:rPr>
              <a:t>), </a:t>
            </a:r>
            <a:r>
              <a:rPr lang="ru-RU" sz="900" b="0" i="0" u="sng" dirty="0" smtClean="0">
                <a:solidFill>
                  <a:srgbClr val="000000"/>
                </a:solidFill>
                <a:latin typeface="Arial"/>
              </a:rPr>
              <a:t>съемными</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карты</a:t>
            </a:r>
            <a:r>
              <a:rPr lang="ru-RU" sz="900" b="0" i="0" dirty="0" smtClean="0">
                <a:solidFill>
                  <a:srgbClr val="000000"/>
                </a:solidFill>
              </a:rPr>
              <a:t> </a:t>
            </a:r>
            <a:r>
              <a:rPr lang="ru-RU" sz="900" b="0" i="0" dirty="0" smtClean="0">
                <a:solidFill>
                  <a:srgbClr val="000000"/>
                </a:solidFill>
                <a:latin typeface="Arial"/>
              </a:rPr>
              <a:t>памяти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u="sng" dirty="0" smtClean="0">
                <a:solidFill>
                  <a:srgbClr val="000000"/>
                </a:solidFill>
                <a:latin typeface="Arial"/>
              </a:rPr>
              <a:t>внешними</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магнитные</a:t>
            </a:r>
            <a:r>
              <a:rPr lang="ru-RU" sz="900" b="0" i="0" dirty="0" smtClean="0">
                <a:solidFill>
                  <a:srgbClr val="000000"/>
                </a:solidFill>
              </a:rPr>
              <a:t> </a:t>
            </a:r>
            <a:r>
              <a:rPr lang="ru-RU" sz="900" b="0" i="0" dirty="0" smtClean="0">
                <a:solidFill>
                  <a:srgbClr val="000000"/>
                </a:solidFill>
                <a:latin typeface="Arial"/>
              </a:rPr>
              <a:t>ленточные</a:t>
            </a:r>
            <a:r>
              <a:rPr lang="ru-RU" sz="900" b="0" i="0" dirty="0" smtClean="0">
                <a:solidFill>
                  <a:srgbClr val="000000"/>
                </a:solidFill>
              </a:rPr>
              <a:t> </a:t>
            </a:r>
            <a:r>
              <a:rPr lang="ru-RU" sz="900" b="0" i="0" dirty="0" smtClean="0">
                <a:solidFill>
                  <a:srgbClr val="000000"/>
                </a:solidFill>
                <a:latin typeface="Arial"/>
              </a:rPr>
              <a:t>накопители</a:t>
            </a:r>
            <a:r>
              <a:rPr lang="ru-RU" sz="900" b="0" i="0" dirty="0" smtClean="0">
                <a:solidFill>
                  <a:srgbClr val="000000"/>
                </a:solidFill>
              </a:rPr>
              <a:t>) </a:t>
            </a:r>
            <a:r>
              <a:rPr lang="ru-RU" sz="900" b="0" i="0" dirty="0" smtClean="0">
                <a:solidFill>
                  <a:srgbClr val="000000"/>
                </a:solidFill>
                <a:latin typeface="Times New Roman" pitchFamily="18" charset="0"/>
                <a:cs typeface="Times New Roman" pitchFamily="18" charset="0"/>
              </a:rPr>
              <a:t>по отношению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вычислительной</a:t>
            </a:r>
            <a:r>
              <a:rPr lang="ru-RU" sz="900" b="0" i="0" dirty="0" smtClean="0">
                <a:solidFill>
                  <a:srgbClr val="000000"/>
                </a:solidFill>
              </a:rPr>
              <a:t> </a:t>
            </a:r>
            <a:r>
              <a:rPr lang="ru-RU" sz="900" b="0" i="0" dirty="0" smtClean="0">
                <a:solidFill>
                  <a:srgbClr val="000000"/>
                </a:solidFill>
                <a:latin typeface="Arial"/>
              </a:rPr>
              <a:t>системе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зависимости</a:t>
            </a:r>
            <a:r>
              <a:rPr lang="ru-RU" sz="900" b="0" i="0" dirty="0" smtClean="0">
                <a:solidFill>
                  <a:srgbClr val="000000"/>
                </a:solidFill>
              </a:rPr>
              <a:t> </a:t>
            </a:r>
            <a:r>
              <a:rPr lang="ru-RU" sz="900" b="0" i="0" dirty="0" smtClean="0">
                <a:solidFill>
                  <a:srgbClr val="000000"/>
                </a:solidFill>
                <a:latin typeface="Arial"/>
              </a:rPr>
              <a:t>от</a:t>
            </a:r>
            <a:r>
              <a:rPr lang="ru-RU" sz="900" b="0" i="0" dirty="0" smtClean="0">
                <a:solidFill>
                  <a:srgbClr val="000000"/>
                </a:solidFill>
              </a:rPr>
              <a:t> </a:t>
            </a:r>
            <a:r>
              <a:rPr lang="ru-RU" sz="900" b="1" i="0" dirty="0" smtClean="0">
                <a:solidFill>
                  <a:srgbClr val="000000"/>
                </a:solidFill>
                <a:latin typeface="Arial"/>
              </a:rPr>
              <a:t>типа</a:t>
            </a:r>
            <a:r>
              <a:rPr lang="ru-RU" sz="900" b="1" i="0" dirty="0" smtClean="0">
                <a:solidFill>
                  <a:srgbClr val="000000"/>
                </a:solidFill>
              </a:rPr>
              <a:t> </a:t>
            </a:r>
            <a:r>
              <a:rPr lang="ru-RU" sz="900" b="1" i="0" dirty="0" smtClean="0">
                <a:solidFill>
                  <a:srgbClr val="000000"/>
                </a:solidFill>
                <a:latin typeface="Arial"/>
              </a:rPr>
              <a:t>используемого</a:t>
            </a:r>
            <a:r>
              <a:rPr lang="ru-RU" sz="900" b="1" i="0" dirty="0" smtClean="0">
                <a:solidFill>
                  <a:srgbClr val="000000"/>
                </a:solidFill>
              </a:rPr>
              <a:t> </a:t>
            </a:r>
            <a:r>
              <a:rPr lang="ru-RU" sz="900" b="1" i="0" dirty="0" smtClean="0">
                <a:solidFill>
                  <a:srgbClr val="000000"/>
                </a:solidFill>
                <a:latin typeface="Arial"/>
              </a:rPr>
              <a:t>носителя</a:t>
            </a:r>
            <a:r>
              <a:rPr lang="ru-RU" sz="900" b="1"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устройства</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классифицировать</a:t>
            </a:r>
            <a:r>
              <a:rPr lang="ru-RU" sz="900" b="0" i="0" dirty="0" smtClean="0">
                <a:solidFill>
                  <a:srgbClr val="000000"/>
                </a:solidFill>
              </a:rPr>
              <a:t> </a:t>
            </a:r>
            <a:r>
              <a:rPr lang="ru-RU" sz="900" b="0" i="0" dirty="0" smtClean="0">
                <a:solidFill>
                  <a:srgbClr val="000000"/>
                </a:solidFill>
                <a:latin typeface="Arial"/>
              </a:rPr>
              <a:t>следующим</a:t>
            </a:r>
            <a:r>
              <a:rPr lang="ru-RU" sz="900" b="0" i="0" dirty="0" smtClean="0">
                <a:solidFill>
                  <a:srgbClr val="000000"/>
                </a:solidFill>
              </a:rPr>
              <a:t> </a:t>
            </a:r>
            <a:r>
              <a:rPr lang="ru-RU" sz="900" b="0" i="0" dirty="0" smtClean="0">
                <a:solidFill>
                  <a:srgbClr val="000000"/>
                </a:solidFill>
                <a:latin typeface="Arial"/>
              </a:rPr>
              <a:t>образом</a:t>
            </a:r>
            <a:r>
              <a:rPr lang="ru-RU" sz="900" b="0" i="0" dirty="0" smtClean="0">
                <a:solidFill>
                  <a:srgbClr val="000000"/>
                </a:solidFill>
              </a:rPr>
              <a:t>.</a:t>
            </a:r>
          </a:p>
          <a:p>
            <a:pPr marL="171450" indent="457200">
              <a:spcBef>
                <a:spcPts val="600"/>
              </a:spcBef>
              <a:buFont typeface="Arial" panose="020B0604020202020204" pitchFamily="34" charset="0"/>
              <a:buChar char="•"/>
            </a:pPr>
            <a:r>
              <a:rPr lang="ru-RU" sz="900" b="1" i="0" dirty="0" smtClean="0">
                <a:solidFill>
                  <a:srgbClr val="000000"/>
                </a:solidFill>
                <a:latin typeface="Arial"/>
              </a:rPr>
              <a:t>Магнитные</a:t>
            </a:r>
            <a:r>
              <a:rPr lang="ru-RU" sz="900" b="1" i="0" dirty="0" smtClean="0">
                <a:solidFill>
                  <a:srgbClr val="000000"/>
                </a:solidFill>
              </a:rPr>
              <a:t> </a:t>
            </a:r>
            <a:r>
              <a:rPr lang="ru-RU" sz="900" b="1" i="0" dirty="0" smtClean="0">
                <a:solidFill>
                  <a:srgbClr val="000000"/>
                </a:solidFill>
                <a:latin typeface="Arial"/>
              </a:rPr>
              <a:t>устройства</a:t>
            </a:r>
            <a:r>
              <a:rPr lang="ru-RU" sz="900" b="1" i="0" dirty="0" smtClean="0">
                <a:solidFill>
                  <a:srgbClr val="000000"/>
                </a:solidFill>
              </a:rPr>
              <a:t> </a:t>
            </a:r>
            <a:r>
              <a:rPr lang="ru-RU" sz="900" b="1" i="0" dirty="0" smtClean="0">
                <a:solidFill>
                  <a:srgbClr val="000000"/>
                </a:solidFill>
                <a:latin typeface="Arial"/>
              </a:rPr>
              <a:t>хранения</a:t>
            </a:r>
            <a:r>
              <a:rPr lang="ru-RU" sz="900" b="1" i="0" dirty="0" smtClean="0">
                <a:solidFill>
                  <a:srgbClr val="000000"/>
                </a:solidFill>
              </a:rPr>
              <a:t> </a:t>
            </a:r>
            <a:r>
              <a:rPr lang="ru-RU" sz="900" b="1"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жесткие</a:t>
            </a:r>
            <a:r>
              <a:rPr lang="ru-RU" sz="900" b="0" i="0" dirty="0" smtClean="0">
                <a:solidFill>
                  <a:srgbClr val="000000"/>
                </a:solidFill>
              </a:rPr>
              <a:t> </a:t>
            </a:r>
            <a:r>
              <a:rPr lang="ru-RU" sz="900" b="0" i="0" dirty="0" smtClean="0">
                <a:solidFill>
                  <a:srgbClr val="000000"/>
                </a:solidFill>
                <a:latin typeface="Arial"/>
              </a:rPr>
              <a:t>диски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магнитные</a:t>
            </a:r>
            <a:r>
              <a:rPr lang="ru-RU" sz="900" b="0" i="0" dirty="0" smtClean="0">
                <a:solidFill>
                  <a:srgbClr val="000000"/>
                </a:solidFill>
              </a:rPr>
              <a:t> </a:t>
            </a:r>
            <a:r>
              <a:rPr lang="ru-RU" sz="900" b="0" i="0" dirty="0" smtClean="0">
                <a:solidFill>
                  <a:srgbClr val="000000"/>
                </a:solidFill>
                <a:latin typeface="Arial"/>
              </a:rPr>
              <a:t>ленточные</a:t>
            </a:r>
            <a:r>
              <a:rPr lang="ru-RU" sz="900" b="0" i="0" dirty="0" smtClean="0">
                <a:solidFill>
                  <a:srgbClr val="000000"/>
                </a:solidFill>
              </a:rPr>
              <a:t> </a:t>
            </a:r>
            <a:r>
              <a:rPr lang="ru-RU" sz="900" b="0" i="0" dirty="0" smtClean="0">
                <a:solidFill>
                  <a:srgbClr val="000000"/>
                </a:solidFill>
                <a:latin typeface="Arial"/>
              </a:rPr>
              <a:t>накопители</a:t>
            </a:r>
            <a:r>
              <a:rPr lang="ru-RU" sz="900" b="0" i="0" dirty="0" smtClean="0">
                <a:solidFill>
                  <a:srgbClr val="000000"/>
                </a:solidFill>
              </a:rPr>
              <a:t>.</a:t>
            </a:r>
          </a:p>
          <a:p>
            <a:pPr marL="171450" indent="457200">
              <a:spcBef>
                <a:spcPts val="600"/>
              </a:spcBef>
              <a:buFont typeface="Arial" panose="020B0604020202020204" pitchFamily="34" charset="0"/>
              <a:buChar char="•"/>
            </a:pPr>
            <a:r>
              <a:rPr lang="ru-RU" sz="900" b="1" i="0" dirty="0" smtClean="0">
                <a:solidFill>
                  <a:srgbClr val="000000"/>
                </a:solidFill>
                <a:latin typeface="Arial"/>
              </a:rPr>
              <a:t>Оптические</a:t>
            </a:r>
            <a:r>
              <a:rPr lang="ru-RU" sz="900" b="1" i="0" dirty="0" smtClean="0">
                <a:solidFill>
                  <a:srgbClr val="000000"/>
                </a:solidFill>
              </a:rPr>
              <a:t> </a:t>
            </a:r>
            <a:r>
              <a:rPr lang="ru-RU" sz="900" b="1" i="0" dirty="0" smtClean="0">
                <a:solidFill>
                  <a:srgbClr val="000000"/>
                </a:solidFill>
                <a:latin typeface="Arial"/>
              </a:rPr>
              <a:t>устройства</a:t>
            </a:r>
            <a:r>
              <a:rPr lang="ru-RU" sz="900" b="1" i="0" dirty="0" smtClean="0">
                <a:solidFill>
                  <a:srgbClr val="000000"/>
                </a:solidFill>
              </a:rPr>
              <a:t> </a:t>
            </a:r>
            <a:r>
              <a:rPr lang="ru-RU" sz="900" b="1" i="0" dirty="0" smtClean="0">
                <a:solidFill>
                  <a:srgbClr val="000000"/>
                </a:solidFill>
                <a:latin typeface="Arial"/>
              </a:rPr>
              <a:t>хранения</a:t>
            </a:r>
            <a:r>
              <a:rPr lang="ru-RU" sz="900" b="1" i="0" dirty="0" smtClean="0">
                <a:solidFill>
                  <a:srgbClr val="000000"/>
                </a:solidFill>
              </a:rPr>
              <a:t> </a:t>
            </a:r>
            <a:r>
              <a:rPr lang="ru-RU" sz="900" b="1"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диски</a:t>
            </a:r>
            <a:r>
              <a:rPr lang="ru-RU" sz="900" b="0" i="0" dirty="0" smtClean="0">
                <a:solidFill>
                  <a:srgbClr val="000000"/>
                </a:solidFill>
              </a:rPr>
              <a:t> Blu-ray, DVD-</a:t>
            </a:r>
            <a:r>
              <a:rPr lang="ru-RU" sz="900" b="0" i="0" dirty="0" smtClean="0">
                <a:solidFill>
                  <a:srgbClr val="000000"/>
                </a:solidFill>
                <a:latin typeface="Arial"/>
              </a:rPr>
              <a:t>диски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компакт</a:t>
            </a:r>
            <a:r>
              <a:rPr lang="ru-RU" sz="900" b="0" i="0" dirty="0" smtClean="0">
                <a:solidFill>
                  <a:srgbClr val="000000"/>
                </a:solidFill>
              </a:rPr>
              <a:t>-</a:t>
            </a:r>
            <a:r>
              <a:rPr lang="ru-RU" sz="900" b="0" i="0" dirty="0" smtClean="0">
                <a:solidFill>
                  <a:srgbClr val="000000"/>
                </a:solidFill>
                <a:latin typeface="Arial"/>
              </a:rPr>
              <a:t>диски</a:t>
            </a:r>
            <a:r>
              <a:rPr lang="ru-RU" sz="900" b="0" i="0" dirty="0" smtClean="0">
                <a:solidFill>
                  <a:srgbClr val="000000"/>
                </a:solidFill>
              </a:rPr>
              <a:t>.</a:t>
            </a:r>
          </a:p>
          <a:p>
            <a:pPr marL="171450" indent="457200">
              <a:spcBef>
                <a:spcPts val="600"/>
              </a:spcBef>
              <a:buFont typeface="Arial" panose="020B0604020202020204" pitchFamily="34" charset="0"/>
              <a:buChar char="•"/>
            </a:pPr>
            <a:r>
              <a:rPr lang="ru-RU" sz="900" b="1" i="0" dirty="0" smtClean="0">
                <a:solidFill>
                  <a:srgbClr val="000000"/>
                </a:solidFill>
                <a:latin typeface="Arial"/>
              </a:rPr>
              <a:t>Устройства</a:t>
            </a:r>
            <a:r>
              <a:rPr lang="ru-RU" sz="900" b="1" i="0" dirty="0" smtClean="0">
                <a:solidFill>
                  <a:srgbClr val="000000"/>
                </a:solidFill>
              </a:rPr>
              <a:t> </a:t>
            </a:r>
            <a:r>
              <a:rPr lang="ru-RU" sz="900" b="1" i="0" dirty="0" smtClean="0">
                <a:solidFill>
                  <a:srgbClr val="000000"/>
                </a:solidFill>
                <a:latin typeface="Arial"/>
              </a:rPr>
              <a:t>хранения</a:t>
            </a:r>
            <a:r>
              <a:rPr lang="ru-RU" sz="900" b="1" i="0" dirty="0" smtClean="0">
                <a:solidFill>
                  <a:srgbClr val="000000"/>
                </a:solidFill>
              </a:rPr>
              <a:t> </a:t>
            </a:r>
            <a:r>
              <a:rPr lang="ru-RU" sz="900" b="1" i="0" dirty="0" smtClean="0">
                <a:solidFill>
                  <a:srgbClr val="000000"/>
                </a:solidFill>
                <a:latin typeface="Arial"/>
              </a:rPr>
              <a:t>данных</a:t>
            </a:r>
            <a:r>
              <a:rPr lang="ru-RU" sz="900" b="1" i="0" dirty="0" smtClean="0">
                <a:solidFill>
                  <a:srgbClr val="000000"/>
                </a:solidFill>
              </a:rPr>
              <a:t> </a:t>
            </a:r>
            <a:r>
              <a:rPr lang="ru-RU" sz="900" b="1" i="0" dirty="0" smtClean="0">
                <a:solidFill>
                  <a:srgbClr val="000000"/>
                </a:solidFill>
                <a:latin typeface="Arial"/>
              </a:rPr>
              <a:t>на</a:t>
            </a:r>
            <a:r>
              <a:rPr lang="ru-RU" sz="900" b="1" i="0" dirty="0" smtClean="0">
                <a:solidFill>
                  <a:srgbClr val="000000"/>
                </a:solidFill>
              </a:rPr>
              <a:t> </a:t>
            </a:r>
            <a:r>
              <a:rPr lang="ru-RU" sz="900" b="1" i="0" dirty="0" smtClean="0">
                <a:solidFill>
                  <a:srgbClr val="000000"/>
                </a:solidFill>
                <a:latin typeface="Arial"/>
              </a:rPr>
              <a:t>флэш</a:t>
            </a:r>
            <a:r>
              <a:rPr lang="ru-RU" sz="900" b="1" i="0" dirty="0" smtClean="0">
                <a:solidFill>
                  <a:srgbClr val="000000"/>
                </a:solidFill>
              </a:rPr>
              <a:t>-</a:t>
            </a:r>
            <a:r>
              <a:rPr lang="ru-RU" sz="900" b="1" i="0" dirty="0" smtClean="0">
                <a:solidFill>
                  <a:srgbClr val="000000"/>
                </a:solidFill>
                <a:latin typeface="Arial"/>
              </a:rPr>
              <a:t>дисках</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твердотельные</a:t>
            </a:r>
            <a:r>
              <a:rPr lang="ru-RU" sz="900" b="0" i="0" dirty="0" smtClean="0">
                <a:solidFill>
                  <a:srgbClr val="000000"/>
                </a:solidFill>
              </a:rPr>
              <a:t> </a:t>
            </a:r>
            <a:r>
              <a:rPr lang="ru-RU" sz="900" b="0" i="0" dirty="0" smtClean="0">
                <a:solidFill>
                  <a:srgbClr val="000000"/>
                </a:solidFill>
                <a:latin typeface="Arial"/>
              </a:rPr>
              <a:t>диски</a:t>
            </a:r>
            <a:r>
              <a:rPr lang="ru-RU" sz="900" b="0" i="0" dirty="0" smtClean="0">
                <a:solidFill>
                  <a:srgbClr val="000000"/>
                </a:solidFill>
              </a:rPr>
              <a:t> (SSD), </a:t>
            </a:r>
            <a:r>
              <a:rPr lang="ru-RU" sz="900" b="0" i="0" dirty="0" smtClean="0">
                <a:solidFill>
                  <a:srgbClr val="000000"/>
                </a:solidFill>
                <a:latin typeface="Arial"/>
              </a:rPr>
              <a:t>карты</a:t>
            </a:r>
            <a:r>
              <a:rPr lang="ru-RU" sz="900" b="0" i="0" dirty="0" smtClean="0">
                <a:solidFill>
                  <a:srgbClr val="000000"/>
                </a:solidFill>
              </a:rPr>
              <a:t> </a:t>
            </a:r>
            <a:r>
              <a:rPr lang="ru-RU" sz="900" b="0" i="0" dirty="0" smtClean="0">
                <a:solidFill>
                  <a:srgbClr val="000000"/>
                </a:solidFill>
                <a:latin typeface="Arial"/>
              </a:rPr>
              <a:t>памяти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флэш</a:t>
            </a:r>
            <a:r>
              <a:rPr lang="ru-RU" sz="900" b="0" i="0" dirty="0" smtClean="0">
                <a:solidFill>
                  <a:srgbClr val="000000"/>
                </a:solidFill>
              </a:rPr>
              <a:t>-</a:t>
            </a:r>
            <a:r>
              <a:rPr lang="ru-RU" sz="900" b="0" i="0" dirty="0" smtClean="0">
                <a:solidFill>
                  <a:srgbClr val="000000"/>
                </a:solidFill>
                <a:latin typeface="Arial"/>
              </a:rPr>
              <a:t>накопители</a:t>
            </a:r>
            <a:r>
              <a:rPr lang="ru-RU" sz="900" b="0" i="0" dirty="0" smtClean="0">
                <a:solidFill>
                  <a:srgbClr val="000000"/>
                </a:solidFill>
              </a:rPr>
              <a:t> USB (</a:t>
            </a:r>
            <a:r>
              <a:rPr lang="ru-RU" sz="900" b="0" i="0" dirty="0" smtClean="0">
                <a:solidFill>
                  <a:srgbClr val="000000"/>
                </a:solidFill>
                <a:latin typeface="Arial"/>
              </a:rPr>
              <a:t>флэшки</a:t>
            </a:r>
            <a:r>
              <a:rPr lang="ru-RU" sz="900" b="0" i="0" dirty="0" smtClean="0">
                <a:solidFill>
                  <a:srgbClr val="000000"/>
                </a:solidFill>
              </a:rPr>
              <a:t>).</a:t>
            </a:r>
          </a:p>
          <a:p>
            <a:pPr indent="457200">
              <a:spcBef>
                <a:spcPts val="600"/>
              </a:spcBef>
              <a:defRPr/>
            </a:pPr>
            <a:r>
              <a:rPr lang="ru-RU" sz="900" b="1" i="0" dirty="0" smtClean="0">
                <a:solidFill>
                  <a:srgbClr val="000000"/>
                </a:solidFill>
                <a:latin typeface="Arial"/>
              </a:rPr>
              <a:t>Система</a:t>
            </a:r>
            <a:r>
              <a:rPr lang="ru-RU" sz="900" b="1" i="0" dirty="0" smtClean="0">
                <a:solidFill>
                  <a:srgbClr val="000000"/>
                </a:solidFill>
              </a:rPr>
              <a:t> </a:t>
            </a:r>
            <a:r>
              <a:rPr lang="ru-RU" sz="900" b="1" i="0" dirty="0" smtClean="0">
                <a:solidFill>
                  <a:srgbClr val="000000"/>
                </a:solidFill>
                <a:latin typeface="Arial"/>
              </a:rPr>
              <a:t>хранения</a:t>
            </a:r>
            <a:r>
              <a:rPr lang="ru-RU" sz="900" b="1" i="0" dirty="0" smtClean="0">
                <a:solidFill>
                  <a:srgbClr val="000000"/>
                </a:solidFill>
              </a:rPr>
              <a:t> </a:t>
            </a:r>
            <a:r>
              <a:rPr lang="ru-RU" sz="900" b="1" i="0" dirty="0" smtClean="0">
                <a:solidFill>
                  <a:srgbClr val="000000"/>
                </a:solidFill>
                <a:latin typeface="Arial"/>
              </a:rPr>
              <a:t>—</a:t>
            </a:r>
            <a:r>
              <a:rPr lang="ru-RU" sz="900" b="1" i="0" dirty="0" smtClean="0">
                <a:solidFill>
                  <a:srgbClr val="000000"/>
                </a:solidFill>
              </a:rPr>
              <a:t> </a:t>
            </a:r>
            <a:r>
              <a:rPr lang="ru-RU" sz="900" b="1" i="0" dirty="0" smtClean="0">
                <a:solidFill>
                  <a:srgbClr val="000000"/>
                </a:solidFill>
                <a:latin typeface="Arial"/>
              </a:rPr>
              <a:t>это</a:t>
            </a:r>
            <a:r>
              <a:rPr lang="ru-RU" sz="900" b="1" i="0" dirty="0" smtClean="0">
                <a:solidFill>
                  <a:srgbClr val="000000"/>
                </a:solidFill>
              </a:rPr>
              <a:t> </a:t>
            </a:r>
            <a:r>
              <a:rPr lang="ru-RU" sz="900" b="1" i="0" dirty="0" smtClean="0">
                <a:solidFill>
                  <a:srgbClr val="000000"/>
                </a:solidFill>
                <a:latin typeface="Arial"/>
              </a:rPr>
              <a:t>базовый</a:t>
            </a:r>
            <a:r>
              <a:rPr lang="ru-RU" sz="900" b="1" i="0" dirty="0" smtClean="0">
                <a:solidFill>
                  <a:srgbClr val="000000"/>
                </a:solidFill>
              </a:rPr>
              <a:t> </a:t>
            </a:r>
            <a:r>
              <a:rPr lang="ru-RU" sz="900" b="1" i="0" dirty="0" smtClean="0">
                <a:solidFill>
                  <a:srgbClr val="000000"/>
                </a:solidFill>
                <a:latin typeface="Arial"/>
              </a:rPr>
              <a:t>компонент</a:t>
            </a:r>
            <a:r>
              <a:rPr lang="ru-RU" sz="900" b="1" i="0" dirty="0" smtClean="0">
                <a:solidFill>
                  <a:srgbClr val="000000"/>
                </a:solidFill>
              </a:rPr>
              <a:t> </a:t>
            </a:r>
            <a:r>
              <a:rPr lang="ru-RU" sz="900" b="1" i="0" dirty="0" smtClean="0">
                <a:solidFill>
                  <a:srgbClr val="000000"/>
                </a:solidFill>
                <a:latin typeface="Arial"/>
              </a:rPr>
              <a:t>ИТ</a:t>
            </a:r>
            <a:r>
              <a:rPr lang="ru-RU" sz="900" b="1" i="0" dirty="0" smtClean="0">
                <a:solidFill>
                  <a:srgbClr val="000000"/>
                </a:solidFill>
              </a:rPr>
              <a:t>-</a:t>
            </a:r>
            <a:r>
              <a:rPr lang="ru-RU" sz="900" b="1" i="0" dirty="0" smtClean="0">
                <a:solidFill>
                  <a:srgbClr val="000000"/>
                </a:solidFill>
                <a:latin typeface="Arial"/>
              </a:rPr>
              <a:t>инфраструктуры</a:t>
            </a:r>
            <a:r>
              <a:rPr lang="ru-RU" sz="900" b="1" i="0" dirty="0" smtClean="0">
                <a:solidFill>
                  <a:srgbClr val="000000"/>
                </a:solidFill>
              </a:rPr>
              <a:t> </a:t>
            </a:r>
            <a:r>
              <a:rPr lang="ru-RU" sz="900" b="1" i="0" dirty="0" smtClean="0">
                <a:solidFill>
                  <a:srgbClr val="000000"/>
                </a:solidFill>
                <a:latin typeface="Arial"/>
              </a:rPr>
              <a:t>организации</a:t>
            </a:r>
            <a:r>
              <a:rPr lang="ru-RU" sz="900" b="0" i="0" dirty="0" smtClean="0">
                <a:solidFill>
                  <a:srgbClr val="000000"/>
                </a:solidFill>
              </a:rPr>
              <a:t>. </a:t>
            </a:r>
          </a:p>
          <a:p>
            <a:pPr indent="457200">
              <a:spcBef>
                <a:spcPts val="600"/>
              </a:spcBef>
              <a:defRPr/>
            </a:pP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выбор</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характер</a:t>
            </a:r>
            <a:r>
              <a:rPr lang="ru-RU" sz="900" b="0" i="0" dirty="0" smtClean="0">
                <a:solidFill>
                  <a:srgbClr val="000000"/>
                </a:solidFill>
              </a:rPr>
              <a:t> </a:t>
            </a:r>
            <a:r>
              <a:rPr lang="ru-RU" sz="900" b="0" i="0" dirty="0" smtClean="0">
                <a:solidFill>
                  <a:srgbClr val="000000"/>
                </a:solidFill>
                <a:latin typeface="Arial"/>
              </a:rPr>
              <a:t>использования</a:t>
            </a:r>
            <a:r>
              <a:rPr lang="ru-RU" sz="900" b="0" i="0" dirty="0" smtClean="0">
                <a:solidFill>
                  <a:srgbClr val="000000"/>
                </a:solidFill>
              </a:rPr>
              <a:t> </a:t>
            </a:r>
            <a:r>
              <a:rPr lang="ru-RU" sz="900" b="0" i="0" dirty="0" smtClean="0">
                <a:solidFill>
                  <a:srgbClr val="000000"/>
                </a:solidFill>
                <a:latin typeface="Arial"/>
              </a:rPr>
              <a:t>устройств</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корпоративной</a:t>
            </a:r>
            <a:r>
              <a:rPr lang="ru-RU" sz="900" b="0" i="0" dirty="0" smtClean="0">
                <a:solidFill>
                  <a:srgbClr val="000000"/>
                </a:solidFill>
              </a:rPr>
              <a:t> </a:t>
            </a:r>
            <a:r>
              <a:rPr lang="ru-RU" sz="900" b="0" i="0" dirty="0" smtClean="0">
                <a:solidFill>
                  <a:srgbClr val="000000"/>
                </a:solidFill>
                <a:latin typeface="Arial"/>
              </a:rPr>
              <a:t>среде</a:t>
            </a:r>
            <a:r>
              <a:rPr lang="ru-RU" sz="900" b="0" i="0" dirty="0" smtClean="0">
                <a:solidFill>
                  <a:srgbClr val="000000"/>
                </a:solidFill>
              </a:rPr>
              <a:t> </a:t>
            </a:r>
            <a:r>
              <a:rPr lang="ru-RU" sz="900" b="0" i="0" dirty="0" smtClean="0">
                <a:solidFill>
                  <a:srgbClr val="000000"/>
                </a:solidFill>
                <a:latin typeface="Arial"/>
              </a:rPr>
              <a:t>влияют</a:t>
            </a:r>
            <a:r>
              <a:rPr lang="ru-RU" sz="900" b="0" i="0" dirty="0" smtClean="0">
                <a:solidFill>
                  <a:srgbClr val="000000"/>
                </a:solidFill>
              </a:rPr>
              <a:t> </a:t>
            </a:r>
            <a:r>
              <a:rPr lang="ru-RU" sz="900" b="0" i="0" dirty="0" smtClean="0">
                <a:solidFill>
                  <a:srgbClr val="000000"/>
                </a:solidFill>
                <a:latin typeface="Arial"/>
              </a:rPr>
              <a:t>различные</a:t>
            </a:r>
            <a:r>
              <a:rPr lang="ru-RU" sz="900" b="0" i="0" dirty="0" smtClean="0">
                <a:solidFill>
                  <a:srgbClr val="000000"/>
                </a:solidFill>
              </a:rPr>
              <a:t> </a:t>
            </a:r>
            <a:r>
              <a:rPr lang="ru-RU" sz="900" b="0" i="0" dirty="0" smtClean="0">
                <a:solidFill>
                  <a:srgbClr val="000000"/>
                </a:solidFill>
                <a:latin typeface="Arial"/>
              </a:rPr>
              <a:t>факторы</a:t>
            </a:r>
            <a:r>
              <a:rPr lang="ru-RU" sz="900" b="0" i="0" dirty="0" smtClean="0">
                <a:solidFill>
                  <a:srgbClr val="000000"/>
                </a:solidFill>
              </a:rPr>
              <a:t>, </a:t>
            </a:r>
            <a:r>
              <a:rPr lang="ru-RU" sz="900" b="0" i="0" dirty="0" smtClean="0">
                <a:solidFill>
                  <a:srgbClr val="000000"/>
                </a:solidFill>
                <a:latin typeface="Arial"/>
              </a:rPr>
              <a:t>среди</a:t>
            </a:r>
            <a:r>
              <a:rPr lang="ru-RU" sz="900" b="0" i="0" dirty="0" smtClean="0">
                <a:solidFill>
                  <a:srgbClr val="000000"/>
                </a:solidFill>
              </a:rPr>
              <a:t> </a:t>
            </a:r>
            <a:r>
              <a:rPr lang="ru-RU" sz="900" b="0" i="0" dirty="0" smtClean="0">
                <a:solidFill>
                  <a:srgbClr val="000000"/>
                </a:solidFill>
                <a:latin typeface="Arial"/>
              </a:rPr>
              <a:t>которых</a:t>
            </a:r>
            <a:r>
              <a:rPr lang="ru-RU" sz="900" b="0" i="0" dirty="0" smtClean="0">
                <a:solidFill>
                  <a:srgbClr val="000000"/>
                </a:solidFill>
              </a:rPr>
              <a:t> </a:t>
            </a:r>
            <a:r>
              <a:rPr lang="ru-RU" sz="900" b="0" i="0" dirty="0" smtClean="0">
                <a:solidFill>
                  <a:srgbClr val="000000"/>
                </a:solidFill>
                <a:latin typeface="Arial"/>
              </a:rPr>
              <a:t>используемые</a:t>
            </a:r>
            <a:r>
              <a:rPr lang="ru-RU" sz="900" b="0" i="0" dirty="0" smtClean="0">
                <a:solidFill>
                  <a:srgbClr val="000000"/>
                </a:solidFill>
              </a:rPr>
              <a:t> </a:t>
            </a:r>
            <a:r>
              <a:rPr lang="ru-RU" sz="900" b="0" i="0" dirty="0" smtClean="0">
                <a:solidFill>
                  <a:srgbClr val="000000"/>
                </a:solidFill>
                <a:latin typeface="Arial"/>
              </a:rPr>
              <a:t>носители</a:t>
            </a:r>
            <a:r>
              <a:rPr lang="ru-RU" sz="900" b="0" i="0" dirty="0" smtClean="0">
                <a:solidFill>
                  <a:srgbClr val="000000"/>
                </a:solidFill>
              </a:rPr>
              <a:t>, </a:t>
            </a:r>
            <a:r>
              <a:rPr lang="ru-RU" sz="900" b="0" i="0" dirty="0" smtClean="0">
                <a:solidFill>
                  <a:srgbClr val="000000"/>
                </a:solidFill>
                <a:latin typeface="Arial"/>
              </a:rPr>
              <a:t>архитектура</a:t>
            </a:r>
            <a:r>
              <a:rPr lang="ru-RU" sz="900" b="0" i="0" dirty="0" smtClean="0">
                <a:solidFill>
                  <a:srgbClr val="000000"/>
                </a:solidFill>
              </a:rPr>
              <a:t>, </a:t>
            </a:r>
            <a:r>
              <a:rPr lang="ru-RU" sz="900" b="0" i="0" dirty="0" smtClean="0">
                <a:solidFill>
                  <a:srgbClr val="000000"/>
                </a:solidFill>
                <a:latin typeface="Arial"/>
              </a:rPr>
              <a:t>емкость</a:t>
            </a:r>
            <a:r>
              <a:rPr lang="ru-RU" sz="900" b="0" i="0" dirty="0" smtClean="0">
                <a:solidFill>
                  <a:srgbClr val="000000"/>
                </a:solidFill>
              </a:rPr>
              <a:t>, </a:t>
            </a:r>
            <a:r>
              <a:rPr lang="ru-RU" sz="900" b="0" i="0" dirty="0" smtClean="0">
                <a:solidFill>
                  <a:srgbClr val="000000"/>
                </a:solidFill>
                <a:latin typeface="Arial"/>
              </a:rPr>
              <a:t>адресация</a:t>
            </a:r>
            <a:r>
              <a:rPr lang="ru-RU" sz="900" b="0" i="0" dirty="0" smtClean="0">
                <a:solidFill>
                  <a:srgbClr val="000000"/>
                </a:solidFill>
              </a:rPr>
              <a:t>, </a:t>
            </a:r>
            <a:r>
              <a:rPr lang="ru-RU" sz="900" b="0" i="0" dirty="0" smtClean="0">
                <a:solidFill>
                  <a:srgbClr val="000000"/>
                </a:solidFill>
                <a:latin typeface="Arial"/>
              </a:rPr>
              <a:t>надежность</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производительность</a:t>
            </a:r>
            <a:r>
              <a:rPr lang="ru-RU" sz="900" b="0" i="0" dirty="0" smtClean="0">
                <a:solidFill>
                  <a:srgbClr val="000000"/>
                </a:solidFill>
              </a:rPr>
              <a:t>. </a:t>
            </a:r>
          </a:p>
          <a:p>
            <a:pPr indent="457200">
              <a:spcBef>
                <a:spcPts val="600"/>
              </a:spcBef>
              <a:defRPr/>
            </a:pPr>
            <a:r>
              <a:rPr lang="ru-RU" sz="900" b="0" i="0" dirty="0" smtClean="0">
                <a:solidFill>
                  <a:srgbClr val="000000"/>
                </a:solidFill>
                <a:latin typeface="Arial"/>
              </a:rPr>
              <a:t>Например</a:t>
            </a:r>
            <a:r>
              <a:rPr lang="ru-RU" sz="900" b="0" i="0" dirty="0" smtClean="0">
                <a:solidFill>
                  <a:srgbClr val="000000"/>
                </a:solidFill>
              </a:rPr>
              <a:t>, </a:t>
            </a:r>
            <a:r>
              <a:rPr lang="ru-RU" sz="900" b="0" i="0" u="sng" dirty="0" smtClean="0">
                <a:solidFill>
                  <a:srgbClr val="000000"/>
                </a:solidFill>
                <a:latin typeface="Arial"/>
              </a:rPr>
              <a:t>вращающиеся</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твердотельные</a:t>
            </a:r>
            <a:r>
              <a:rPr lang="ru-RU" sz="900" b="0" i="0" u="sng" dirty="0" smtClean="0">
                <a:solidFill>
                  <a:srgbClr val="000000"/>
                </a:solidFill>
              </a:rPr>
              <a:t> </a:t>
            </a:r>
            <a:r>
              <a:rPr lang="ru-RU" sz="900" b="0" i="0" u="sng" dirty="0" smtClean="0">
                <a:solidFill>
                  <a:srgbClr val="000000"/>
                </a:solidFill>
                <a:latin typeface="Arial"/>
              </a:rPr>
              <a:t>диски</a:t>
            </a:r>
            <a:r>
              <a:rPr lang="ru-RU" sz="900" b="0" i="0" u="sng" dirty="0" smtClean="0">
                <a:solidFill>
                  <a:srgbClr val="000000"/>
                </a:solidFill>
              </a:rPr>
              <a:t> </a:t>
            </a:r>
            <a:r>
              <a:rPr lang="ru-RU" sz="900" b="0" i="0" dirty="0" smtClean="0">
                <a:solidFill>
                  <a:srgbClr val="000000"/>
                </a:solidFill>
                <a:latin typeface="Arial"/>
              </a:rPr>
              <a:t>используются</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1" i="0" dirty="0" smtClean="0">
                <a:solidFill>
                  <a:srgbClr val="000000"/>
                </a:solidFill>
                <a:latin typeface="Arial"/>
              </a:rPr>
              <a:t>критически</a:t>
            </a:r>
            <a:r>
              <a:rPr lang="ru-RU" sz="900" b="1" i="0" dirty="0" smtClean="0">
                <a:solidFill>
                  <a:srgbClr val="000000"/>
                </a:solidFill>
              </a:rPr>
              <a:t> </a:t>
            </a:r>
            <a:r>
              <a:rPr lang="ru-RU" sz="900" b="1" i="0" dirty="0" smtClean="0">
                <a:solidFill>
                  <a:srgbClr val="000000"/>
                </a:solidFill>
                <a:latin typeface="Arial"/>
              </a:rPr>
              <a:t>важной</a:t>
            </a:r>
            <a:r>
              <a:rPr lang="ru-RU" sz="900" b="1"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бизнеса</a:t>
            </a:r>
            <a:r>
              <a:rPr lang="ru-RU" sz="900" b="0" i="0" dirty="0" smtClean="0">
                <a:solidFill>
                  <a:srgbClr val="000000"/>
                </a:solidFill>
              </a:rPr>
              <a:t> </a:t>
            </a:r>
            <a:r>
              <a:rPr lang="ru-RU" sz="900" b="0"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которая</a:t>
            </a:r>
            <a:r>
              <a:rPr lang="ru-RU" sz="900" b="0" i="0" dirty="0" smtClean="0">
                <a:solidFill>
                  <a:srgbClr val="000000"/>
                </a:solidFill>
              </a:rPr>
              <a:t> </a:t>
            </a:r>
            <a:r>
              <a:rPr lang="ru-RU" sz="900" b="0" i="0" dirty="0" smtClean="0">
                <a:solidFill>
                  <a:srgbClr val="000000"/>
                </a:solidFill>
                <a:latin typeface="Arial"/>
              </a:rPr>
              <a:t>должна</a:t>
            </a:r>
            <a:r>
              <a:rPr lang="ru-RU" sz="900" b="0" i="0" dirty="0" smtClean="0">
                <a:solidFill>
                  <a:srgbClr val="000000"/>
                </a:solidFill>
              </a:rPr>
              <a:t> </a:t>
            </a:r>
            <a:r>
              <a:rPr lang="ru-RU" sz="900" b="0" i="0" dirty="0" smtClean="0">
                <a:solidFill>
                  <a:srgbClr val="000000"/>
                </a:solidFill>
                <a:latin typeface="Arial"/>
              </a:rPr>
              <a:t>быть</a:t>
            </a:r>
            <a:r>
              <a:rPr lang="ru-RU" sz="900" b="0" i="0" dirty="0" smtClean="0">
                <a:solidFill>
                  <a:srgbClr val="000000"/>
                </a:solidFill>
              </a:rPr>
              <a:t> </a:t>
            </a:r>
            <a:r>
              <a:rPr lang="ru-RU" sz="900" b="0" i="0" dirty="0" smtClean="0">
                <a:solidFill>
                  <a:srgbClr val="000000"/>
                </a:solidFill>
                <a:latin typeface="Arial"/>
              </a:rPr>
              <a:t>постоянно</a:t>
            </a:r>
            <a:r>
              <a:rPr lang="ru-RU" sz="900" b="0" i="0" dirty="0" smtClean="0">
                <a:solidFill>
                  <a:srgbClr val="000000"/>
                </a:solidFill>
              </a:rPr>
              <a:t> </a:t>
            </a:r>
            <a:r>
              <a:rPr lang="ru-RU" sz="900" b="0" i="0" dirty="0" smtClean="0">
                <a:solidFill>
                  <a:srgbClr val="000000"/>
                </a:solidFill>
                <a:latin typeface="Arial"/>
              </a:rPr>
              <a:t>доступной</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Поэтому</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u="sng" dirty="0" smtClean="0">
                <a:solidFill>
                  <a:srgbClr val="000000"/>
                </a:solidFill>
                <a:latin typeface="Arial"/>
              </a:rPr>
              <a:t>резервного</a:t>
            </a:r>
            <a:r>
              <a:rPr lang="ru-RU" sz="900" b="0" i="0" u="sng" dirty="0" smtClean="0">
                <a:solidFill>
                  <a:srgbClr val="000000"/>
                </a:solidFill>
              </a:rPr>
              <a:t> </a:t>
            </a:r>
            <a:r>
              <a:rPr lang="ru-RU" sz="900" b="0" i="0" u="sng" dirty="0" smtClean="0">
                <a:solidFill>
                  <a:srgbClr val="000000"/>
                </a:solidFill>
                <a:latin typeface="Arial"/>
              </a:rPr>
              <a:t>копирования</a:t>
            </a:r>
            <a:r>
              <a:rPr lang="ru-RU" sz="900" b="0" i="0" u="sng"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архивирования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обычно</a:t>
            </a:r>
            <a:r>
              <a:rPr lang="ru-RU" sz="900" b="0" i="0" dirty="0" smtClean="0">
                <a:solidFill>
                  <a:srgbClr val="000000"/>
                </a:solidFill>
              </a:rPr>
              <a:t> </a:t>
            </a:r>
            <a:r>
              <a:rPr lang="ru-RU" sz="900" b="1" i="0" dirty="0" smtClean="0">
                <a:solidFill>
                  <a:srgbClr val="000000"/>
                </a:solidFill>
                <a:latin typeface="Arial"/>
              </a:rPr>
              <a:t>используются</a:t>
            </a:r>
            <a:r>
              <a:rPr lang="ru-RU" sz="900" b="1" i="0" dirty="0" smtClean="0">
                <a:solidFill>
                  <a:srgbClr val="000000"/>
                </a:solidFill>
              </a:rPr>
              <a:t> </a:t>
            </a:r>
            <a:r>
              <a:rPr lang="ru-RU" sz="900" b="1" i="0" dirty="0" smtClean="0">
                <a:solidFill>
                  <a:srgbClr val="000000"/>
                </a:solidFill>
                <a:latin typeface="Arial"/>
              </a:rPr>
              <a:t>магнитные</a:t>
            </a:r>
            <a:r>
              <a:rPr lang="ru-RU" sz="900" b="1" i="0" dirty="0" smtClean="0">
                <a:solidFill>
                  <a:srgbClr val="000000"/>
                </a:solidFill>
              </a:rPr>
              <a:t> </a:t>
            </a:r>
            <a:r>
              <a:rPr lang="ru-RU" sz="900" b="1" i="0" dirty="0" smtClean="0">
                <a:solidFill>
                  <a:srgbClr val="000000"/>
                </a:solidFill>
                <a:latin typeface="Arial"/>
              </a:rPr>
              <a:t>ленты</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оптические</a:t>
            </a:r>
            <a:r>
              <a:rPr lang="ru-RU" sz="900" b="1" i="0" dirty="0" smtClean="0">
                <a:solidFill>
                  <a:srgbClr val="000000"/>
                </a:solidFill>
              </a:rPr>
              <a:t> </a:t>
            </a:r>
            <a:r>
              <a:rPr lang="ru-RU" sz="900" b="1" i="0" dirty="0" smtClean="0">
                <a:solidFill>
                  <a:srgbClr val="000000"/>
                </a:solidFill>
                <a:latin typeface="Arial"/>
              </a:rPr>
              <a:t>носители</a:t>
            </a:r>
            <a:r>
              <a:rPr lang="ru-RU" sz="900" b="0" i="0" dirty="0" smtClean="0">
                <a:solidFill>
                  <a:srgbClr val="000000"/>
                </a:solidFill>
              </a:rPr>
              <a:t>. </a:t>
            </a:r>
            <a:r>
              <a:rPr lang="ru-RU" sz="900" b="0" i="0" dirty="0" smtClean="0">
                <a:solidFill>
                  <a:srgbClr val="000000"/>
                </a:solidFill>
                <a:latin typeface="Arial"/>
              </a:rPr>
              <a:t>Различные</a:t>
            </a:r>
            <a:r>
              <a:rPr lang="ru-RU" sz="900" b="0" i="0" dirty="0" smtClean="0">
                <a:solidFill>
                  <a:srgbClr val="000000"/>
                </a:solidFill>
              </a:rPr>
              <a:t> </a:t>
            </a:r>
            <a:r>
              <a:rPr lang="ru-RU" sz="900" b="0" i="0" dirty="0" smtClean="0">
                <a:solidFill>
                  <a:srgbClr val="000000"/>
                </a:solidFill>
                <a:latin typeface="Arial"/>
              </a:rPr>
              <a:t>типы</a:t>
            </a:r>
            <a:r>
              <a:rPr lang="ru-RU" sz="900" b="0" i="0" dirty="0" smtClean="0">
                <a:solidFill>
                  <a:srgbClr val="000000"/>
                </a:solidFill>
              </a:rPr>
              <a:t> </a:t>
            </a:r>
            <a:r>
              <a:rPr lang="ru-RU" sz="900" b="0" i="0" dirty="0" smtClean="0">
                <a:solidFill>
                  <a:srgbClr val="000000"/>
                </a:solidFill>
                <a:latin typeface="Arial"/>
              </a:rPr>
              <a:t>устройств</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рассмотрены</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модуле</a:t>
            </a:r>
            <a:r>
              <a:rPr lang="ru-RU" sz="900" b="0" i="0" dirty="0" smtClean="0">
                <a:solidFill>
                  <a:srgbClr val="000000"/>
                </a:solidFill>
              </a:rPr>
              <a:t> 3 «</a:t>
            </a:r>
            <a:r>
              <a:rPr lang="ru-RU" sz="900" b="0" i="0" dirty="0" smtClean="0">
                <a:solidFill>
                  <a:srgbClr val="000000"/>
                </a:solidFill>
                <a:latin typeface="Arial"/>
              </a:rPr>
              <a:t>Среда</a:t>
            </a:r>
            <a:r>
              <a:rPr lang="ru-RU" sz="900" b="0" i="0" dirty="0" smtClean="0">
                <a:solidFill>
                  <a:srgbClr val="000000"/>
                </a:solidFill>
              </a:rPr>
              <a:t> </a:t>
            </a:r>
            <a:r>
              <a:rPr lang="ru-RU" sz="900" b="0" i="0" dirty="0" smtClean="0">
                <a:solidFill>
                  <a:srgbClr val="000000"/>
                </a:solidFill>
                <a:latin typeface="Arial"/>
              </a:rPr>
              <a:t>центра</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корпоративных</a:t>
            </a:r>
            <a:r>
              <a:rPr lang="ru-RU" sz="900" b="0" i="0" dirty="0" smtClean="0">
                <a:solidFill>
                  <a:srgbClr val="000000"/>
                </a:solidFill>
              </a:rPr>
              <a:t> </a:t>
            </a:r>
            <a:r>
              <a:rPr lang="ru-RU" sz="900" b="0" i="0" dirty="0" smtClean="0">
                <a:solidFill>
                  <a:srgbClr val="000000"/>
                </a:solidFill>
                <a:latin typeface="Arial"/>
              </a:rPr>
              <a:t>средах</a:t>
            </a:r>
            <a:r>
              <a:rPr lang="ru-RU" sz="900" b="0" i="0" dirty="0" smtClean="0">
                <a:solidFill>
                  <a:srgbClr val="000000"/>
                </a:solidFill>
              </a:rPr>
              <a:t> </a:t>
            </a:r>
            <a:r>
              <a:rPr lang="ru-RU" sz="900" b="0" i="0" dirty="0" smtClean="0">
                <a:solidFill>
                  <a:srgbClr val="000000"/>
                </a:solidFill>
                <a:latin typeface="Arial"/>
              </a:rPr>
              <a:t>информация</a:t>
            </a:r>
            <a:r>
              <a:rPr lang="ru-RU" sz="900" b="0" i="0" dirty="0" smtClean="0">
                <a:solidFill>
                  <a:srgbClr val="000000"/>
                </a:solidFill>
              </a:rPr>
              <a:t> </a:t>
            </a:r>
            <a:r>
              <a:rPr lang="ru-RU" sz="900" b="0" i="0" dirty="0" smtClean="0">
                <a:solidFill>
                  <a:srgbClr val="000000"/>
                </a:solidFill>
                <a:latin typeface="Arial"/>
              </a:rPr>
              <a:t>обычно</a:t>
            </a:r>
            <a:r>
              <a:rPr lang="ru-RU" sz="900" b="0" i="0" dirty="0" smtClean="0">
                <a:solidFill>
                  <a:srgbClr val="000000"/>
                </a:solidFill>
              </a:rPr>
              <a:t> </a:t>
            </a:r>
            <a:r>
              <a:rPr lang="ru-RU" sz="900" b="0" i="0" dirty="0" smtClean="0">
                <a:solidFill>
                  <a:srgbClr val="000000"/>
                </a:solidFill>
                <a:latin typeface="Arial"/>
              </a:rPr>
              <a:t>хранится</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системах</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массивах</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Система</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аппаратный</a:t>
            </a:r>
            <a:r>
              <a:rPr lang="ru-RU" sz="900" b="0" i="0" dirty="0" smtClean="0">
                <a:solidFill>
                  <a:srgbClr val="000000"/>
                </a:solidFill>
              </a:rPr>
              <a:t> </a:t>
            </a:r>
            <a:r>
              <a:rPr lang="ru-RU" sz="900" b="0" i="0" dirty="0" smtClean="0">
                <a:solidFill>
                  <a:srgbClr val="000000"/>
                </a:solidFill>
                <a:latin typeface="Arial"/>
              </a:rPr>
              <a:t>компонент</a:t>
            </a:r>
            <a:r>
              <a:rPr lang="ru-RU" sz="900" b="0" i="0" dirty="0" smtClean="0">
                <a:solidFill>
                  <a:srgbClr val="000000"/>
                </a:solidFill>
              </a:rPr>
              <a:t>, </a:t>
            </a:r>
            <a:r>
              <a:rPr lang="ru-RU" sz="900" b="0" i="0" dirty="0" smtClean="0">
                <a:solidFill>
                  <a:srgbClr val="000000"/>
                </a:solidFill>
                <a:latin typeface="Arial"/>
              </a:rPr>
              <a:t>содержащий</a:t>
            </a:r>
            <a:r>
              <a:rPr lang="ru-RU" sz="900" b="0" i="0" dirty="0" smtClean="0">
                <a:solidFill>
                  <a:srgbClr val="000000"/>
                </a:solidFill>
              </a:rPr>
              <a:t> </a:t>
            </a:r>
            <a:r>
              <a:rPr lang="ru-RU" sz="900" b="0" i="0" dirty="0" smtClean="0">
                <a:solidFill>
                  <a:srgbClr val="000000"/>
                </a:solidFill>
                <a:latin typeface="Arial"/>
              </a:rPr>
              <a:t>группу</a:t>
            </a:r>
            <a:r>
              <a:rPr lang="ru-RU" sz="900" b="0" i="0" dirty="0" smtClean="0">
                <a:solidFill>
                  <a:srgbClr val="000000"/>
                </a:solidFill>
              </a:rPr>
              <a:t> </a:t>
            </a:r>
            <a:r>
              <a:rPr lang="ru-RU" sz="900" b="0" i="0" dirty="0" smtClean="0">
                <a:solidFill>
                  <a:srgbClr val="000000"/>
                </a:solidFill>
                <a:latin typeface="Arial"/>
              </a:rPr>
              <a:t>однородных</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гетерогенных</a:t>
            </a:r>
            <a:r>
              <a:rPr lang="ru-RU" sz="900" b="0" i="0" dirty="0" smtClean="0">
                <a:solidFill>
                  <a:srgbClr val="000000"/>
                </a:solidFill>
              </a:rPr>
              <a:t> </a:t>
            </a:r>
            <a:r>
              <a:rPr lang="ru-RU" sz="900" b="0" i="0" dirty="0" smtClean="0">
                <a:solidFill>
                  <a:srgbClr val="000000"/>
                </a:solidFill>
                <a:latin typeface="Arial"/>
              </a:rPr>
              <a:t>устройств</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1" i="0" dirty="0" smtClean="0">
                <a:solidFill>
                  <a:srgbClr val="000000"/>
                </a:solidFill>
                <a:latin typeface="Arial"/>
              </a:rPr>
              <a:t>в</a:t>
            </a:r>
            <a:r>
              <a:rPr lang="ru-RU" sz="900" b="1" i="0" dirty="0" smtClean="0">
                <a:solidFill>
                  <a:srgbClr val="000000"/>
                </a:solidFill>
              </a:rPr>
              <a:t> </a:t>
            </a:r>
            <a:r>
              <a:rPr lang="ru-RU" sz="900" b="1" i="0" dirty="0" smtClean="0">
                <a:solidFill>
                  <a:srgbClr val="000000"/>
                </a:solidFill>
                <a:latin typeface="Arial"/>
              </a:rPr>
              <a:t>одном</a:t>
            </a:r>
            <a:r>
              <a:rPr lang="ru-RU" sz="900" b="1" i="0" dirty="0" smtClean="0">
                <a:solidFill>
                  <a:srgbClr val="000000"/>
                </a:solidFill>
              </a:rPr>
              <a:t> </a:t>
            </a:r>
            <a:r>
              <a:rPr lang="ru-RU" sz="900" b="1" i="0" dirty="0" smtClean="0">
                <a:solidFill>
                  <a:srgbClr val="000000"/>
                </a:solidFill>
                <a:latin typeface="Arial"/>
              </a:rPr>
              <a:t>шкафу</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Эти</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корпоративного</a:t>
            </a:r>
            <a:r>
              <a:rPr lang="ru-RU" sz="900" b="0" i="0" dirty="0" smtClean="0">
                <a:solidFill>
                  <a:srgbClr val="000000"/>
                </a:solidFill>
              </a:rPr>
              <a:t> </a:t>
            </a:r>
            <a:r>
              <a:rPr lang="ru-RU" sz="900" b="0" i="0" dirty="0" smtClean="0">
                <a:solidFill>
                  <a:srgbClr val="000000"/>
                </a:solidFill>
                <a:latin typeface="Arial"/>
              </a:rPr>
              <a:t>класса</a:t>
            </a:r>
            <a:r>
              <a:rPr lang="ru-RU" sz="900" b="0" i="0" dirty="0" smtClean="0">
                <a:solidFill>
                  <a:srgbClr val="000000"/>
                </a:solidFill>
              </a:rPr>
              <a:t> </a:t>
            </a:r>
            <a:r>
              <a:rPr lang="ru-RU" sz="900" b="0" i="0" dirty="0" smtClean="0">
                <a:solidFill>
                  <a:srgbClr val="000000"/>
                </a:solidFill>
                <a:latin typeface="Arial"/>
              </a:rPr>
              <a:t>предназначены</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обеспечения</a:t>
            </a:r>
            <a:r>
              <a:rPr lang="ru-RU" sz="900" b="0" i="0" dirty="0" smtClean="0">
                <a:solidFill>
                  <a:srgbClr val="000000"/>
                </a:solidFill>
              </a:rPr>
              <a:t> </a:t>
            </a:r>
            <a:r>
              <a:rPr lang="ru-RU" sz="900" b="0" i="0" dirty="0" smtClean="0">
                <a:solidFill>
                  <a:srgbClr val="000000"/>
                </a:solidFill>
                <a:latin typeface="Arial"/>
              </a:rPr>
              <a:t>высокой</a:t>
            </a:r>
            <a:r>
              <a:rPr lang="ru-RU" sz="900" b="0" i="0" dirty="0" smtClean="0">
                <a:solidFill>
                  <a:srgbClr val="000000"/>
                </a:solidFill>
              </a:rPr>
              <a:t> </a:t>
            </a:r>
            <a:r>
              <a:rPr lang="ru-RU" sz="900" b="0" i="0" dirty="0" smtClean="0">
                <a:solidFill>
                  <a:srgbClr val="000000"/>
                </a:solidFill>
                <a:latin typeface="Arial"/>
              </a:rPr>
              <a:t>емкости</a:t>
            </a:r>
            <a:r>
              <a:rPr lang="ru-RU" sz="900" b="0" i="0" dirty="0" smtClean="0">
                <a:solidFill>
                  <a:srgbClr val="000000"/>
                </a:solidFill>
              </a:rPr>
              <a:t>, </a:t>
            </a:r>
            <a:r>
              <a:rPr lang="ru-RU" sz="900" b="0" i="0" dirty="0" smtClean="0">
                <a:solidFill>
                  <a:srgbClr val="000000"/>
                </a:solidFill>
                <a:latin typeface="Arial"/>
              </a:rPr>
              <a:t>масштабируемости</a:t>
            </a:r>
            <a:r>
              <a:rPr lang="ru-RU" sz="900" b="0" i="0" dirty="0" smtClean="0">
                <a:solidFill>
                  <a:srgbClr val="000000"/>
                </a:solidFill>
              </a:rPr>
              <a:t>, </a:t>
            </a:r>
            <a:r>
              <a:rPr lang="ru-RU" sz="900" b="0" i="0" dirty="0" smtClean="0">
                <a:solidFill>
                  <a:srgbClr val="000000"/>
                </a:solidFill>
                <a:latin typeface="Arial"/>
              </a:rPr>
              <a:t>производительности</a:t>
            </a:r>
            <a:r>
              <a:rPr lang="ru-RU" sz="900" b="0" i="0" dirty="0" smtClean="0">
                <a:solidFill>
                  <a:srgbClr val="000000"/>
                </a:solidFill>
              </a:rPr>
              <a:t>, </a:t>
            </a:r>
            <a:r>
              <a:rPr lang="ru-RU" sz="900" b="0" i="0" dirty="0" smtClean="0">
                <a:solidFill>
                  <a:srgbClr val="000000"/>
                </a:solidFill>
                <a:latin typeface="Arial"/>
              </a:rPr>
              <a:t>надежности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безопасности</a:t>
            </a:r>
            <a:r>
              <a:rPr lang="ru-RU" sz="900" b="0" i="0" dirty="0" smtClean="0">
                <a:solidFill>
                  <a:srgbClr val="000000"/>
                </a:solidFill>
              </a:rPr>
              <a:t>, </a:t>
            </a:r>
            <a:r>
              <a:rPr lang="ru-RU" sz="900" b="0" i="0" dirty="0" smtClean="0">
                <a:solidFill>
                  <a:srgbClr val="000000"/>
                </a:solidFill>
                <a:latin typeface="Arial"/>
              </a:rPr>
              <a:t>что</a:t>
            </a:r>
            <a:r>
              <a:rPr lang="ru-RU" sz="900" b="0" i="0" dirty="0" smtClean="0">
                <a:solidFill>
                  <a:srgbClr val="000000"/>
                </a:solidFill>
              </a:rPr>
              <a:t> </a:t>
            </a:r>
            <a:r>
              <a:rPr lang="ru-RU" sz="900" b="0" i="0" dirty="0" smtClean="0">
                <a:solidFill>
                  <a:srgbClr val="000000"/>
                </a:solidFill>
                <a:latin typeface="Arial"/>
              </a:rPr>
              <a:t>позволяет</a:t>
            </a:r>
            <a:r>
              <a:rPr lang="ru-RU" sz="900" b="0" i="0" dirty="0" smtClean="0">
                <a:solidFill>
                  <a:srgbClr val="000000"/>
                </a:solidFill>
              </a:rPr>
              <a:t> </a:t>
            </a:r>
            <a:r>
              <a:rPr lang="ru-RU" sz="900" b="0" i="0" dirty="0" smtClean="0">
                <a:solidFill>
                  <a:srgbClr val="000000"/>
                </a:solidFill>
                <a:latin typeface="Arial"/>
              </a:rPr>
              <a:t>им</a:t>
            </a:r>
            <a:r>
              <a:rPr lang="ru-RU" sz="900" b="0" i="0" dirty="0" smtClean="0">
                <a:solidFill>
                  <a:srgbClr val="000000"/>
                </a:solidFill>
              </a:rPr>
              <a:t> </a:t>
            </a:r>
            <a:r>
              <a:rPr lang="ru-RU" sz="900" b="0" i="0" dirty="0" smtClean="0">
                <a:solidFill>
                  <a:srgbClr val="000000"/>
                </a:solidFill>
                <a:latin typeface="Arial"/>
              </a:rPr>
              <a:t>соответствовать</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требованиям</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вычислительных</a:t>
            </a:r>
            <a:r>
              <a:rPr lang="ru-RU" sz="900" b="0" i="0" dirty="0" smtClean="0">
                <a:solidFill>
                  <a:srgbClr val="000000"/>
                </a:solidFill>
              </a:rPr>
              <a:t> </a:t>
            </a:r>
            <a:r>
              <a:rPr lang="ru-RU" sz="900" b="0" i="0" dirty="0" smtClean="0">
                <a:solidFill>
                  <a:srgbClr val="000000"/>
                </a:solidFill>
                <a:latin typeface="Arial"/>
              </a:rPr>
              <a:t>систем</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которых</a:t>
            </a:r>
            <a:r>
              <a:rPr lang="ru-RU" sz="900" b="0" i="0" dirty="0" smtClean="0">
                <a:solidFill>
                  <a:srgbClr val="000000"/>
                </a:solidFill>
              </a:rPr>
              <a:t> </a:t>
            </a:r>
            <a:r>
              <a:rPr lang="ru-RU" sz="900" b="0" i="0" dirty="0" smtClean="0">
                <a:solidFill>
                  <a:srgbClr val="000000"/>
                </a:solidFill>
                <a:latin typeface="Arial"/>
              </a:rPr>
              <a:t>работают</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приложения</a:t>
            </a:r>
            <a:r>
              <a:rPr lang="ru-RU" sz="900" b="0" i="0" dirty="0" smtClean="0">
                <a:solidFill>
                  <a:srgbClr val="000000"/>
                </a:solidFill>
              </a:rPr>
              <a:t>, </a:t>
            </a:r>
            <a:r>
              <a:rPr lang="ru-RU" sz="900" b="0" i="0" dirty="0" smtClean="0">
                <a:solidFill>
                  <a:srgbClr val="000000"/>
                </a:solidFill>
                <a:latin typeface="Arial"/>
              </a:rPr>
              <a:t>емкость</a:t>
            </a:r>
            <a:r>
              <a:rPr lang="ru-RU" sz="900" b="0" i="0" dirty="0" smtClean="0">
                <a:solidFill>
                  <a:srgbClr val="000000"/>
                </a:solidFill>
              </a:rPr>
              <a:t> </a:t>
            </a:r>
            <a:r>
              <a:rPr lang="ru-RU" sz="900" b="0" i="0" dirty="0" smtClean="0">
                <a:solidFill>
                  <a:srgbClr val="000000"/>
                </a:solidFill>
                <a:latin typeface="Arial"/>
              </a:rPr>
              <a:t>выделяется</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систем</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рассматриваются</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модуле</a:t>
            </a:r>
            <a:r>
              <a:rPr lang="ru-RU" sz="900" b="0" i="0" dirty="0" smtClean="0">
                <a:solidFill>
                  <a:srgbClr val="000000"/>
                </a:solidFill>
              </a:rPr>
              <a:t> 4 «</a:t>
            </a:r>
            <a:r>
              <a:rPr lang="ru-RU" sz="900" b="0" i="0" dirty="0" smtClean="0">
                <a:solidFill>
                  <a:srgbClr val="000000"/>
                </a:solidFill>
                <a:latin typeface="Arial"/>
              </a:rPr>
              <a:t>Интеллектуальные</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Обычно</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размещают</a:t>
            </a:r>
            <a:r>
              <a:rPr lang="ru-RU" sz="900" b="0" i="0" dirty="0" smtClean="0">
                <a:solidFill>
                  <a:srgbClr val="000000"/>
                </a:solidFill>
              </a:rPr>
              <a:t> </a:t>
            </a:r>
            <a:r>
              <a:rPr lang="ru-RU" sz="900" b="0" i="0" dirty="0" smtClean="0">
                <a:solidFill>
                  <a:srgbClr val="000000"/>
                </a:solidFill>
                <a:latin typeface="Arial"/>
              </a:rPr>
              <a:t>ИТ</a:t>
            </a:r>
            <a:r>
              <a:rPr lang="ru-RU" sz="900" b="0" i="0" dirty="0" smtClean="0">
                <a:solidFill>
                  <a:srgbClr val="000000"/>
                </a:solidFill>
              </a:rPr>
              <a:t>-</a:t>
            </a:r>
            <a:r>
              <a:rPr lang="ru-RU" sz="900" b="0" i="0" dirty="0" smtClean="0">
                <a:solidFill>
                  <a:srgbClr val="000000"/>
                </a:solidFill>
                <a:latin typeface="Arial"/>
              </a:rPr>
              <a:t>инфраструктуру</a:t>
            </a:r>
            <a:r>
              <a:rPr lang="ru-RU" sz="900" b="0" i="0" dirty="0" smtClean="0">
                <a:solidFill>
                  <a:srgbClr val="000000"/>
                </a:solidFill>
              </a:rPr>
              <a:t>, </a:t>
            </a:r>
            <a:r>
              <a:rPr lang="ru-RU" sz="900" b="0" i="0" dirty="0" smtClean="0">
                <a:solidFill>
                  <a:srgbClr val="000000"/>
                </a:solidFill>
                <a:latin typeface="Arial"/>
              </a:rPr>
              <a:t>включая</a:t>
            </a:r>
            <a:r>
              <a:rPr lang="ru-RU" sz="900" b="0" i="0" dirty="0" smtClean="0">
                <a:solidFill>
                  <a:srgbClr val="000000"/>
                </a:solidFill>
              </a:rPr>
              <a:t> </a:t>
            </a:r>
            <a:r>
              <a:rPr lang="ru-RU" sz="900" b="0" i="0" dirty="0" smtClean="0">
                <a:solidFill>
                  <a:srgbClr val="000000"/>
                </a:solidFill>
                <a:latin typeface="Arial"/>
              </a:rPr>
              <a:t>вычислительные</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сетевое</a:t>
            </a:r>
            <a:r>
              <a:rPr lang="ru-RU" sz="900" b="0" i="0" dirty="0" smtClean="0">
                <a:solidFill>
                  <a:srgbClr val="000000"/>
                </a:solidFill>
              </a:rPr>
              <a:t> </a:t>
            </a:r>
            <a:r>
              <a:rPr lang="ru-RU" sz="900" b="0" i="0" dirty="0" smtClean="0">
                <a:solidFill>
                  <a:srgbClr val="000000"/>
                </a:solidFill>
                <a:latin typeface="Arial"/>
              </a:rPr>
              <a:t>оборудование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центре</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p>
        </p:txBody>
      </p:sp>
    </p:spTree>
    <p:extLst>
      <p:ext uri="{BB962C8B-B14F-4D97-AF65-F5344CB8AC3E}">
        <p14:creationId xmlns:p14="http://schemas.microsoft.com/office/powerpoint/2010/main" val="163808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sz="900" b="0" i="0" dirty="0" smtClean="0">
                <a:solidFill>
                  <a:srgbClr val="000000"/>
                </a:solidFill>
                <a:latin typeface="Arial"/>
              </a:rPr>
              <a:t>Центр</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выделенный</a:t>
            </a:r>
            <a:r>
              <a:rPr lang="ru-RU" sz="900" b="0" i="0" dirty="0" smtClean="0">
                <a:solidFill>
                  <a:srgbClr val="000000"/>
                </a:solidFill>
              </a:rPr>
              <a:t> </a:t>
            </a:r>
            <a:r>
              <a:rPr lang="ru-RU" sz="900" b="0" i="0" dirty="0" smtClean="0">
                <a:solidFill>
                  <a:srgbClr val="000000"/>
                </a:solidFill>
                <a:latin typeface="Arial"/>
              </a:rPr>
              <a:t>объект</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котором</a:t>
            </a:r>
            <a:r>
              <a:rPr lang="ru-RU" sz="900" b="0" i="0" dirty="0" smtClean="0">
                <a:solidFill>
                  <a:srgbClr val="000000"/>
                </a:solidFill>
              </a:rPr>
              <a:t> </a:t>
            </a:r>
            <a:r>
              <a:rPr lang="ru-RU" sz="900" b="0" i="0" dirty="0" smtClean="0">
                <a:solidFill>
                  <a:srgbClr val="000000"/>
                </a:solidFill>
                <a:latin typeface="Arial"/>
              </a:rPr>
              <a:t>организация</a:t>
            </a:r>
            <a:r>
              <a:rPr lang="ru-RU" sz="900" b="0" i="0" dirty="0" smtClean="0">
                <a:solidFill>
                  <a:srgbClr val="000000"/>
                </a:solidFill>
              </a:rPr>
              <a:t> </a:t>
            </a:r>
            <a:r>
              <a:rPr lang="ru-RU" sz="900" b="0" i="0" dirty="0" smtClean="0">
                <a:solidFill>
                  <a:srgbClr val="000000"/>
                </a:solidFill>
                <a:latin typeface="Arial"/>
              </a:rPr>
              <a:t>размещает</a:t>
            </a:r>
            <a:r>
              <a:rPr lang="ru-RU" sz="900" b="0" i="0" dirty="0" smtClean="0">
                <a:solidFill>
                  <a:srgbClr val="000000"/>
                </a:solidFill>
              </a:rPr>
              <a:t>, </a:t>
            </a:r>
            <a:r>
              <a:rPr lang="ru-RU" sz="900" b="0" i="0" dirty="0" smtClean="0">
                <a:solidFill>
                  <a:srgbClr val="000000"/>
                </a:solidFill>
                <a:latin typeface="Arial"/>
              </a:rPr>
              <a:t>использует</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обслуживает</a:t>
            </a:r>
            <a:r>
              <a:rPr lang="ru-RU" sz="900" b="0" i="0" dirty="0" smtClean="0">
                <a:solidFill>
                  <a:srgbClr val="000000"/>
                </a:solidFill>
              </a:rPr>
              <a:t> </a:t>
            </a:r>
            <a:r>
              <a:rPr lang="ru-RU" sz="900" b="1" i="0" dirty="0" smtClean="0">
                <a:solidFill>
                  <a:srgbClr val="000000"/>
                </a:solidFill>
                <a:latin typeface="Arial"/>
              </a:rPr>
              <a:t>серверную</a:t>
            </a:r>
            <a:r>
              <a:rPr lang="ru-RU" sz="900" b="1" i="0" dirty="0" smtClean="0">
                <a:solidFill>
                  <a:srgbClr val="000000"/>
                </a:solidFill>
              </a:rPr>
              <a:t> </a:t>
            </a:r>
            <a:r>
              <a:rPr lang="ru-RU" sz="900" b="1" i="0" dirty="0" smtClean="0">
                <a:solidFill>
                  <a:srgbClr val="000000"/>
                </a:solidFill>
                <a:latin typeface="Arial"/>
              </a:rPr>
              <a:t>часть</a:t>
            </a:r>
            <a:r>
              <a:rPr lang="ru-RU" sz="900" b="1" i="0" dirty="0" smtClean="0">
                <a:solidFill>
                  <a:srgbClr val="000000"/>
                </a:solidFill>
              </a:rPr>
              <a:t> </a:t>
            </a:r>
            <a:r>
              <a:rPr lang="ru-RU" sz="900" b="1" i="0" dirty="0" smtClean="0">
                <a:solidFill>
                  <a:srgbClr val="000000"/>
                </a:solidFill>
                <a:latin typeface="Arial"/>
              </a:rPr>
              <a:t>ИТ</a:t>
            </a:r>
            <a:r>
              <a:rPr lang="ru-RU" sz="900" b="1" i="0" dirty="0" smtClean="0">
                <a:solidFill>
                  <a:srgbClr val="000000"/>
                </a:solidFill>
              </a:rPr>
              <a:t>-</a:t>
            </a:r>
            <a:r>
              <a:rPr lang="ru-RU" sz="900" b="1" i="0" dirty="0" smtClean="0">
                <a:solidFill>
                  <a:srgbClr val="000000"/>
                </a:solidFill>
                <a:latin typeface="Arial"/>
              </a:rPr>
              <a:t>инфраструктуры</a:t>
            </a:r>
            <a:r>
              <a:rPr lang="ru-RU" sz="900" b="0" i="0" dirty="0" smtClean="0">
                <a:solidFill>
                  <a:srgbClr val="000000"/>
                </a:solidFill>
              </a:rPr>
              <a:t>, </a:t>
            </a:r>
            <a:r>
              <a:rPr lang="ru-RU" sz="900" b="0" i="0" dirty="0" smtClean="0">
                <a:solidFill>
                  <a:srgbClr val="000000"/>
                </a:solidFill>
                <a:latin typeface="Arial"/>
              </a:rPr>
              <a:t>включая</a:t>
            </a:r>
            <a:r>
              <a:rPr lang="ru-RU" sz="900" b="0" i="0" dirty="0" smtClean="0">
                <a:solidFill>
                  <a:srgbClr val="000000"/>
                </a:solidFill>
              </a:rPr>
              <a:t> </a:t>
            </a:r>
            <a:r>
              <a:rPr lang="ru-RU" sz="900" b="0" i="0" dirty="0" smtClean="0">
                <a:solidFill>
                  <a:srgbClr val="000000"/>
                </a:solidFill>
                <a:latin typeface="Arial"/>
              </a:rPr>
              <a:t>вычислительные</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сетевое</a:t>
            </a:r>
            <a:r>
              <a:rPr lang="ru-RU" sz="900" b="0" i="0" dirty="0" smtClean="0">
                <a:solidFill>
                  <a:srgbClr val="000000"/>
                </a:solidFill>
              </a:rPr>
              <a:t> </a:t>
            </a:r>
            <a:r>
              <a:rPr lang="ru-RU" sz="900" b="0" i="0" dirty="0" smtClean="0">
                <a:solidFill>
                  <a:srgbClr val="000000"/>
                </a:solidFill>
                <a:latin typeface="Arial"/>
              </a:rPr>
              <a:t>оборудование</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также</a:t>
            </a:r>
            <a:r>
              <a:rPr lang="ru-RU" sz="900" b="0" i="0" dirty="0" smtClean="0">
                <a:solidFill>
                  <a:srgbClr val="000000"/>
                </a:solidFill>
              </a:rPr>
              <a:t> </a:t>
            </a:r>
            <a:r>
              <a:rPr lang="ru-RU" sz="900" b="0" i="0" dirty="0" smtClean="0">
                <a:solidFill>
                  <a:srgbClr val="000000"/>
                </a:solidFill>
                <a:latin typeface="Arial"/>
              </a:rPr>
              <a:t>компоненты</a:t>
            </a:r>
            <a:r>
              <a:rPr lang="ru-RU" sz="900" b="0" i="0" dirty="0" smtClean="0">
                <a:solidFill>
                  <a:srgbClr val="000000"/>
                </a:solidFill>
              </a:rPr>
              <a:t> </a:t>
            </a:r>
            <a:r>
              <a:rPr lang="ru-RU" sz="900" b="0" i="0" dirty="0" smtClean="0">
                <a:solidFill>
                  <a:srgbClr val="000000"/>
                </a:solidFill>
                <a:latin typeface="Arial"/>
              </a:rPr>
              <a:t>вспомогательной</a:t>
            </a:r>
            <a:r>
              <a:rPr lang="ru-RU" sz="900" b="0" i="0" dirty="0" smtClean="0">
                <a:solidFill>
                  <a:srgbClr val="000000"/>
                </a:solidFill>
              </a:rPr>
              <a:t> </a:t>
            </a:r>
            <a:r>
              <a:rPr lang="ru-RU" sz="900" b="0" i="0" dirty="0" smtClean="0">
                <a:solidFill>
                  <a:srgbClr val="000000"/>
                </a:solidFill>
                <a:latin typeface="Arial"/>
              </a:rPr>
              <a:t>инфраструктуры</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центре</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1" i="0" dirty="0" smtClean="0">
                <a:solidFill>
                  <a:srgbClr val="000000"/>
                </a:solidFill>
                <a:latin typeface="Arial"/>
              </a:rPr>
              <a:t>централизовано</a:t>
            </a:r>
            <a:r>
              <a:rPr lang="ru-RU" sz="900" b="1" i="0" dirty="0" smtClean="0">
                <a:solidFill>
                  <a:srgbClr val="000000"/>
                </a:solidFill>
              </a:rPr>
              <a:t> </a:t>
            </a:r>
            <a:r>
              <a:rPr lang="ru-RU" sz="900" b="1" i="0" dirty="0" smtClean="0">
                <a:solidFill>
                  <a:srgbClr val="000000"/>
                </a:solidFill>
                <a:latin typeface="Arial"/>
              </a:rPr>
              <a:t>размещается</a:t>
            </a:r>
            <a:r>
              <a:rPr lang="ru-RU" sz="900" b="1" i="0" dirty="0" smtClean="0">
                <a:solidFill>
                  <a:srgbClr val="000000"/>
                </a:solidFill>
              </a:rPr>
              <a:t> </a:t>
            </a:r>
            <a:r>
              <a:rPr lang="ru-RU" sz="900" b="1" i="0" dirty="0" smtClean="0">
                <a:solidFill>
                  <a:srgbClr val="000000"/>
                </a:solidFill>
                <a:latin typeface="Arial"/>
              </a:rPr>
              <a:t>ИТ</a:t>
            </a:r>
            <a:r>
              <a:rPr lang="ru-RU" sz="900" b="1" i="0" dirty="0" smtClean="0">
                <a:solidFill>
                  <a:srgbClr val="000000"/>
                </a:solidFill>
              </a:rPr>
              <a:t>-</a:t>
            </a:r>
            <a:r>
              <a:rPr lang="ru-RU" sz="900" b="1" i="0" dirty="0" smtClean="0">
                <a:solidFill>
                  <a:srgbClr val="000000"/>
                </a:solidFill>
                <a:latin typeface="Arial"/>
              </a:rPr>
              <a:t>оборудование</a:t>
            </a:r>
            <a:r>
              <a:rPr lang="ru-RU" sz="900" b="1" i="0" dirty="0" smtClean="0">
                <a:solidFill>
                  <a:srgbClr val="000000"/>
                </a:solidFill>
              </a:rPr>
              <a:t> </a:t>
            </a:r>
            <a:r>
              <a:rPr lang="ru-RU" sz="900" b="1" i="0" dirty="0" smtClean="0">
                <a:solidFill>
                  <a:srgbClr val="000000"/>
                </a:solidFill>
                <a:latin typeface="Arial"/>
              </a:rPr>
              <a:t>организации</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выполняются</a:t>
            </a:r>
            <a:r>
              <a:rPr lang="ru-RU" sz="900" b="1" i="0" dirty="0" smtClean="0">
                <a:solidFill>
                  <a:srgbClr val="000000"/>
                </a:solidFill>
              </a:rPr>
              <a:t> </a:t>
            </a:r>
            <a:r>
              <a:rPr lang="ru-RU" sz="900" b="1" i="0" dirty="0" smtClean="0">
                <a:solidFill>
                  <a:srgbClr val="000000"/>
                </a:solidFill>
                <a:latin typeface="Arial"/>
              </a:rPr>
              <a:t>операции</a:t>
            </a:r>
            <a:r>
              <a:rPr lang="ru-RU" sz="900" b="1" i="0" dirty="0" smtClean="0">
                <a:solidFill>
                  <a:srgbClr val="000000"/>
                </a:solidFill>
              </a:rPr>
              <a:t> </a:t>
            </a:r>
            <a:r>
              <a:rPr lang="ru-RU" sz="900" b="1" i="0" dirty="0" smtClean="0">
                <a:solidFill>
                  <a:srgbClr val="000000"/>
                </a:solidFill>
                <a:latin typeface="Arial"/>
              </a:rPr>
              <a:t>по</a:t>
            </a:r>
            <a:r>
              <a:rPr lang="ru-RU" sz="900" b="1" i="0" dirty="0" smtClean="0">
                <a:solidFill>
                  <a:srgbClr val="000000"/>
                </a:solidFill>
              </a:rPr>
              <a:t> </a:t>
            </a:r>
            <a:r>
              <a:rPr lang="ru-RU" sz="900" b="1" i="0" dirty="0" smtClean="0">
                <a:solidFill>
                  <a:srgbClr val="000000"/>
                </a:solidFill>
                <a:latin typeface="Arial"/>
              </a:rPr>
              <a:t>обработке</a:t>
            </a:r>
            <a:r>
              <a:rPr lang="ru-RU" sz="900" b="1" i="0" dirty="0" smtClean="0">
                <a:solidFill>
                  <a:srgbClr val="000000"/>
                </a:solidFill>
              </a:rPr>
              <a:t> </a:t>
            </a:r>
            <a:r>
              <a:rPr lang="ru-RU" sz="900" b="1"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поэтому</a:t>
            </a:r>
            <a:r>
              <a:rPr lang="ru-RU" sz="900" b="0" i="0" dirty="0" smtClean="0">
                <a:solidFill>
                  <a:srgbClr val="000000"/>
                </a:solidFill>
              </a:rPr>
              <a:t> </a:t>
            </a:r>
            <a:r>
              <a:rPr lang="ru-RU" sz="900" b="0" i="0" dirty="0" smtClean="0">
                <a:solidFill>
                  <a:srgbClr val="000000"/>
                </a:solidFill>
                <a:latin typeface="Arial"/>
              </a:rPr>
              <a:t>ЦОД</a:t>
            </a:r>
            <a:r>
              <a:rPr lang="ru-RU" sz="900" b="0" i="0" dirty="0" smtClean="0">
                <a:solidFill>
                  <a:srgbClr val="000000"/>
                </a:solidFill>
              </a:rPr>
              <a:t> </a:t>
            </a:r>
            <a:r>
              <a:rPr lang="ru-RU" sz="900" b="0" i="0" dirty="0" smtClean="0">
                <a:solidFill>
                  <a:srgbClr val="000000"/>
                </a:solidFill>
                <a:latin typeface="Arial"/>
              </a:rPr>
              <a:t>очень</a:t>
            </a:r>
            <a:r>
              <a:rPr lang="ru-RU" sz="900" b="0" i="0" dirty="0" smtClean="0">
                <a:solidFill>
                  <a:srgbClr val="000000"/>
                </a:solidFill>
              </a:rPr>
              <a:t> </a:t>
            </a:r>
            <a:r>
              <a:rPr lang="ru-RU" sz="900" b="0" i="0" dirty="0" smtClean="0">
                <a:solidFill>
                  <a:srgbClr val="000000"/>
                </a:solidFill>
                <a:latin typeface="Arial"/>
              </a:rPr>
              <a:t>важен</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выполнения</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операций</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Обычно</a:t>
            </a:r>
            <a:r>
              <a:rPr lang="ru-RU" sz="900" b="0" i="0" dirty="0" smtClean="0">
                <a:solidFill>
                  <a:srgbClr val="000000"/>
                </a:solidFill>
              </a:rPr>
              <a:t> </a:t>
            </a:r>
            <a:r>
              <a:rPr lang="ru-RU" sz="900" b="0" i="0" dirty="0" smtClean="0">
                <a:solidFill>
                  <a:srgbClr val="000000"/>
                </a:solidFill>
                <a:latin typeface="Arial"/>
              </a:rPr>
              <a:t>центр</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состоит</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описанных</a:t>
            </a:r>
            <a:r>
              <a:rPr lang="ru-RU" sz="900" b="0" i="0" dirty="0" smtClean="0">
                <a:solidFill>
                  <a:srgbClr val="000000"/>
                </a:solidFill>
              </a:rPr>
              <a:t> </a:t>
            </a:r>
            <a:r>
              <a:rPr lang="ru-RU" sz="900" b="0" i="0" dirty="0" smtClean="0">
                <a:solidFill>
                  <a:srgbClr val="000000"/>
                </a:solidFill>
                <a:latin typeface="Arial"/>
              </a:rPr>
              <a:t>ниже</a:t>
            </a:r>
            <a:r>
              <a:rPr lang="ru-RU" sz="900" b="0" i="0" dirty="0" smtClean="0">
                <a:solidFill>
                  <a:srgbClr val="000000"/>
                </a:solidFill>
              </a:rPr>
              <a:t> </a:t>
            </a:r>
            <a:r>
              <a:rPr lang="ru-RU" sz="900" b="0" i="0" dirty="0" smtClean="0">
                <a:solidFill>
                  <a:srgbClr val="000000"/>
                </a:solidFill>
                <a:latin typeface="Arial"/>
              </a:rPr>
              <a:t>компонентов</a:t>
            </a:r>
            <a:r>
              <a:rPr lang="ru-RU" sz="900" b="0" i="0" dirty="0" smtClean="0">
                <a:solidFill>
                  <a:srgbClr val="000000"/>
                </a:solidFill>
              </a:rPr>
              <a:t>.</a:t>
            </a:r>
          </a:p>
          <a:p>
            <a:pPr marL="171450" indent="457200">
              <a:spcBef>
                <a:spcPts val="600"/>
              </a:spcBef>
              <a:buFont typeface="Arial" panose="020B0604020202020204" pitchFamily="34" charset="0"/>
              <a:buChar char="•"/>
            </a:pPr>
            <a:r>
              <a:rPr lang="ru-RU" sz="900" b="1" i="0" dirty="0" smtClean="0">
                <a:solidFill>
                  <a:srgbClr val="000000"/>
                </a:solidFill>
                <a:latin typeface="Arial"/>
              </a:rPr>
              <a:t>Площадка</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Представляет</a:t>
            </a:r>
            <a:r>
              <a:rPr lang="ru-RU" sz="900" b="0" i="0" dirty="0" smtClean="0">
                <a:solidFill>
                  <a:srgbClr val="000000"/>
                </a:solidFill>
              </a:rPr>
              <a:t> </a:t>
            </a:r>
            <a:r>
              <a:rPr lang="ru-RU" sz="900" b="0" i="0" dirty="0" smtClean="0">
                <a:solidFill>
                  <a:srgbClr val="000000"/>
                </a:solidFill>
                <a:latin typeface="Arial"/>
              </a:rPr>
              <a:t>собой</a:t>
            </a:r>
            <a:r>
              <a:rPr lang="ru-RU" sz="900" b="0" i="0" dirty="0" smtClean="0">
                <a:solidFill>
                  <a:srgbClr val="000000"/>
                </a:solidFill>
              </a:rPr>
              <a:t> </a:t>
            </a:r>
            <a:r>
              <a:rPr lang="ru-RU" sz="900" b="0" i="0" dirty="0" smtClean="0">
                <a:solidFill>
                  <a:srgbClr val="000000"/>
                </a:solidFill>
                <a:latin typeface="Arial"/>
              </a:rPr>
              <a:t>здание</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помещение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котором</a:t>
            </a:r>
            <a:r>
              <a:rPr lang="ru-RU" sz="900" b="0" i="0" dirty="0" smtClean="0">
                <a:solidFill>
                  <a:srgbClr val="000000"/>
                </a:solidFill>
              </a:rPr>
              <a:t> </a:t>
            </a:r>
            <a:r>
              <a:rPr lang="ru-RU" sz="900" b="0" i="0" dirty="0" smtClean="0">
                <a:solidFill>
                  <a:srgbClr val="000000"/>
                </a:solidFill>
                <a:latin typeface="Arial"/>
              </a:rPr>
              <a:t>находится</a:t>
            </a:r>
            <a:r>
              <a:rPr lang="ru-RU" sz="900" b="0" i="0" dirty="0" smtClean="0">
                <a:solidFill>
                  <a:srgbClr val="000000"/>
                </a:solidFill>
              </a:rPr>
              <a:t> </a:t>
            </a:r>
            <a:r>
              <a:rPr lang="ru-RU" sz="900" b="0" i="0" dirty="0" smtClean="0">
                <a:solidFill>
                  <a:srgbClr val="000000"/>
                </a:solidFill>
                <a:latin typeface="Arial"/>
              </a:rPr>
              <a:t>центр</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Обычно</a:t>
            </a:r>
            <a:r>
              <a:rPr lang="ru-RU" sz="900" b="0" i="0" dirty="0" smtClean="0">
                <a:solidFill>
                  <a:srgbClr val="000000"/>
                </a:solidFill>
              </a:rPr>
              <a:t> </a:t>
            </a:r>
            <a:r>
              <a:rPr lang="ru-RU" sz="900" b="0" i="0" dirty="0" smtClean="0">
                <a:solidFill>
                  <a:srgbClr val="000000"/>
                </a:solidFill>
                <a:latin typeface="Arial"/>
              </a:rPr>
              <a:t>оно</a:t>
            </a:r>
            <a:r>
              <a:rPr lang="ru-RU" sz="900" b="0" i="0" dirty="0" smtClean="0">
                <a:solidFill>
                  <a:srgbClr val="000000"/>
                </a:solidFill>
              </a:rPr>
              <a:t> </a:t>
            </a:r>
            <a:r>
              <a:rPr lang="ru-RU" sz="900" b="0" i="0" dirty="0" smtClean="0">
                <a:solidFill>
                  <a:srgbClr val="000000"/>
                </a:solidFill>
                <a:latin typeface="Arial"/>
              </a:rPr>
              <a:t>имеет</a:t>
            </a:r>
            <a:r>
              <a:rPr lang="ru-RU" sz="900" b="0" i="0" dirty="0" smtClean="0">
                <a:solidFill>
                  <a:srgbClr val="000000"/>
                </a:solidFill>
              </a:rPr>
              <a:t> </a:t>
            </a:r>
            <a:r>
              <a:rPr lang="ru-RU" sz="900" b="0" i="0" dirty="0" smtClean="0">
                <a:solidFill>
                  <a:srgbClr val="000000"/>
                </a:solidFill>
                <a:latin typeface="Arial"/>
              </a:rPr>
              <a:t>фальшпол</a:t>
            </a:r>
            <a:r>
              <a:rPr lang="ru-RU" sz="900" b="0" i="0" dirty="0" smtClean="0">
                <a:solidFill>
                  <a:srgbClr val="000000"/>
                </a:solidFill>
              </a:rPr>
              <a:t>, </a:t>
            </a:r>
            <a:r>
              <a:rPr lang="ru-RU" sz="900" b="0" i="0" dirty="0" smtClean="0">
                <a:solidFill>
                  <a:srgbClr val="000000"/>
                </a:solidFill>
                <a:latin typeface="Arial"/>
              </a:rPr>
              <a:t>под</a:t>
            </a:r>
            <a:r>
              <a:rPr lang="ru-RU" sz="900" b="0" i="0" dirty="0" smtClean="0">
                <a:solidFill>
                  <a:srgbClr val="000000"/>
                </a:solidFill>
              </a:rPr>
              <a:t> </a:t>
            </a:r>
            <a:r>
              <a:rPr lang="ru-RU" sz="900" b="0" i="0" dirty="0" smtClean="0">
                <a:solidFill>
                  <a:srgbClr val="000000"/>
                </a:solidFill>
                <a:latin typeface="Arial"/>
              </a:rPr>
              <a:t>которым</a:t>
            </a:r>
            <a:r>
              <a:rPr lang="ru-RU" sz="900" b="0" i="0" dirty="0" smtClean="0">
                <a:solidFill>
                  <a:srgbClr val="000000"/>
                </a:solidFill>
              </a:rPr>
              <a:t> </a:t>
            </a:r>
            <a:r>
              <a:rPr lang="ru-RU" sz="900" b="0" i="0" dirty="0" smtClean="0">
                <a:solidFill>
                  <a:srgbClr val="000000"/>
                </a:solidFill>
                <a:latin typeface="Arial"/>
              </a:rPr>
              <a:t>находятся</a:t>
            </a:r>
            <a:r>
              <a:rPr lang="ru-RU" sz="900" b="0" i="0" dirty="0" smtClean="0">
                <a:solidFill>
                  <a:srgbClr val="000000"/>
                </a:solidFill>
              </a:rPr>
              <a:t> </a:t>
            </a:r>
            <a:r>
              <a:rPr lang="ru-RU" sz="900" b="0" i="0" dirty="0" smtClean="0">
                <a:solidFill>
                  <a:srgbClr val="000000"/>
                </a:solidFill>
                <a:latin typeface="Arial"/>
              </a:rPr>
              <a:t>кабельные</a:t>
            </a:r>
            <a:r>
              <a:rPr lang="ru-RU" sz="900" b="0" i="0" dirty="0" smtClean="0">
                <a:solidFill>
                  <a:srgbClr val="000000"/>
                </a:solidFill>
              </a:rPr>
              <a:t> </a:t>
            </a:r>
            <a:r>
              <a:rPr lang="ru-RU" sz="900" b="0" i="0" dirty="0" smtClean="0">
                <a:solidFill>
                  <a:srgbClr val="000000"/>
                </a:solidFill>
                <a:latin typeface="Arial"/>
              </a:rPr>
              <a:t>каналы</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электро</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сетевыми</a:t>
            </a:r>
            <a:r>
              <a:rPr lang="ru-RU" sz="900" b="0" i="0" dirty="0" smtClean="0">
                <a:solidFill>
                  <a:srgbClr val="000000"/>
                </a:solidFill>
              </a:rPr>
              <a:t> </a:t>
            </a:r>
            <a:r>
              <a:rPr lang="ru-RU" sz="900" b="0" i="0" dirty="0" smtClean="0">
                <a:solidFill>
                  <a:srgbClr val="000000"/>
                </a:solidFill>
                <a:latin typeface="Arial"/>
              </a:rPr>
              <a:t>кабелями</a:t>
            </a:r>
            <a:r>
              <a:rPr lang="ru-RU" sz="900" b="0" i="0" dirty="0" smtClean="0">
                <a:solidFill>
                  <a:srgbClr val="000000"/>
                </a:solidFill>
              </a:rPr>
              <a:t>.</a:t>
            </a:r>
          </a:p>
          <a:p>
            <a:pPr marL="171450" indent="457200">
              <a:spcBef>
                <a:spcPts val="600"/>
              </a:spcBef>
              <a:buFont typeface="Arial" panose="020B0604020202020204" pitchFamily="34" charset="0"/>
              <a:buChar char="•"/>
            </a:pPr>
            <a:r>
              <a:rPr lang="ru-RU" sz="900" b="1" i="0" dirty="0" smtClean="0">
                <a:solidFill>
                  <a:srgbClr val="000000"/>
                </a:solidFill>
                <a:latin typeface="Arial"/>
              </a:rPr>
              <a:t>ИТ</a:t>
            </a:r>
            <a:r>
              <a:rPr lang="ru-RU" sz="900" b="1" i="0" dirty="0" smtClean="0">
                <a:solidFill>
                  <a:srgbClr val="000000"/>
                </a:solidFill>
              </a:rPr>
              <a:t>-</a:t>
            </a:r>
            <a:r>
              <a:rPr lang="ru-RU" sz="900" b="1" i="0" dirty="0" smtClean="0">
                <a:solidFill>
                  <a:srgbClr val="000000"/>
                </a:solidFill>
                <a:latin typeface="Arial"/>
              </a:rPr>
              <a:t>оборудование</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Включает</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себя</a:t>
            </a:r>
            <a:r>
              <a:rPr lang="ru-RU" sz="900" b="0" i="0" dirty="0" smtClean="0">
                <a:solidFill>
                  <a:srgbClr val="000000"/>
                </a:solidFill>
              </a:rPr>
              <a:t> </a:t>
            </a:r>
            <a:r>
              <a:rPr lang="ru-RU" sz="900" b="0" i="0" dirty="0" smtClean="0">
                <a:solidFill>
                  <a:srgbClr val="000000"/>
                </a:solidFill>
                <a:latin typeface="Arial"/>
              </a:rPr>
              <a:t>вычислительные</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сетевое</a:t>
            </a:r>
            <a:r>
              <a:rPr lang="ru-RU" sz="900" b="0" i="0" dirty="0" smtClean="0">
                <a:solidFill>
                  <a:srgbClr val="000000"/>
                </a:solidFill>
              </a:rPr>
              <a:t> </a:t>
            </a:r>
            <a:r>
              <a:rPr lang="ru-RU" sz="900" b="0" i="0" dirty="0" smtClean="0">
                <a:solidFill>
                  <a:srgbClr val="000000"/>
                </a:solidFill>
                <a:latin typeface="Arial"/>
              </a:rPr>
              <a:t>оборудование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кабели</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также</a:t>
            </a:r>
            <a:r>
              <a:rPr lang="ru-RU" sz="900" b="0" i="0" dirty="0" smtClean="0">
                <a:solidFill>
                  <a:srgbClr val="000000"/>
                </a:solidFill>
              </a:rPr>
              <a:t> </a:t>
            </a:r>
            <a:r>
              <a:rPr lang="ru-RU" sz="900" b="0" i="0" dirty="0" smtClean="0">
                <a:solidFill>
                  <a:srgbClr val="000000"/>
                </a:solidFill>
                <a:latin typeface="Arial"/>
              </a:rPr>
              <a:t>шкафы</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размещения</a:t>
            </a:r>
            <a:r>
              <a:rPr lang="ru-RU" sz="900" b="0" i="0" dirty="0" smtClean="0">
                <a:solidFill>
                  <a:srgbClr val="000000"/>
                </a:solidFill>
              </a:rPr>
              <a:t> </a:t>
            </a:r>
            <a:r>
              <a:rPr lang="ru-RU" sz="900" b="0" i="0" dirty="0" smtClean="0">
                <a:solidFill>
                  <a:srgbClr val="000000"/>
                </a:solidFill>
                <a:latin typeface="Arial"/>
              </a:rPr>
              <a:t>ИТ</a:t>
            </a:r>
            <a:r>
              <a:rPr lang="ru-RU" sz="900" b="0" i="0" dirty="0" smtClean="0">
                <a:solidFill>
                  <a:srgbClr val="000000"/>
                </a:solidFill>
              </a:rPr>
              <a:t>-</a:t>
            </a:r>
            <a:r>
              <a:rPr lang="ru-RU" sz="900" b="0" i="0" dirty="0" smtClean="0">
                <a:solidFill>
                  <a:srgbClr val="000000"/>
                </a:solidFill>
                <a:latin typeface="Arial"/>
              </a:rPr>
              <a:t>оборудования</a:t>
            </a:r>
            <a:r>
              <a:rPr lang="ru-RU" sz="900" b="0" i="0" dirty="0" smtClean="0">
                <a:solidFill>
                  <a:srgbClr val="000000"/>
                </a:solidFill>
              </a:rPr>
              <a:t>.</a:t>
            </a:r>
          </a:p>
          <a:p>
            <a:pPr marL="171450" indent="457200">
              <a:spcBef>
                <a:spcPts val="600"/>
              </a:spcBef>
              <a:buFont typeface="Arial" panose="020B0604020202020204" pitchFamily="34" charset="0"/>
              <a:buChar char="•"/>
            </a:pPr>
            <a:r>
              <a:rPr lang="ru-RU" sz="900" b="1" i="0" dirty="0" smtClean="0">
                <a:solidFill>
                  <a:srgbClr val="000000"/>
                </a:solidFill>
                <a:latin typeface="Arial"/>
              </a:rPr>
              <a:t>Вспомогательная</a:t>
            </a:r>
            <a:r>
              <a:rPr lang="ru-RU" sz="900" b="1" i="0" dirty="0" smtClean="0">
                <a:solidFill>
                  <a:srgbClr val="000000"/>
                </a:solidFill>
              </a:rPr>
              <a:t> </a:t>
            </a:r>
            <a:r>
              <a:rPr lang="ru-RU" sz="900" b="1" i="0" dirty="0" smtClean="0">
                <a:solidFill>
                  <a:srgbClr val="000000"/>
                </a:solidFill>
                <a:latin typeface="Arial"/>
              </a:rPr>
              <a:t>инфраструктура</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Включает</a:t>
            </a:r>
            <a:r>
              <a:rPr lang="ru-RU" sz="900" b="0" i="0" dirty="0" smtClean="0">
                <a:solidFill>
                  <a:srgbClr val="000000"/>
                </a:solidFill>
              </a:rPr>
              <a:t> </a:t>
            </a:r>
            <a:r>
              <a:rPr lang="ru-RU" sz="900" b="0" i="0" dirty="0" smtClean="0">
                <a:solidFill>
                  <a:srgbClr val="000000"/>
                </a:solidFill>
                <a:latin typeface="Arial"/>
              </a:rPr>
              <a:t>все</a:t>
            </a:r>
            <a:r>
              <a:rPr lang="ru-RU" sz="900" b="0" i="0" dirty="0" smtClean="0">
                <a:solidFill>
                  <a:srgbClr val="000000"/>
                </a:solidFill>
              </a:rPr>
              <a:t> </a:t>
            </a:r>
            <a:r>
              <a:rPr lang="ru-RU" sz="900" b="0" i="0" dirty="0" smtClean="0">
                <a:solidFill>
                  <a:srgbClr val="000000"/>
                </a:solidFill>
                <a:latin typeface="Arial"/>
              </a:rPr>
              <a:t>оборудование</a:t>
            </a:r>
            <a:r>
              <a:rPr lang="ru-RU" sz="900" b="0" i="0" dirty="0" smtClean="0">
                <a:solidFill>
                  <a:srgbClr val="000000"/>
                </a:solidFill>
              </a:rPr>
              <a:t>, </a:t>
            </a:r>
            <a:r>
              <a:rPr lang="ru-RU" sz="900" b="0" i="0" dirty="0" smtClean="0">
                <a:solidFill>
                  <a:srgbClr val="000000"/>
                </a:solidFill>
                <a:latin typeface="Arial"/>
              </a:rPr>
              <a:t>необходимое</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безопасного</a:t>
            </a:r>
            <a:r>
              <a:rPr lang="ru-RU" sz="900" b="0" i="0" dirty="0" smtClean="0">
                <a:solidFill>
                  <a:srgbClr val="000000"/>
                </a:solidFill>
              </a:rPr>
              <a:t> </a:t>
            </a:r>
            <a:r>
              <a:rPr lang="ru-RU" sz="900" b="0" i="0" dirty="0" smtClean="0">
                <a:solidFill>
                  <a:srgbClr val="000000"/>
                </a:solidFill>
                <a:latin typeface="Arial"/>
              </a:rPr>
              <a:t>функционирования</a:t>
            </a:r>
            <a:r>
              <a:rPr lang="ru-RU" sz="900" b="0" i="0" dirty="0" smtClean="0">
                <a:solidFill>
                  <a:srgbClr val="000000"/>
                </a:solidFill>
              </a:rPr>
              <a:t> </a:t>
            </a:r>
            <a:r>
              <a:rPr lang="ru-RU" sz="900" b="0" i="0" dirty="0" smtClean="0">
                <a:solidFill>
                  <a:srgbClr val="000000"/>
                </a:solidFill>
                <a:latin typeface="Arial"/>
              </a:rPr>
              <a:t>центра</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Ключевое</a:t>
            </a:r>
            <a:r>
              <a:rPr lang="ru-RU" sz="900" b="0" i="0" dirty="0" smtClean="0">
                <a:solidFill>
                  <a:srgbClr val="000000"/>
                </a:solidFill>
              </a:rPr>
              <a:t> </a:t>
            </a:r>
            <a:r>
              <a:rPr lang="ru-RU" sz="900" b="0" i="0" dirty="0" smtClean="0">
                <a:solidFill>
                  <a:srgbClr val="000000"/>
                </a:solidFill>
                <a:latin typeface="Arial"/>
              </a:rPr>
              <a:t>вспомогательное</a:t>
            </a:r>
            <a:r>
              <a:rPr lang="ru-RU" sz="900" b="0" i="0" dirty="0" smtClean="0">
                <a:solidFill>
                  <a:srgbClr val="000000"/>
                </a:solidFill>
              </a:rPr>
              <a:t> </a:t>
            </a:r>
            <a:r>
              <a:rPr lang="ru-RU" sz="900" b="0" i="0" dirty="0" smtClean="0">
                <a:solidFill>
                  <a:srgbClr val="000000"/>
                </a:solidFill>
                <a:latin typeface="Arial"/>
              </a:rPr>
              <a:t>оборудование</a:t>
            </a:r>
            <a:r>
              <a:rPr lang="ru-RU" sz="900" b="0" i="0" dirty="0" smtClean="0">
                <a:solidFill>
                  <a:srgbClr val="000000"/>
                </a:solidFill>
              </a:rPr>
              <a:t> </a:t>
            </a:r>
            <a:r>
              <a:rPr lang="ru-RU" sz="900" b="0" i="0" dirty="0" smtClean="0">
                <a:solidFill>
                  <a:srgbClr val="000000"/>
                </a:solidFill>
                <a:latin typeface="Arial"/>
              </a:rPr>
              <a:t>включает</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себя</a:t>
            </a:r>
            <a:r>
              <a:rPr lang="ru-RU" sz="900" b="0" i="0" dirty="0" smtClean="0">
                <a:solidFill>
                  <a:srgbClr val="000000"/>
                </a:solidFill>
              </a:rPr>
              <a:t> </a:t>
            </a:r>
            <a:r>
              <a:rPr lang="ru-RU" sz="900" b="0" i="0" dirty="0" smtClean="0">
                <a:solidFill>
                  <a:srgbClr val="000000"/>
                </a:solidFill>
                <a:latin typeface="Arial"/>
              </a:rPr>
              <a:t>силовое</a:t>
            </a:r>
            <a:r>
              <a:rPr lang="ru-RU" sz="900" b="0" i="0" dirty="0" smtClean="0">
                <a:solidFill>
                  <a:srgbClr val="000000"/>
                </a:solidFill>
              </a:rPr>
              <a:t> </a:t>
            </a:r>
            <a:r>
              <a:rPr lang="ru-RU" sz="900" b="0" i="0" dirty="0" smtClean="0">
                <a:solidFill>
                  <a:srgbClr val="000000"/>
                </a:solidFill>
                <a:latin typeface="Arial"/>
              </a:rPr>
              <a:t>электрооборудование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том</a:t>
            </a:r>
            <a:r>
              <a:rPr lang="ru-RU" sz="900" b="0" i="0" dirty="0" smtClean="0">
                <a:solidFill>
                  <a:srgbClr val="000000"/>
                </a:solidFill>
              </a:rPr>
              <a:t> </a:t>
            </a:r>
            <a:r>
              <a:rPr lang="ru-RU" sz="900" b="0" i="0" dirty="0" smtClean="0">
                <a:solidFill>
                  <a:srgbClr val="000000"/>
                </a:solidFill>
                <a:latin typeface="Arial"/>
              </a:rPr>
              <a:t>числе</a:t>
            </a:r>
            <a:r>
              <a:rPr lang="ru-RU" sz="900" b="0" i="0" dirty="0" smtClean="0">
                <a:solidFill>
                  <a:srgbClr val="000000"/>
                </a:solidFill>
              </a:rPr>
              <a:t> </a:t>
            </a:r>
            <a:r>
              <a:rPr lang="ru-RU" sz="900" b="0" i="0" dirty="0" smtClean="0">
                <a:solidFill>
                  <a:srgbClr val="000000"/>
                </a:solidFill>
                <a:latin typeface="Arial"/>
              </a:rPr>
              <a:t>источники</a:t>
            </a:r>
            <a:r>
              <a:rPr lang="ru-RU" sz="900" b="0" i="0" dirty="0" smtClean="0">
                <a:solidFill>
                  <a:srgbClr val="000000"/>
                </a:solidFill>
              </a:rPr>
              <a:t> </a:t>
            </a:r>
            <a:r>
              <a:rPr lang="ru-RU" sz="900" b="0" i="0" dirty="0" smtClean="0">
                <a:solidFill>
                  <a:srgbClr val="000000"/>
                </a:solidFill>
                <a:latin typeface="Arial"/>
              </a:rPr>
              <a:t>бесперебойного</a:t>
            </a:r>
            <a:r>
              <a:rPr lang="ru-RU" sz="900" b="0" i="0" dirty="0" smtClean="0">
                <a:solidFill>
                  <a:srgbClr val="000000"/>
                </a:solidFill>
              </a:rPr>
              <a:t> </a:t>
            </a:r>
            <a:r>
              <a:rPr lang="ru-RU" sz="900" b="0" i="0" dirty="0" smtClean="0">
                <a:solidFill>
                  <a:srgbClr val="000000"/>
                </a:solidFill>
                <a:latin typeface="Arial"/>
              </a:rPr>
              <a:t>питания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электрогенераторы</a:t>
            </a:r>
            <a:r>
              <a:rPr lang="ru-RU" sz="900" b="0" i="0" dirty="0" smtClean="0">
                <a:solidFill>
                  <a:srgbClr val="000000"/>
                </a:solidFill>
              </a:rPr>
              <a:t>; </a:t>
            </a:r>
            <a:r>
              <a:rPr lang="ru-RU" sz="900" b="0" i="0" dirty="0" smtClean="0">
                <a:solidFill>
                  <a:srgbClr val="000000"/>
                </a:solidFill>
                <a:latin typeface="Arial"/>
              </a:rPr>
              <a:t>оборудование</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регулирования</a:t>
            </a:r>
            <a:r>
              <a:rPr lang="ru-RU" sz="900" b="0" i="0" dirty="0" smtClean="0">
                <a:solidFill>
                  <a:srgbClr val="000000"/>
                </a:solidFill>
              </a:rPr>
              <a:t> </a:t>
            </a:r>
            <a:r>
              <a:rPr lang="ru-RU" sz="900" b="0" i="0" dirty="0" smtClean="0">
                <a:solidFill>
                  <a:srgbClr val="000000"/>
                </a:solidFill>
                <a:latin typeface="Arial"/>
              </a:rPr>
              <a:t>параметров</a:t>
            </a:r>
            <a:r>
              <a:rPr lang="ru-RU" sz="900" b="0" i="0" dirty="0" smtClean="0">
                <a:solidFill>
                  <a:srgbClr val="000000"/>
                </a:solidFill>
              </a:rPr>
              <a:t> </a:t>
            </a:r>
            <a:r>
              <a:rPr lang="ru-RU" sz="900" b="0" i="0" dirty="0" smtClean="0">
                <a:solidFill>
                  <a:srgbClr val="000000"/>
                </a:solidFill>
                <a:latin typeface="Arial"/>
              </a:rPr>
              <a:t>окружающей</a:t>
            </a:r>
            <a:r>
              <a:rPr lang="ru-RU" sz="900" b="0" i="0" dirty="0" smtClean="0">
                <a:solidFill>
                  <a:srgbClr val="000000"/>
                </a:solidFill>
              </a:rPr>
              <a:t> </a:t>
            </a:r>
            <a:r>
              <a:rPr lang="ru-RU" sz="900" b="0" i="0" dirty="0" smtClean="0">
                <a:solidFill>
                  <a:srgbClr val="000000"/>
                </a:solidFill>
                <a:latin typeface="Arial"/>
              </a:rPr>
              <a:t>среды</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том</a:t>
            </a:r>
            <a:r>
              <a:rPr lang="ru-RU" sz="900" b="0" i="0" dirty="0" smtClean="0">
                <a:solidFill>
                  <a:srgbClr val="000000"/>
                </a:solidFill>
              </a:rPr>
              <a:t> </a:t>
            </a:r>
            <a:r>
              <a:rPr lang="ru-RU" sz="900" b="0" i="0" dirty="0" smtClean="0">
                <a:solidFill>
                  <a:srgbClr val="000000"/>
                </a:solidFill>
                <a:latin typeface="Arial"/>
              </a:rPr>
              <a:t>числе</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обнаружения</a:t>
            </a:r>
            <a:r>
              <a:rPr lang="ru-RU" sz="900" b="0" i="0" dirty="0" smtClean="0">
                <a:solidFill>
                  <a:srgbClr val="000000"/>
                </a:solidFill>
              </a:rPr>
              <a:t> </a:t>
            </a:r>
            <a:r>
              <a:rPr lang="ru-RU" sz="900" b="0" i="0" dirty="0" smtClean="0">
                <a:solidFill>
                  <a:srgbClr val="000000"/>
                </a:solidFill>
                <a:latin typeface="Arial"/>
              </a:rPr>
              <a:t>пожара</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утечки</a:t>
            </a:r>
            <a:r>
              <a:rPr lang="ru-RU" sz="900" b="0" i="0" dirty="0" smtClean="0">
                <a:solidFill>
                  <a:srgbClr val="000000"/>
                </a:solidFill>
              </a:rPr>
              <a:t> </a:t>
            </a:r>
            <a:r>
              <a:rPr lang="ru-RU" sz="900" b="0" i="0" dirty="0" smtClean="0">
                <a:solidFill>
                  <a:srgbClr val="000000"/>
                </a:solidFill>
                <a:latin typeface="Arial"/>
              </a:rPr>
              <a:t>воды</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отопления</a:t>
            </a:r>
            <a:r>
              <a:rPr lang="ru-RU" sz="900" b="0" i="0" dirty="0" smtClean="0">
                <a:solidFill>
                  <a:srgbClr val="000000"/>
                </a:solidFill>
              </a:rPr>
              <a:t>, </a:t>
            </a:r>
            <a:r>
              <a:rPr lang="ru-RU" sz="900" b="0" i="0" dirty="0" smtClean="0">
                <a:solidFill>
                  <a:srgbClr val="000000"/>
                </a:solidFill>
                <a:latin typeface="Arial"/>
              </a:rPr>
              <a:t>вентиляции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кондиционирования</a:t>
            </a:r>
            <a:r>
              <a:rPr lang="ru-RU" sz="900" b="0" i="0" dirty="0" smtClean="0">
                <a:solidFill>
                  <a:srgbClr val="000000"/>
                </a:solidFill>
              </a:rPr>
              <a:t> </a:t>
            </a:r>
            <a:r>
              <a:rPr lang="ru-RU" sz="900" b="0" i="0" dirty="0" smtClean="0">
                <a:solidFill>
                  <a:srgbClr val="000000"/>
                </a:solidFill>
                <a:latin typeface="Arial"/>
              </a:rPr>
              <a:t>воздуха</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безопасности</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том</a:t>
            </a:r>
            <a:r>
              <a:rPr lang="ru-RU" sz="900" b="0" i="0" dirty="0" smtClean="0">
                <a:solidFill>
                  <a:srgbClr val="000000"/>
                </a:solidFill>
              </a:rPr>
              <a:t> </a:t>
            </a:r>
            <a:r>
              <a:rPr lang="ru-RU" sz="900" b="0" i="0" dirty="0" smtClean="0">
                <a:solidFill>
                  <a:srgbClr val="000000"/>
                </a:solidFill>
                <a:latin typeface="Arial"/>
              </a:rPr>
              <a:t>числе</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биометрического</a:t>
            </a:r>
            <a:r>
              <a:rPr lang="ru-RU" sz="900" b="0" i="0" dirty="0" smtClean="0">
                <a:solidFill>
                  <a:srgbClr val="000000"/>
                </a:solidFill>
              </a:rPr>
              <a:t> </a:t>
            </a:r>
            <a:r>
              <a:rPr lang="ru-RU" sz="900" b="0" i="0" dirty="0" smtClean="0">
                <a:solidFill>
                  <a:srgbClr val="000000"/>
                </a:solidFill>
                <a:latin typeface="Arial"/>
              </a:rPr>
              <a:t>управления</a:t>
            </a:r>
            <a:r>
              <a:rPr lang="ru-RU" sz="900" b="0" i="0" dirty="0" smtClean="0">
                <a:solidFill>
                  <a:srgbClr val="000000"/>
                </a:solidFill>
              </a:rPr>
              <a:t> </a:t>
            </a:r>
            <a:r>
              <a:rPr lang="ru-RU" sz="900" b="0" i="0" dirty="0" smtClean="0">
                <a:solidFill>
                  <a:srgbClr val="000000"/>
                </a:solidFill>
                <a:latin typeface="Arial"/>
              </a:rPr>
              <a:t>доступом</a:t>
            </a:r>
            <a:r>
              <a:rPr lang="ru-RU" sz="900" b="0" i="0" dirty="0" smtClean="0">
                <a:solidFill>
                  <a:srgbClr val="000000"/>
                </a:solidFill>
              </a:rPr>
              <a:t>, </a:t>
            </a:r>
            <a:r>
              <a:rPr lang="ru-RU" sz="900" b="0" i="0" dirty="0" smtClean="0">
                <a:solidFill>
                  <a:srgbClr val="000000"/>
                </a:solidFill>
                <a:latin typeface="Arial"/>
              </a:rPr>
              <a:t>магнитные</a:t>
            </a:r>
            <a:r>
              <a:rPr lang="ru-RU" sz="900" b="0" i="0" dirty="0" smtClean="0">
                <a:solidFill>
                  <a:srgbClr val="000000"/>
                </a:solidFill>
              </a:rPr>
              <a:t> </a:t>
            </a:r>
            <a:r>
              <a:rPr lang="ru-RU" sz="900" b="0" i="0" dirty="0" smtClean="0">
                <a:solidFill>
                  <a:srgbClr val="000000"/>
                </a:solidFill>
                <a:latin typeface="Arial"/>
              </a:rPr>
              <a:t>карты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видеонаблюдения</a:t>
            </a:r>
            <a:r>
              <a:rPr lang="ru-RU" sz="900" b="0" i="0" dirty="0" smtClean="0">
                <a:solidFill>
                  <a:srgbClr val="000000"/>
                </a:solidFill>
              </a:rPr>
              <a:t>.</a:t>
            </a:r>
          </a:p>
          <a:p>
            <a:pPr indent="457200">
              <a:spcBef>
                <a:spcPts val="600"/>
              </a:spcBef>
            </a:pPr>
            <a:r>
              <a:rPr lang="ru-RU" sz="900" b="0" i="0" dirty="0" smtClean="0">
                <a:solidFill>
                  <a:srgbClr val="000000"/>
                </a:solidFill>
                <a:latin typeface="Arial"/>
              </a:rPr>
              <a:t>Организация</a:t>
            </a:r>
            <a:r>
              <a:rPr lang="ru-RU" sz="900" b="0" i="0" dirty="0" smtClean="0">
                <a:solidFill>
                  <a:srgbClr val="000000"/>
                </a:solidFill>
              </a:rPr>
              <a:t> </a:t>
            </a:r>
            <a:r>
              <a:rPr lang="ru-RU" sz="900" b="0" i="0" dirty="0" smtClean="0">
                <a:solidFill>
                  <a:srgbClr val="000000"/>
                </a:solidFill>
                <a:latin typeface="Arial"/>
              </a:rPr>
              <a:t>может</a:t>
            </a:r>
            <a:r>
              <a:rPr lang="ru-RU" sz="900" b="0" i="0" dirty="0" smtClean="0">
                <a:solidFill>
                  <a:srgbClr val="000000"/>
                </a:solidFill>
              </a:rPr>
              <a:t> </a:t>
            </a:r>
            <a:r>
              <a:rPr lang="ru-RU" sz="900" b="0" i="0" dirty="0" smtClean="0">
                <a:solidFill>
                  <a:srgbClr val="000000"/>
                </a:solidFill>
                <a:latin typeface="Arial"/>
              </a:rPr>
              <a:t>создать</a:t>
            </a:r>
            <a:r>
              <a:rPr lang="ru-RU" sz="900" b="0" i="0" dirty="0" smtClean="0">
                <a:solidFill>
                  <a:srgbClr val="000000"/>
                </a:solidFill>
              </a:rPr>
              <a:t> </a:t>
            </a:r>
            <a:r>
              <a:rPr lang="ru-RU" sz="900" b="0" i="0" dirty="0" smtClean="0">
                <a:solidFill>
                  <a:srgbClr val="000000"/>
                </a:solidFill>
                <a:latin typeface="Arial"/>
              </a:rPr>
              <a:t>центр</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предоставления</a:t>
            </a:r>
            <a:r>
              <a:rPr lang="ru-RU" sz="900" b="0" i="0" dirty="0" smtClean="0">
                <a:solidFill>
                  <a:srgbClr val="000000"/>
                </a:solidFill>
              </a:rPr>
              <a:t> </a:t>
            </a:r>
            <a:r>
              <a:rPr lang="ru-RU" sz="900" b="0" i="0" dirty="0" smtClean="0">
                <a:solidFill>
                  <a:srgbClr val="000000"/>
                </a:solidFill>
                <a:latin typeface="Arial"/>
              </a:rPr>
              <a:t>открытого</a:t>
            </a:r>
            <a:r>
              <a:rPr lang="ru-RU" sz="900" b="0" i="0" dirty="0" smtClean="0">
                <a:solidFill>
                  <a:srgbClr val="000000"/>
                </a:solidFill>
              </a:rPr>
              <a:t> </a:t>
            </a:r>
            <a:r>
              <a:rPr lang="ru-RU" sz="900" b="0" i="0" dirty="0" smtClean="0">
                <a:solidFill>
                  <a:srgbClr val="000000"/>
                </a:solidFill>
                <a:latin typeface="Arial"/>
              </a:rPr>
              <a:t>доступа</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приложениям</a:t>
            </a:r>
            <a:r>
              <a:rPr lang="ru-RU" sz="900" b="0" i="0" dirty="0" smtClean="0">
                <a:solidFill>
                  <a:srgbClr val="000000"/>
                </a:solidFill>
              </a:rPr>
              <a:t> </a:t>
            </a:r>
            <a:r>
              <a:rPr lang="ru-RU" sz="900" b="0" i="0" dirty="0" smtClean="0">
                <a:solidFill>
                  <a:srgbClr val="000000"/>
                </a:solidFill>
                <a:latin typeface="Arial"/>
              </a:rPr>
              <a:t>через</a:t>
            </a:r>
            <a:r>
              <a:rPr lang="ru-RU" sz="900" b="0" i="0" dirty="0" smtClean="0">
                <a:solidFill>
                  <a:srgbClr val="000000"/>
                </a:solidFill>
              </a:rPr>
              <a:t> </a:t>
            </a:r>
            <a:r>
              <a:rPr lang="ru-RU" sz="900" b="0" i="0" dirty="0" smtClean="0">
                <a:solidFill>
                  <a:srgbClr val="000000"/>
                </a:solidFill>
                <a:latin typeface="Arial"/>
              </a:rPr>
              <a:t>Интернет</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размещения</a:t>
            </a:r>
            <a:r>
              <a:rPr lang="ru-RU" sz="900" b="0" i="0" dirty="0" smtClean="0">
                <a:solidFill>
                  <a:srgbClr val="000000"/>
                </a:solidFill>
              </a:rPr>
              <a:t> </a:t>
            </a:r>
            <a:r>
              <a:rPr lang="ru-RU" sz="900" b="0" i="0" dirty="0" smtClean="0">
                <a:solidFill>
                  <a:srgbClr val="000000"/>
                </a:solidFill>
                <a:latin typeface="Arial"/>
              </a:rPr>
              <a:t>частных</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своей</a:t>
            </a:r>
            <a:r>
              <a:rPr lang="ru-RU" sz="900" b="0" i="0" dirty="0" smtClean="0">
                <a:solidFill>
                  <a:srgbClr val="000000"/>
                </a:solidFill>
              </a:rPr>
              <a:t> </a:t>
            </a:r>
            <a:r>
              <a:rPr lang="ru-RU" sz="900" b="0" i="0" dirty="0" smtClean="0">
                <a:solidFill>
                  <a:srgbClr val="000000"/>
                </a:solidFill>
                <a:latin typeface="Arial"/>
              </a:rPr>
              <a:t>операционной</a:t>
            </a:r>
            <a:r>
              <a:rPr lang="ru-RU" sz="900" b="0" i="0" dirty="0" smtClean="0">
                <a:solidFill>
                  <a:srgbClr val="000000"/>
                </a:solidFill>
              </a:rPr>
              <a:t> </a:t>
            </a:r>
            <a:r>
              <a:rPr lang="ru-RU" sz="900" b="0" i="0" dirty="0" smtClean="0">
                <a:solidFill>
                  <a:srgbClr val="000000"/>
                </a:solidFill>
                <a:latin typeface="Arial"/>
              </a:rPr>
              <a:t>среде</a:t>
            </a:r>
            <a:r>
              <a:rPr lang="ru-RU" sz="900" b="0" i="0" dirty="0" smtClean="0">
                <a:solidFill>
                  <a:srgbClr val="000000"/>
                </a:solidFill>
              </a:rPr>
              <a:t>. </a:t>
            </a:r>
            <a:r>
              <a:rPr lang="ru-RU" sz="900" b="0" i="0" dirty="0" smtClean="0">
                <a:solidFill>
                  <a:srgbClr val="000000"/>
                </a:solidFill>
                <a:latin typeface="Arial"/>
              </a:rPr>
              <a:t>Центр</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создать</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разместить</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собственной</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сторонней</a:t>
            </a:r>
            <a:r>
              <a:rPr lang="ru-RU" sz="900" b="0" i="0" dirty="0" smtClean="0">
                <a:solidFill>
                  <a:srgbClr val="000000"/>
                </a:solidFill>
              </a:rPr>
              <a:t> </a:t>
            </a:r>
            <a:r>
              <a:rPr lang="ru-RU" sz="900" b="0" i="0" dirty="0" smtClean="0">
                <a:solidFill>
                  <a:srgbClr val="000000"/>
                </a:solidFill>
                <a:latin typeface="Arial"/>
              </a:rPr>
              <a:t>площадке</a:t>
            </a:r>
            <a:r>
              <a:rPr lang="ru-RU" sz="900" b="0" i="0" dirty="0" smtClean="0">
                <a:solidFill>
                  <a:srgbClr val="000000"/>
                </a:solidFill>
              </a:rPr>
              <a:t>. </a:t>
            </a:r>
            <a:r>
              <a:rPr lang="ru-RU" sz="900" b="0" i="0" dirty="0" smtClean="0">
                <a:solidFill>
                  <a:srgbClr val="000000"/>
                </a:solidFill>
                <a:latin typeface="Arial"/>
              </a:rPr>
              <a:t>Крупные</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часто</a:t>
            </a:r>
            <a:r>
              <a:rPr lang="ru-RU" sz="900" b="0" i="0" dirty="0" smtClean="0">
                <a:solidFill>
                  <a:srgbClr val="000000"/>
                </a:solidFill>
              </a:rPr>
              <a:t> </a:t>
            </a:r>
            <a:r>
              <a:rPr lang="ru-RU" sz="900" b="0" i="0" dirty="0" smtClean="0">
                <a:solidFill>
                  <a:srgbClr val="000000"/>
                </a:solidFill>
                <a:latin typeface="Arial"/>
              </a:rPr>
              <a:t>имеют</a:t>
            </a:r>
            <a:r>
              <a:rPr lang="ru-RU" sz="900" b="0" i="0" dirty="0" smtClean="0">
                <a:solidFill>
                  <a:srgbClr val="000000"/>
                </a:solidFill>
              </a:rPr>
              <a:t> </a:t>
            </a:r>
            <a:r>
              <a:rPr lang="ru-RU" sz="900" b="0" i="0" dirty="0" smtClean="0">
                <a:solidFill>
                  <a:srgbClr val="000000"/>
                </a:solidFill>
                <a:latin typeface="Arial"/>
              </a:rPr>
              <a:t>несколько</a:t>
            </a:r>
            <a:r>
              <a:rPr lang="ru-RU" sz="900" b="0" i="0" dirty="0" smtClean="0">
                <a:solidFill>
                  <a:srgbClr val="000000"/>
                </a:solidFill>
              </a:rPr>
              <a:t> </a:t>
            </a:r>
            <a:r>
              <a:rPr lang="ru-RU" sz="900" b="0" i="0" dirty="0" smtClean="0">
                <a:solidFill>
                  <a:srgbClr val="000000"/>
                </a:solidFill>
                <a:latin typeface="Arial"/>
              </a:rPr>
              <a:t>центров</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распределения</a:t>
            </a:r>
            <a:r>
              <a:rPr lang="ru-RU" sz="900" b="0" i="0" dirty="0" smtClean="0">
                <a:solidFill>
                  <a:srgbClr val="000000"/>
                </a:solidFill>
              </a:rPr>
              <a:t> </a:t>
            </a:r>
            <a:r>
              <a:rPr lang="ru-RU" sz="900" b="0" i="0" dirty="0" smtClean="0">
                <a:solidFill>
                  <a:srgbClr val="000000"/>
                </a:solidFill>
                <a:latin typeface="Arial"/>
              </a:rPr>
              <a:t>рабочих</a:t>
            </a:r>
            <a:r>
              <a:rPr lang="ru-RU" sz="900" b="0" i="0" dirty="0" smtClean="0">
                <a:solidFill>
                  <a:srgbClr val="000000"/>
                </a:solidFill>
              </a:rPr>
              <a:t> </a:t>
            </a:r>
            <a:r>
              <a:rPr lang="ru-RU" sz="900" b="0" i="0" dirty="0" smtClean="0">
                <a:solidFill>
                  <a:srgbClr val="000000"/>
                </a:solidFill>
                <a:latin typeface="Arial"/>
              </a:rPr>
              <a:t>нагрузок</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аварийного</a:t>
            </a:r>
            <a:r>
              <a:rPr lang="ru-RU" sz="900" b="0" i="0" dirty="0" smtClean="0">
                <a:solidFill>
                  <a:srgbClr val="000000"/>
                </a:solidFill>
              </a:rPr>
              <a:t> </a:t>
            </a:r>
            <a:r>
              <a:rPr lang="ru-RU" sz="900" b="0" i="0" dirty="0" smtClean="0">
                <a:solidFill>
                  <a:srgbClr val="000000"/>
                </a:solidFill>
                <a:latin typeface="Arial"/>
              </a:rPr>
              <a:t>восстановления</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Все</a:t>
            </a:r>
            <a:r>
              <a:rPr lang="ru-RU" sz="900" b="0" i="0" dirty="0" smtClean="0">
                <a:solidFill>
                  <a:srgbClr val="000000"/>
                </a:solidFill>
              </a:rPr>
              <a:t> </a:t>
            </a:r>
            <a:r>
              <a:rPr lang="ru-RU" sz="900" b="0" i="0" dirty="0" smtClean="0">
                <a:solidFill>
                  <a:srgbClr val="000000"/>
                </a:solidFill>
                <a:latin typeface="Arial"/>
              </a:rPr>
              <a:t>больше</a:t>
            </a:r>
            <a:r>
              <a:rPr lang="ru-RU" sz="900" b="0" i="0" dirty="0" smtClean="0">
                <a:solidFill>
                  <a:srgbClr val="000000"/>
                </a:solidFill>
              </a:rPr>
              <a:t> </a:t>
            </a:r>
            <a:r>
              <a:rPr lang="ru-RU" sz="900" b="0" i="0" dirty="0" smtClean="0">
                <a:solidFill>
                  <a:srgbClr val="000000"/>
                </a:solidFill>
                <a:latin typeface="Arial"/>
              </a:rPr>
              <a:t>организаций</a:t>
            </a:r>
            <a:r>
              <a:rPr lang="ru-RU" sz="900" b="0" i="0" dirty="0" smtClean="0">
                <a:solidFill>
                  <a:srgbClr val="000000"/>
                </a:solidFill>
              </a:rPr>
              <a:t> </a:t>
            </a:r>
            <a:r>
              <a:rPr lang="ru-RU" sz="900" b="0" i="0" dirty="0" smtClean="0">
                <a:solidFill>
                  <a:srgbClr val="000000"/>
                </a:solidFill>
                <a:latin typeface="Arial"/>
              </a:rPr>
              <a:t>уделяют</a:t>
            </a:r>
            <a:r>
              <a:rPr lang="ru-RU" sz="900" b="0" i="0" dirty="0" smtClean="0">
                <a:solidFill>
                  <a:srgbClr val="000000"/>
                </a:solidFill>
              </a:rPr>
              <a:t> </a:t>
            </a:r>
            <a:r>
              <a:rPr lang="ru-RU" sz="900" b="0" i="0" dirty="0" smtClean="0">
                <a:solidFill>
                  <a:srgbClr val="000000"/>
                </a:solidFill>
                <a:latin typeface="Arial"/>
              </a:rPr>
              <a:t>особое</a:t>
            </a:r>
            <a:r>
              <a:rPr lang="ru-RU" sz="900" b="0" i="0" dirty="0" smtClean="0">
                <a:solidFill>
                  <a:srgbClr val="000000"/>
                </a:solidFill>
              </a:rPr>
              <a:t> </a:t>
            </a:r>
            <a:r>
              <a:rPr lang="ru-RU" sz="900" b="0" i="0" dirty="0" smtClean="0">
                <a:solidFill>
                  <a:srgbClr val="000000"/>
                </a:solidFill>
                <a:latin typeface="Arial"/>
              </a:rPr>
              <a:t>внимание</a:t>
            </a:r>
            <a:r>
              <a:rPr lang="ru-RU" sz="900" b="0" i="0" dirty="0" smtClean="0">
                <a:solidFill>
                  <a:srgbClr val="000000"/>
                </a:solidFill>
              </a:rPr>
              <a:t> </a:t>
            </a:r>
            <a:r>
              <a:rPr lang="ru-RU" sz="900" b="0" i="0" dirty="0" smtClean="0">
                <a:solidFill>
                  <a:srgbClr val="000000"/>
                </a:solidFill>
                <a:latin typeface="Arial"/>
              </a:rPr>
              <a:t>энергоэффективным</a:t>
            </a:r>
            <a:r>
              <a:rPr lang="ru-RU" sz="900" b="0" i="0" dirty="0" smtClean="0">
                <a:solidFill>
                  <a:srgbClr val="000000"/>
                </a:solidFill>
              </a:rPr>
              <a:t> </a:t>
            </a:r>
            <a:r>
              <a:rPr lang="ru-RU" sz="900" b="0" i="0" dirty="0" smtClean="0">
                <a:solidFill>
                  <a:srgbClr val="000000"/>
                </a:solidFill>
                <a:latin typeface="Arial"/>
              </a:rPr>
              <a:t>технологиям</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эффективным</a:t>
            </a:r>
            <a:r>
              <a:rPr lang="ru-RU" sz="900" b="0" i="0" dirty="0" smtClean="0">
                <a:solidFill>
                  <a:srgbClr val="000000"/>
                </a:solidFill>
              </a:rPr>
              <a:t> </a:t>
            </a:r>
            <a:r>
              <a:rPr lang="ru-RU" sz="900" b="0" i="0" dirty="0" smtClean="0">
                <a:solidFill>
                  <a:srgbClr val="000000"/>
                </a:solidFill>
                <a:latin typeface="Arial"/>
              </a:rPr>
              <a:t>методам</a:t>
            </a:r>
            <a:r>
              <a:rPr lang="ru-RU" sz="900" b="0" i="0" dirty="0" smtClean="0">
                <a:solidFill>
                  <a:srgbClr val="000000"/>
                </a:solidFill>
              </a:rPr>
              <a:t> </a:t>
            </a:r>
            <a:r>
              <a:rPr lang="ru-RU" sz="900" b="0" i="0" dirty="0" smtClean="0">
                <a:solidFill>
                  <a:srgbClr val="000000"/>
                </a:solidFill>
                <a:latin typeface="Arial"/>
              </a:rPr>
              <a:t>управления</a:t>
            </a:r>
            <a:r>
              <a:rPr lang="ru-RU" sz="900" b="0" i="0" dirty="0" smtClean="0">
                <a:solidFill>
                  <a:srgbClr val="000000"/>
                </a:solidFill>
              </a:rPr>
              <a:t>, </a:t>
            </a:r>
            <a:r>
              <a:rPr lang="ru-RU" sz="900" b="0" i="0" dirty="0" smtClean="0">
                <a:solidFill>
                  <a:srgbClr val="000000"/>
                </a:solidFill>
                <a:latin typeface="Arial"/>
              </a:rPr>
              <a:t>чтобы</a:t>
            </a:r>
            <a:r>
              <a:rPr lang="ru-RU" sz="900" b="0" i="0" dirty="0" smtClean="0">
                <a:solidFill>
                  <a:srgbClr val="000000"/>
                </a:solidFill>
              </a:rPr>
              <a:t> </a:t>
            </a:r>
            <a:r>
              <a:rPr lang="ru-RU" sz="900" b="0" i="0" dirty="0" smtClean="0">
                <a:solidFill>
                  <a:srgbClr val="000000"/>
                </a:solidFill>
                <a:latin typeface="Arial"/>
              </a:rPr>
              <a:t>снизить</a:t>
            </a:r>
            <a:r>
              <a:rPr lang="ru-RU" sz="900" b="0" i="0" dirty="0" smtClean="0">
                <a:solidFill>
                  <a:srgbClr val="000000"/>
                </a:solidFill>
              </a:rPr>
              <a:t> </a:t>
            </a:r>
            <a:r>
              <a:rPr lang="ru-RU" sz="900" b="0" i="0" dirty="0" smtClean="0">
                <a:solidFill>
                  <a:srgbClr val="000000"/>
                </a:solidFill>
                <a:latin typeface="Arial"/>
              </a:rPr>
              <a:t>энергопотребление</a:t>
            </a:r>
            <a:r>
              <a:rPr lang="ru-RU" sz="900" b="0" i="0" dirty="0" smtClean="0">
                <a:solidFill>
                  <a:srgbClr val="000000"/>
                </a:solidFill>
              </a:rPr>
              <a:t> </a:t>
            </a:r>
            <a:r>
              <a:rPr lang="ru-RU" sz="900" b="0" i="0" dirty="0" smtClean="0">
                <a:solidFill>
                  <a:srgbClr val="000000"/>
                </a:solidFill>
                <a:latin typeface="Arial"/>
              </a:rPr>
              <a:t>центров</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уменьшить</a:t>
            </a:r>
            <a:r>
              <a:rPr lang="ru-RU" sz="900" b="0" i="0" dirty="0" smtClean="0">
                <a:solidFill>
                  <a:srgbClr val="000000"/>
                </a:solidFill>
              </a:rPr>
              <a:t> </a:t>
            </a:r>
            <a:r>
              <a:rPr lang="ru-RU" sz="900" b="0" i="0" dirty="0" smtClean="0">
                <a:solidFill>
                  <a:srgbClr val="000000"/>
                </a:solidFill>
                <a:latin typeface="Arial"/>
              </a:rPr>
              <a:t>негативное</a:t>
            </a:r>
            <a:r>
              <a:rPr lang="ru-RU" sz="900" b="0" i="0" dirty="0" smtClean="0">
                <a:solidFill>
                  <a:srgbClr val="000000"/>
                </a:solidFill>
              </a:rPr>
              <a:t> </a:t>
            </a:r>
            <a:r>
              <a:rPr lang="ru-RU" sz="900" b="0" i="0" dirty="0" smtClean="0">
                <a:solidFill>
                  <a:srgbClr val="000000"/>
                </a:solidFill>
                <a:latin typeface="Arial"/>
              </a:rPr>
              <a:t>воздействие</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окружающую</a:t>
            </a:r>
            <a:r>
              <a:rPr lang="ru-RU" sz="900" b="0" i="0" dirty="0" smtClean="0">
                <a:solidFill>
                  <a:srgbClr val="000000"/>
                </a:solidFill>
              </a:rPr>
              <a:t> </a:t>
            </a:r>
            <a:r>
              <a:rPr lang="ru-RU" sz="900" b="0" i="0" dirty="0" smtClean="0">
                <a:solidFill>
                  <a:srgbClr val="000000"/>
                </a:solidFill>
                <a:latin typeface="Arial"/>
              </a:rPr>
              <a:t>среду</a:t>
            </a:r>
            <a:r>
              <a:rPr lang="ru-RU" sz="900" b="0" i="0" dirty="0" smtClean="0">
                <a:solidFill>
                  <a:srgbClr val="000000"/>
                </a:solidFill>
              </a:rPr>
              <a:t>. </a:t>
            </a:r>
            <a:r>
              <a:rPr lang="ru-RU" sz="900" b="0" i="0" dirty="0" smtClean="0">
                <a:solidFill>
                  <a:srgbClr val="000000"/>
                </a:solidFill>
                <a:latin typeface="Arial"/>
              </a:rPr>
              <a:t>Такие</a:t>
            </a:r>
            <a:r>
              <a:rPr lang="ru-RU" sz="900" b="0" i="0" dirty="0" smtClean="0">
                <a:solidFill>
                  <a:srgbClr val="000000"/>
                </a:solidFill>
              </a:rPr>
              <a:t> </a:t>
            </a:r>
            <a:r>
              <a:rPr lang="ru-RU" sz="900" b="0" i="0" dirty="0" smtClean="0">
                <a:solidFill>
                  <a:srgbClr val="000000"/>
                </a:solidFill>
                <a:latin typeface="Arial"/>
              </a:rPr>
              <a:t>центры</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называют</a:t>
            </a:r>
            <a:r>
              <a:rPr lang="ru-RU" sz="900" b="0" i="0" dirty="0" smtClean="0">
                <a:solidFill>
                  <a:srgbClr val="000000"/>
                </a:solidFill>
              </a:rPr>
              <a:t> </a:t>
            </a:r>
            <a:r>
              <a:rPr lang="ru-RU" sz="900" b="0" i="0" dirty="0" smtClean="0">
                <a:solidFill>
                  <a:srgbClr val="000000"/>
                </a:solidFill>
                <a:latin typeface="Arial"/>
              </a:rPr>
              <a:t>энергоэффективными</a:t>
            </a:r>
            <a:r>
              <a:rPr lang="ru-RU" sz="900" b="0" i="0" dirty="0" smtClean="0">
                <a:solidFill>
                  <a:srgbClr val="000000"/>
                </a:solidFill>
              </a:rPr>
              <a:t>.</a:t>
            </a:r>
          </a:p>
        </p:txBody>
      </p:sp>
    </p:spTree>
    <p:extLst>
      <p:ext uri="{BB962C8B-B14F-4D97-AF65-F5344CB8AC3E}">
        <p14:creationId xmlns:p14="http://schemas.microsoft.com/office/powerpoint/2010/main" val="30928347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R="0" defTabSz="914400" rtl="0" eaLnBrk="0" fontAlgn="base" latinLnBrk="0" hangingPunct="0">
              <a:spcBef>
                <a:spcPts val="600"/>
              </a:spcBef>
              <a:buClrTx/>
              <a:buSzTx/>
              <a:buFontTx/>
              <a:buNone/>
              <a:tabLst/>
              <a:defRPr/>
            </a:pPr>
            <a:r>
              <a:rPr lang="ru-RU" sz="900" b="0" i="0" dirty="0" smtClean="0">
                <a:solidFill>
                  <a:srgbClr val="000000"/>
                </a:solidFill>
                <a:latin typeface="Arial"/>
              </a:rPr>
              <a:t>Центры</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должны</a:t>
            </a:r>
            <a:r>
              <a:rPr lang="ru-RU" sz="900" b="0" i="0" dirty="0" smtClean="0">
                <a:solidFill>
                  <a:srgbClr val="000000"/>
                </a:solidFill>
              </a:rPr>
              <a:t> </a:t>
            </a:r>
            <a:r>
              <a:rPr lang="ru-RU" sz="900" b="0" i="0" dirty="0" smtClean="0">
                <a:solidFill>
                  <a:srgbClr val="000000"/>
                </a:solidFill>
                <a:latin typeface="Arial"/>
              </a:rPr>
              <a:t>иметь</a:t>
            </a:r>
            <a:r>
              <a:rPr lang="ru-RU" sz="900" b="0" i="0" dirty="0" smtClean="0">
                <a:solidFill>
                  <a:srgbClr val="000000"/>
                </a:solidFill>
              </a:rPr>
              <a:t> </a:t>
            </a:r>
            <a:r>
              <a:rPr lang="ru-RU" sz="900" b="0" i="0" dirty="0" smtClean="0">
                <a:solidFill>
                  <a:srgbClr val="000000"/>
                </a:solidFill>
                <a:latin typeface="Arial"/>
              </a:rPr>
              <a:t>ключевые</a:t>
            </a:r>
            <a:r>
              <a:rPr lang="ru-RU" sz="900" b="0" i="0" dirty="0" smtClean="0">
                <a:solidFill>
                  <a:srgbClr val="000000"/>
                </a:solidFill>
              </a:rPr>
              <a:t> </a:t>
            </a:r>
            <a:r>
              <a:rPr lang="ru-RU" sz="900" b="0" i="0" dirty="0" smtClean="0">
                <a:solidFill>
                  <a:srgbClr val="000000"/>
                </a:solidFill>
                <a:latin typeface="Arial"/>
              </a:rPr>
              <a:t>характеристики</a:t>
            </a:r>
            <a:r>
              <a:rPr lang="ru-RU" sz="900" b="0" i="0" dirty="0" smtClean="0">
                <a:solidFill>
                  <a:srgbClr val="000000"/>
                </a:solidFill>
              </a:rPr>
              <a:t>, </a:t>
            </a:r>
            <a:r>
              <a:rPr lang="ru-RU" sz="900" b="0" i="0" dirty="0" smtClean="0">
                <a:solidFill>
                  <a:srgbClr val="000000"/>
                </a:solidFill>
                <a:latin typeface="Arial"/>
              </a:rPr>
              <a:t>приведенные</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данном</a:t>
            </a:r>
            <a:r>
              <a:rPr lang="ru-RU" sz="900" b="0" i="0" dirty="0" smtClean="0">
                <a:solidFill>
                  <a:srgbClr val="000000"/>
                </a:solidFill>
              </a:rPr>
              <a:t> </a:t>
            </a:r>
            <a:r>
              <a:rPr lang="ru-RU" sz="900" b="0" i="0" dirty="0" smtClean="0">
                <a:solidFill>
                  <a:srgbClr val="000000"/>
                </a:solidFill>
                <a:latin typeface="Arial"/>
              </a:rPr>
              <a:t>слайде</a:t>
            </a:r>
            <a:r>
              <a:rPr lang="ru-RU" sz="900" b="0" i="0" dirty="0" smtClean="0">
                <a:solidFill>
                  <a:srgbClr val="000000"/>
                </a:solidFill>
              </a:rPr>
              <a:t>. </a:t>
            </a:r>
            <a:r>
              <a:rPr lang="ru-RU" sz="900" b="0" i="0" dirty="0" smtClean="0">
                <a:solidFill>
                  <a:srgbClr val="000000"/>
                </a:solidFill>
                <a:latin typeface="Arial"/>
              </a:rPr>
              <a:t>Хотя</a:t>
            </a:r>
            <a:r>
              <a:rPr lang="ru-RU" sz="900" b="0" i="0" dirty="0" smtClean="0">
                <a:solidFill>
                  <a:srgbClr val="000000"/>
                </a:solidFill>
              </a:rPr>
              <a:t> </a:t>
            </a:r>
            <a:r>
              <a:rPr lang="ru-RU" sz="900" b="0" i="0" dirty="0" smtClean="0">
                <a:solidFill>
                  <a:srgbClr val="000000"/>
                </a:solidFill>
                <a:latin typeface="Arial"/>
              </a:rPr>
              <a:t>эти</a:t>
            </a:r>
            <a:r>
              <a:rPr lang="ru-RU" sz="900" b="0" i="0" dirty="0" smtClean="0">
                <a:solidFill>
                  <a:srgbClr val="000000"/>
                </a:solidFill>
              </a:rPr>
              <a:t> </a:t>
            </a:r>
            <a:r>
              <a:rPr lang="ru-RU" sz="900" b="0" i="0" dirty="0" smtClean="0">
                <a:solidFill>
                  <a:srgbClr val="000000"/>
                </a:solidFill>
                <a:latin typeface="Arial"/>
              </a:rPr>
              <a:t>характеристики</a:t>
            </a:r>
            <a:r>
              <a:rPr lang="ru-RU" sz="900" b="0" i="0" dirty="0" smtClean="0">
                <a:solidFill>
                  <a:srgbClr val="000000"/>
                </a:solidFill>
              </a:rPr>
              <a:t> </a:t>
            </a:r>
            <a:r>
              <a:rPr lang="ru-RU" sz="900" b="0" i="0" dirty="0" smtClean="0">
                <a:solidFill>
                  <a:srgbClr val="000000"/>
                </a:solidFill>
                <a:latin typeface="Arial"/>
              </a:rPr>
              <a:t>применимы</a:t>
            </a:r>
            <a:r>
              <a:rPr lang="ru-RU" sz="900" b="0" i="0" dirty="0" smtClean="0">
                <a:solidFill>
                  <a:srgbClr val="000000"/>
                </a:solidFill>
              </a:rPr>
              <a:t> </a:t>
            </a:r>
            <a:r>
              <a:rPr lang="ru-RU" sz="900" b="0" i="0" dirty="0" smtClean="0">
                <a:solidFill>
                  <a:srgbClr val="000000"/>
                </a:solidFill>
                <a:latin typeface="Arial"/>
              </a:rPr>
              <a:t>почти</a:t>
            </a:r>
            <a:r>
              <a:rPr lang="ru-RU" sz="900" b="0" i="0" dirty="0" smtClean="0">
                <a:solidFill>
                  <a:srgbClr val="000000"/>
                </a:solidFill>
              </a:rPr>
              <a:t> </a:t>
            </a:r>
            <a:r>
              <a:rPr lang="ru-RU" sz="900" b="0" i="0" dirty="0" smtClean="0">
                <a:solidFill>
                  <a:srgbClr val="000000"/>
                </a:solidFill>
                <a:latin typeface="Arial"/>
              </a:rPr>
              <a:t>ко</a:t>
            </a:r>
            <a:r>
              <a:rPr lang="ru-RU" sz="900" b="0" i="0" dirty="0" smtClean="0">
                <a:solidFill>
                  <a:srgbClr val="000000"/>
                </a:solidFill>
              </a:rPr>
              <a:t> </a:t>
            </a:r>
            <a:r>
              <a:rPr lang="ru-RU" sz="900" b="0" i="0" dirty="0" smtClean="0">
                <a:solidFill>
                  <a:srgbClr val="000000"/>
                </a:solidFill>
                <a:latin typeface="Arial"/>
              </a:rPr>
              <a:t>всем</a:t>
            </a:r>
            <a:r>
              <a:rPr lang="ru-RU" sz="900" b="0" i="0" dirty="0" smtClean="0">
                <a:solidFill>
                  <a:srgbClr val="000000"/>
                </a:solidFill>
              </a:rPr>
              <a:t> </a:t>
            </a:r>
            <a:r>
              <a:rPr lang="ru-RU" sz="900" b="0" i="0" dirty="0" smtClean="0">
                <a:solidFill>
                  <a:srgbClr val="000000"/>
                </a:solidFill>
                <a:latin typeface="Arial"/>
              </a:rPr>
              <a:t>компонентам</a:t>
            </a:r>
            <a:r>
              <a:rPr lang="ru-RU" sz="900" b="0" i="0" dirty="0" smtClean="0">
                <a:solidFill>
                  <a:srgbClr val="000000"/>
                </a:solidFill>
              </a:rPr>
              <a:t> </a:t>
            </a:r>
            <a:r>
              <a:rPr lang="ru-RU" sz="900" b="0" i="0" dirty="0" smtClean="0">
                <a:solidFill>
                  <a:srgbClr val="000000"/>
                </a:solidFill>
                <a:latin typeface="Arial"/>
              </a:rPr>
              <a:t>центра</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этом</a:t>
            </a:r>
            <a:r>
              <a:rPr lang="ru-RU" sz="900" b="0" i="0" dirty="0" smtClean="0">
                <a:solidFill>
                  <a:srgbClr val="000000"/>
                </a:solidFill>
              </a:rPr>
              <a:t> </a:t>
            </a:r>
            <a:r>
              <a:rPr lang="ru-RU" sz="900" b="0" i="0" dirty="0" smtClean="0">
                <a:solidFill>
                  <a:srgbClr val="000000"/>
                </a:solidFill>
                <a:latin typeface="Arial"/>
              </a:rPr>
              <a:t>модуле</a:t>
            </a:r>
            <a:r>
              <a:rPr lang="ru-RU" sz="900" b="0" i="0" dirty="0" smtClean="0">
                <a:solidFill>
                  <a:srgbClr val="000000"/>
                </a:solidFill>
              </a:rPr>
              <a:t> </a:t>
            </a:r>
            <a:r>
              <a:rPr lang="ru-RU" sz="900" b="0" i="0" dirty="0" smtClean="0">
                <a:solidFill>
                  <a:srgbClr val="000000"/>
                </a:solidFill>
                <a:latin typeface="Arial"/>
              </a:rPr>
              <a:t>речь</a:t>
            </a:r>
            <a:r>
              <a:rPr lang="ru-RU" sz="900" b="0" i="0" dirty="0" smtClean="0">
                <a:solidFill>
                  <a:srgbClr val="000000"/>
                </a:solidFill>
              </a:rPr>
              <a:t> </a:t>
            </a:r>
            <a:r>
              <a:rPr lang="ru-RU" sz="900" b="0" i="0" dirty="0" smtClean="0">
                <a:solidFill>
                  <a:srgbClr val="000000"/>
                </a:solidFill>
                <a:latin typeface="Arial"/>
              </a:rPr>
              <a:t>пойдет</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основном</a:t>
            </a:r>
            <a:r>
              <a:rPr lang="ru-RU" sz="900" b="0" i="0" dirty="0" smtClean="0">
                <a:solidFill>
                  <a:srgbClr val="000000"/>
                </a:solidFill>
              </a:rPr>
              <a:t> </a:t>
            </a:r>
            <a:r>
              <a:rPr lang="ru-RU" sz="900" b="0" i="0" dirty="0" smtClean="0">
                <a:solidFill>
                  <a:srgbClr val="000000"/>
                </a:solidFill>
                <a:latin typeface="Arial"/>
              </a:rPr>
              <a:t>о</a:t>
            </a:r>
            <a:r>
              <a:rPr lang="ru-RU" sz="900" b="0" i="0" dirty="0" smtClean="0">
                <a:solidFill>
                  <a:srgbClr val="000000"/>
                </a:solidFill>
              </a:rPr>
              <a:t> </a:t>
            </a:r>
            <a:r>
              <a:rPr lang="ru-RU" sz="900" b="0" i="0" dirty="0" smtClean="0">
                <a:solidFill>
                  <a:srgbClr val="000000"/>
                </a:solidFill>
                <a:latin typeface="Arial"/>
              </a:rPr>
              <a:t>системах</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p>
          <a:p>
            <a:pPr marL="171450" lvl="1" indent="-171450"/>
            <a:r>
              <a:rPr lang="ru-RU" sz="900" b="1" i="0" dirty="0" smtClean="0">
                <a:solidFill>
                  <a:srgbClr val="000000"/>
                </a:solidFill>
                <a:latin typeface="Arial"/>
              </a:rPr>
              <a:t>Доступность</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Центр</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должен</a:t>
            </a:r>
            <a:r>
              <a:rPr lang="ru-RU" sz="900" b="0" i="0" dirty="0" smtClean="0">
                <a:solidFill>
                  <a:srgbClr val="000000"/>
                </a:solidFill>
              </a:rPr>
              <a:t> </a:t>
            </a:r>
            <a:r>
              <a:rPr lang="ru-RU" sz="900" b="0" i="0" dirty="0" smtClean="0">
                <a:solidFill>
                  <a:srgbClr val="000000"/>
                </a:solidFill>
                <a:latin typeface="Arial"/>
              </a:rPr>
              <a:t>обеспечивать</a:t>
            </a:r>
            <a:r>
              <a:rPr lang="ru-RU" sz="900" b="0" i="0" dirty="0" smtClean="0">
                <a:solidFill>
                  <a:srgbClr val="000000"/>
                </a:solidFill>
              </a:rPr>
              <a:t> </a:t>
            </a:r>
            <a:r>
              <a:rPr lang="ru-RU" sz="900" b="0" i="0" u="sng" dirty="0" smtClean="0">
                <a:solidFill>
                  <a:srgbClr val="000000"/>
                </a:solidFill>
                <a:latin typeface="Arial"/>
              </a:rPr>
              <a:t>доступность</a:t>
            </a:r>
            <a:r>
              <a:rPr lang="ru-RU" sz="900" b="0" i="0" u="sng" dirty="0" smtClean="0">
                <a:solidFill>
                  <a:srgbClr val="000000"/>
                </a:solidFill>
              </a:rPr>
              <a:t> </a:t>
            </a:r>
            <a:r>
              <a:rPr lang="ru-RU" sz="900" b="0" i="0" u="sng" dirty="0" smtClean="0">
                <a:solidFill>
                  <a:srgbClr val="000000"/>
                </a:solidFill>
                <a:latin typeface="Arial"/>
              </a:rPr>
              <a:t>информации</a:t>
            </a:r>
            <a:r>
              <a:rPr lang="ru-RU" sz="900" b="0" i="0" u="sng" dirty="0" smtClean="0">
                <a:solidFill>
                  <a:srgbClr val="000000"/>
                </a:solidFill>
              </a:rPr>
              <a:t> </a:t>
            </a:r>
            <a:r>
              <a:rPr lang="ru-RU" sz="900" b="0" i="0" u="sng" dirty="0" smtClean="0">
                <a:solidFill>
                  <a:srgbClr val="000000"/>
                </a:solidFill>
                <a:latin typeface="Arial"/>
              </a:rPr>
              <a:t>по</a:t>
            </a:r>
            <a:r>
              <a:rPr lang="ru-RU" sz="900" b="0" i="0" u="sng" dirty="0" smtClean="0">
                <a:solidFill>
                  <a:srgbClr val="000000"/>
                </a:solidFill>
              </a:rPr>
              <a:t> </a:t>
            </a:r>
            <a:r>
              <a:rPr lang="ru-RU" sz="900" b="0" i="0" u="sng" dirty="0" smtClean="0">
                <a:solidFill>
                  <a:srgbClr val="000000"/>
                </a:solidFill>
                <a:latin typeface="Arial"/>
              </a:rPr>
              <a:t>требованию</a:t>
            </a:r>
            <a:r>
              <a:rPr lang="ru-RU" sz="900" b="0" i="0" u="sng" dirty="0" smtClean="0">
                <a:solidFill>
                  <a:srgbClr val="000000"/>
                </a:solidFill>
              </a:rPr>
              <a:t> </a:t>
            </a:r>
            <a:r>
              <a:rPr lang="ru-RU" sz="900" b="0" i="0" u="sng" dirty="0" smtClean="0">
                <a:solidFill>
                  <a:srgbClr val="000000"/>
                </a:solidFill>
                <a:latin typeface="Arial"/>
              </a:rPr>
              <a:t>в</a:t>
            </a:r>
            <a:r>
              <a:rPr lang="ru-RU" sz="900" b="0" i="0" u="sng" dirty="0" smtClean="0">
                <a:solidFill>
                  <a:srgbClr val="000000"/>
                </a:solidFill>
              </a:rPr>
              <a:t> </a:t>
            </a:r>
            <a:r>
              <a:rPr lang="ru-RU" sz="900" b="0" i="0" u="sng" dirty="0" smtClean="0">
                <a:solidFill>
                  <a:srgbClr val="000000"/>
                </a:solidFill>
                <a:latin typeface="Arial"/>
              </a:rPr>
              <a:t>любое</a:t>
            </a:r>
            <a:r>
              <a:rPr lang="ru-RU" sz="900" b="0" i="0" u="sng" dirty="0" smtClean="0">
                <a:solidFill>
                  <a:srgbClr val="000000"/>
                </a:solidFill>
              </a:rPr>
              <a:t> </a:t>
            </a:r>
            <a:r>
              <a:rPr lang="ru-RU" sz="900" b="0" i="0" u="sng" dirty="0" smtClean="0">
                <a:solidFill>
                  <a:srgbClr val="000000"/>
                </a:solidFill>
                <a:latin typeface="Arial"/>
              </a:rPr>
              <a:t>время</a:t>
            </a:r>
            <a:r>
              <a:rPr lang="ru-RU" sz="900" b="0" i="0" dirty="0" smtClean="0">
                <a:solidFill>
                  <a:srgbClr val="000000"/>
                </a:solidFill>
              </a:rPr>
              <a:t>. </a:t>
            </a:r>
            <a:r>
              <a:rPr lang="ru-RU" sz="900" b="0" i="0" dirty="0" smtClean="0">
                <a:solidFill>
                  <a:srgbClr val="000000"/>
                </a:solidFill>
                <a:latin typeface="Arial"/>
              </a:rPr>
              <a:t>Недоступность</a:t>
            </a:r>
            <a:r>
              <a:rPr lang="ru-RU" sz="900" b="0" i="0" dirty="0" smtClean="0">
                <a:solidFill>
                  <a:srgbClr val="000000"/>
                </a:solidFill>
              </a:rPr>
              <a:t> </a:t>
            </a:r>
            <a:r>
              <a:rPr lang="ru-RU" sz="900" b="0"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может</a:t>
            </a:r>
            <a:r>
              <a:rPr lang="ru-RU" sz="900" b="0" i="0" dirty="0" smtClean="0">
                <a:solidFill>
                  <a:srgbClr val="000000"/>
                </a:solidFill>
              </a:rPr>
              <a:t> </a:t>
            </a:r>
            <a:r>
              <a:rPr lang="ru-RU" sz="900" b="0" i="0" dirty="0" smtClean="0">
                <a:solidFill>
                  <a:srgbClr val="000000"/>
                </a:solidFill>
                <a:latin typeface="Arial"/>
              </a:rPr>
              <a:t>серьезно</a:t>
            </a:r>
            <a:r>
              <a:rPr lang="ru-RU" sz="900" b="0" i="0" dirty="0" smtClean="0">
                <a:solidFill>
                  <a:srgbClr val="000000"/>
                </a:solidFill>
              </a:rPr>
              <a:t> </a:t>
            </a:r>
            <a:r>
              <a:rPr lang="ru-RU" sz="900" b="0" i="0" dirty="0" smtClean="0">
                <a:solidFill>
                  <a:srgbClr val="000000"/>
                </a:solidFill>
                <a:latin typeface="Arial"/>
              </a:rPr>
              <a:t>снизить</a:t>
            </a:r>
            <a:r>
              <a:rPr lang="ru-RU" sz="900" b="0" i="0" dirty="0" smtClean="0">
                <a:solidFill>
                  <a:srgbClr val="000000"/>
                </a:solidFill>
              </a:rPr>
              <a:t> </a:t>
            </a:r>
            <a:r>
              <a:rPr lang="ru-RU" sz="900" b="0" i="0" dirty="0" smtClean="0">
                <a:solidFill>
                  <a:srgbClr val="000000"/>
                </a:solidFill>
                <a:latin typeface="Arial"/>
              </a:rPr>
              <a:t>эффективность</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операций</a:t>
            </a:r>
            <a:r>
              <a:rPr lang="ru-RU" sz="900" b="0" i="0" dirty="0" smtClean="0">
                <a:solidFill>
                  <a:srgbClr val="000000"/>
                </a:solidFill>
              </a:rPr>
              <a:t>, </a:t>
            </a:r>
            <a:r>
              <a:rPr lang="ru-RU" sz="900" b="0" i="0" dirty="0" smtClean="0">
                <a:solidFill>
                  <a:srgbClr val="000000"/>
                </a:solidFill>
                <a:latin typeface="Arial"/>
              </a:rPr>
              <a:t>привести</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значительным</a:t>
            </a:r>
            <a:r>
              <a:rPr lang="ru-RU" sz="900" b="0" i="0" dirty="0" smtClean="0">
                <a:solidFill>
                  <a:srgbClr val="000000"/>
                </a:solidFill>
              </a:rPr>
              <a:t> </a:t>
            </a:r>
            <a:r>
              <a:rPr lang="ru-RU" sz="900" b="0" i="0" dirty="0" smtClean="0">
                <a:solidFill>
                  <a:srgbClr val="000000"/>
                </a:solidFill>
                <a:latin typeface="Arial"/>
              </a:rPr>
              <a:t>финансовым</a:t>
            </a:r>
            <a:r>
              <a:rPr lang="ru-RU" sz="900" b="0" i="0" dirty="0" smtClean="0">
                <a:solidFill>
                  <a:srgbClr val="000000"/>
                </a:solidFill>
              </a:rPr>
              <a:t> </a:t>
            </a:r>
            <a:r>
              <a:rPr lang="ru-RU" sz="900" b="0" i="0" dirty="0" smtClean="0">
                <a:solidFill>
                  <a:srgbClr val="000000"/>
                </a:solidFill>
                <a:latin typeface="Arial"/>
              </a:rPr>
              <a:t>потерям</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нанести</a:t>
            </a:r>
            <a:r>
              <a:rPr lang="ru-RU" sz="900" b="0" i="0" dirty="0" smtClean="0">
                <a:solidFill>
                  <a:srgbClr val="000000"/>
                </a:solidFill>
              </a:rPr>
              <a:t> </a:t>
            </a:r>
            <a:r>
              <a:rPr lang="ru-RU" sz="900" b="0" i="0" dirty="0" smtClean="0">
                <a:solidFill>
                  <a:srgbClr val="000000"/>
                </a:solidFill>
                <a:latin typeface="Arial"/>
              </a:rPr>
              <a:t>вред</a:t>
            </a:r>
            <a:r>
              <a:rPr lang="ru-RU" sz="900" b="0" i="0" dirty="0" smtClean="0">
                <a:solidFill>
                  <a:srgbClr val="000000"/>
                </a:solidFill>
              </a:rPr>
              <a:t> </a:t>
            </a:r>
            <a:r>
              <a:rPr lang="ru-RU" sz="900" b="0" i="0" dirty="0" smtClean="0">
                <a:solidFill>
                  <a:srgbClr val="000000"/>
                </a:solidFill>
                <a:latin typeface="Arial"/>
              </a:rPr>
              <a:t>репутации</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a:t>
            </a:r>
          </a:p>
          <a:p>
            <a:pPr marL="171450" lvl="1" indent="-171450"/>
            <a:r>
              <a:rPr lang="ru-RU" sz="900" b="1" i="0" dirty="0" smtClean="0">
                <a:solidFill>
                  <a:srgbClr val="000000"/>
                </a:solidFill>
                <a:latin typeface="Arial"/>
              </a:rPr>
              <a:t>Безопасность</a:t>
            </a:r>
            <a:r>
              <a:rPr lang="ru-RU" sz="900" b="1" i="0" dirty="0" smtClean="0">
                <a:solidFill>
                  <a:srgbClr val="000000"/>
                </a:solidFill>
              </a:rPr>
              <a:t>. </a:t>
            </a:r>
            <a:r>
              <a:rPr lang="ru-RU" sz="900" b="0" i="0" dirty="0" smtClean="0">
                <a:solidFill>
                  <a:srgbClr val="000000"/>
                </a:solidFill>
                <a:latin typeface="Arial"/>
              </a:rPr>
              <a:t>Необходимо</a:t>
            </a:r>
            <a:r>
              <a:rPr lang="ru-RU" sz="900" b="0" i="0" dirty="0" smtClean="0">
                <a:solidFill>
                  <a:srgbClr val="000000"/>
                </a:solidFill>
              </a:rPr>
              <a:t> </a:t>
            </a:r>
            <a:r>
              <a:rPr lang="ru-RU" sz="900" b="0" i="0" dirty="0" smtClean="0">
                <a:solidFill>
                  <a:srgbClr val="000000"/>
                </a:solidFill>
                <a:latin typeface="Arial"/>
              </a:rPr>
              <a:t>создать</a:t>
            </a:r>
            <a:r>
              <a:rPr lang="ru-RU" sz="900" b="0" i="0" dirty="0" smtClean="0">
                <a:solidFill>
                  <a:srgbClr val="000000"/>
                </a:solidFill>
              </a:rPr>
              <a:t> </a:t>
            </a:r>
            <a:r>
              <a:rPr lang="ru-RU" sz="900" b="0" i="0" dirty="0" smtClean="0">
                <a:solidFill>
                  <a:srgbClr val="000000"/>
                </a:solidFill>
                <a:latin typeface="Arial"/>
              </a:rPr>
              <a:t>политики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процедуры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принять</a:t>
            </a:r>
            <a:r>
              <a:rPr lang="ru-RU" sz="900" b="0" i="0" dirty="0" smtClean="0">
                <a:solidFill>
                  <a:srgbClr val="000000"/>
                </a:solidFill>
              </a:rPr>
              <a:t> </a:t>
            </a:r>
            <a:r>
              <a:rPr lang="ru-RU" sz="900" b="0" i="0" dirty="0" smtClean="0">
                <a:solidFill>
                  <a:srgbClr val="000000"/>
                </a:solidFill>
                <a:latin typeface="Arial"/>
              </a:rPr>
              <a:t>контрольные</a:t>
            </a:r>
            <a:r>
              <a:rPr lang="ru-RU" sz="900" b="0" i="0" dirty="0" smtClean="0">
                <a:solidFill>
                  <a:srgbClr val="000000"/>
                </a:solidFill>
              </a:rPr>
              <a:t> </a:t>
            </a:r>
            <a:r>
              <a:rPr lang="ru-RU" sz="900" b="0" i="0" dirty="0" smtClean="0">
                <a:solidFill>
                  <a:srgbClr val="000000"/>
                </a:solidFill>
                <a:latin typeface="Arial"/>
              </a:rPr>
              <a:t>меры</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предотвращению</a:t>
            </a:r>
            <a:r>
              <a:rPr lang="ru-RU" sz="900" b="0" i="0" dirty="0" smtClean="0">
                <a:solidFill>
                  <a:srgbClr val="000000"/>
                </a:solidFill>
              </a:rPr>
              <a:t> </a:t>
            </a:r>
            <a:r>
              <a:rPr lang="ru-RU" sz="900" b="0" i="0" u="sng" dirty="0" smtClean="0">
                <a:solidFill>
                  <a:srgbClr val="000000"/>
                </a:solidFill>
                <a:latin typeface="Arial"/>
              </a:rPr>
              <a:t>несанкционированного</a:t>
            </a:r>
            <a:r>
              <a:rPr lang="ru-RU" sz="900" b="0" i="0" u="sng" dirty="0" smtClean="0">
                <a:solidFill>
                  <a:srgbClr val="000000"/>
                </a:solidFill>
              </a:rPr>
              <a:t> </a:t>
            </a:r>
            <a:r>
              <a:rPr lang="ru-RU" sz="900" b="0" i="0" u="sng" dirty="0" smtClean="0">
                <a:solidFill>
                  <a:srgbClr val="000000"/>
                </a:solidFill>
                <a:latin typeface="Arial"/>
              </a:rPr>
              <a:t>доступа</a:t>
            </a:r>
            <a:r>
              <a:rPr lang="ru-RU" sz="900" b="0" i="0" u="sng" dirty="0" smtClean="0">
                <a:solidFill>
                  <a:srgbClr val="000000"/>
                </a:solidFill>
              </a:rPr>
              <a:t> </a:t>
            </a:r>
            <a:r>
              <a:rPr lang="ru-RU" sz="900" b="0" i="0" u="sng" dirty="0" smtClean="0">
                <a:solidFill>
                  <a:srgbClr val="000000"/>
                </a:solidFill>
                <a:latin typeface="Arial"/>
              </a:rPr>
              <a:t>к</a:t>
            </a:r>
            <a:r>
              <a:rPr lang="ru-RU" sz="900" b="0" i="0" u="sng" dirty="0" smtClean="0">
                <a:solidFill>
                  <a:srgbClr val="000000"/>
                </a:solidFill>
              </a:rPr>
              <a:t> </a:t>
            </a:r>
            <a:r>
              <a:rPr lang="ru-RU" sz="900" b="0" i="0" u="sng" dirty="0" smtClean="0">
                <a:solidFill>
                  <a:srgbClr val="000000"/>
                </a:solidFill>
                <a:latin typeface="Arial"/>
              </a:rPr>
              <a:t>информации</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ее</a:t>
            </a:r>
            <a:r>
              <a:rPr lang="ru-RU" sz="900" b="0" i="0" u="sng" dirty="0" smtClean="0">
                <a:solidFill>
                  <a:srgbClr val="000000"/>
                </a:solidFill>
              </a:rPr>
              <a:t> </a:t>
            </a:r>
            <a:r>
              <a:rPr lang="ru-RU" sz="900" b="0" i="0" u="sng" dirty="0" smtClean="0">
                <a:solidFill>
                  <a:srgbClr val="000000"/>
                </a:solidFill>
                <a:latin typeface="Arial"/>
              </a:rPr>
              <a:t>изменения</a:t>
            </a:r>
            <a:r>
              <a:rPr lang="ru-RU" sz="900" b="0" i="0" dirty="0" smtClean="0">
                <a:solidFill>
                  <a:srgbClr val="000000"/>
                </a:solidFill>
              </a:rPr>
              <a:t>.</a:t>
            </a:r>
          </a:p>
          <a:p>
            <a:pPr marL="171450" lvl="1" indent="-171450"/>
            <a:r>
              <a:rPr lang="ru-RU" sz="900" b="1" i="0" dirty="0" smtClean="0">
                <a:solidFill>
                  <a:srgbClr val="000000"/>
                </a:solidFill>
                <a:latin typeface="Arial"/>
              </a:rPr>
              <a:t>Емкость</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операций</a:t>
            </a:r>
            <a:r>
              <a:rPr lang="ru-RU" sz="900" b="0" i="0" dirty="0" smtClean="0">
                <a:solidFill>
                  <a:srgbClr val="000000"/>
                </a:solidFill>
              </a:rPr>
              <a:t> </a:t>
            </a:r>
            <a:r>
              <a:rPr lang="ru-RU" sz="900" b="0" i="0" dirty="0" smtClean="0">
                <a:solidFill>
                  <a:srgbClr val="000000"/>
                </a:solidFill>
                <a:latin typeface="Arial"/>
              </a:rPr>
              <a:t>центра</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требуется</a:t>
            </a:r>
            <a:r>
              <a:rPr lang="ru-RU" sz="900" b="0" i="0" dirty="0" smtClean="0">
                <a:solidFill>
                  <a:srgbClr val="000000"/>
                </a:solidFill>
              </a:rPr>
              <a:t> </a:t>
            </a:r>
            <a:r>
              <a:rPr lang="ru-RU" sz="900" b="0" i="0" u="sng" dirty="0" smtClean="0">
                <a:solidFill>
                  <a:srgbClr val="000000"/>
                </a:solidFill>
                <a:latin typeface="Arial"/>
              </a:rPr>
              <a:t>достаточный</a:t>
            </a:r>
            <a:r>
              <a:rPr lang="ru-RU" sz="900" b="0" i="0" u="sng" dirty="0" smtClean="0">
                <a:solidFill>
                  <a:srgbClr val="000000"/>
                </a:solidFill>
              </a:rPr>
              <a:t> </a:t>
            </a:r>
            <a:r>
              <a:rPr lang="ru-RU" sz="900" b="0" i="0" u="sng" dirty="0" smtClean="0">
                <a:solidFill>
                  <a:srgbClr val="000000"/>
                </a:solidFill>
                <a:latin typeface="Arial"/>
              </a:rPr>
              <a:t>объем</a:t>
            </a:r>
            <a:r>
              <a:rPr lang="ru-RU" sz="900" b="0" i="0" u="sng" dirty="0" smtClean="0">
                <a:solidFill>
                  <a:srgbClr val="000000"/>
                </a:solidFill>
              </a:rPr>
              <a:t> </a:t>
            </a:r>
            <a:r>
              <a:rPr lang="ru-RU" sz="900" b="0" i="0" u="sng" dirty="0" smtClean="0">
                <a:solidFill>
                  <a:srgbClr val="000000"/>
                </a:solidFill>
                <a:latin typeface="Arial"/>
              </a:rPr>
              <a:t>ресурсов</a:t>
            </a:r>
            <a:r>
              <a:rPr lang="ru-RU" sz="900" b="0" i="0" dirty="0" smtClean="0">
                <a:solidFill>
                  <a:srgbClr val="000000"/>
                </a:solidFill>
              </a:rPr>
              <a:t>, </a:t>
            </a:r>
            <a:r>
              <a:rPr lang="ru-RU" sz="900" b="0" i="0" dirty="0" smtClean="0">
                <a:solidFill>
                  <a:srgbClr val="000000"/>
                </a:solidFill>
                <a:latin typeface="Arial"/>
              </a:rPr>
              <a:t>чтобы</a:t>
            </a:r>
            <a:r>
              <a:rPr lang="ru-RU" sz="900" b="0" i="0" dirty="0" smtClean="0">
                <a:solidFill>
                  <a:srgbClr val="000000"/>
                </a:solidFill>
              </a:rPr>
              <a:t> </a:t>
            </a:r>
            <a:r>
              <a:rPr lang="ru-RU" sz="900" b="0" i="0" dirty="0" smtClean="0">
                <a:solidFill>
                  <a:srgbClr val="000000"/>
                </a:solidFill>
                <a:latin typeface="Arial"/>
              </a:rPr>
              <a:t>обеспечить</a:t>
            </a:r>
            <a:r>
              <a:rPr lang="ru-RU" sz="900" b="0" i="0" dirty="0" smtClean="0">
                <a:solidFill>
                  <a:srgbClr val="000000"/>
                </a:solidFill>
              </a:rPr>
              <a:t> </a:t>
            </a:r>
            <a:r>
              <a:rPr lang="ru-RU" sz="900" b="0" i="0" dirty="0" smtClean="0">
                <a:solidFill>
                  <a:srgbClr val="000000"/>
                </a:solidFill>
                <a:latin typeface="Arial"/>
              </a:rPr>
              <a:t>эффективное</a:t>
            </a:r>
            <a:r>
              <a:rPr lang="ru-RU" sz="900" b="0" i="0" dirty="0" smtClean="0">
                <a:solidFill>
                  <a:srgbClr val="000000"/>
                </a:solidFill>
              </a:rPr>
              <a:t> </a:t>
            </a:r>
            <a:r>
              <a:rPr lang="ru-RU" sz="900" b="0" i="0" dirty="0" smtClean="0">
                <a:solidFill>
                  <a:srgbClr val="000000"/>
                </a:solidFill>
                <a:latin typeface="Arial"/>
              </a:rPr>
              <a:t>хранение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обработку</a:t>
            </a:r>
            <a:r>
              <a:rPr lang="ru-RU" sz="900" b="0" i="0" dirty="0" smtClean="0">
                <a:solidFill>
                  <a:srgbClr val="000000"/>
                </a:solidFill>
              </a:rPr>
              <a:t> </a:t>
            </a:r>
            <a:r>
              <a:rPr lang="ru-RU" sz="900" b="0" i="0" dirty="0" smtClean="0">
                <a:solidFill>
                  <a:srgbClr val="000000"/>
                </a:solidFill>
                <a:latin typeface="Arial"/>
              </a:rPr>
              <a:t>больших</a:t>
            </a:r>
            <a:r>
              <a:rPr lang="ru-RU" sz="900" b="0" i="0" dirty="0" smtClean="0">
                <a:solidFill>
                  <a:srgbClr val="000000"/>
                </a:solidFill>
              </a:rPr>
              <a:t> </a:t>
            </a:r>
            <a:r>
              <a:rPr lang="ru-RU" sz="900" b="0" i="0" dirty="0" smtClean="0">
                <a:solidFill>
                  <a:srgbClr val="000000"/>
                </a:solidFill>
                <a:latin typeface="Arial"/>
              </a:rPr>
              <a:t>объемов</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u="sng" dirty="0" smtClean="0">
                <a:solidFill>
                  <a:srgbClr val="000000"/>
                </a:solidFill>
                <a:latin typeface="Arial"/>
              </a:rPr>
              <a:t>продолжают</a:t>
            </a:r>
            <a:r>
              <a:rPr lang="ru-RU" sz="900" b="0" i="0" u="sng" dirty="0" smtClean="0">
                <a:solidFill>
                  <a:srgbClr val="000000"/>
                </a:solidFill>
              </a:rPr>
              <a:t> </a:t>
            </a:r>
            <a:r>
              <a:rPr lang="ru-RU" sz="900" b="0" i="0" u="sng" dirty="0" smtClean="0">
                <a:solidFill>
                  <a:srgbClr val="000000"/>
                </a:solidFill>
                <a:latin typeface="Arial"/>
              </a:rPr>
              <a:t>непрерывно</a:t>
            </a:r>
            <a:r>
              <a:rPr lang="ru-RU" sz="900" b="0" i="0" u="sng" dirty="0" smtClean="0">
                <a:solidFill>
                  <a:srgbClr val="000000"/>
                </a:solidFill>
              </a:rPr>
              <a:t> </a:t>
            </a:r>
            <a:r>
              <a:rPr lang="ru-RU" sz="900" b="0" i="0" u="sng" dirty="0" smtClean="0">
                <a:solidFill>
                  <a:srgbClr val="000000"/>
                </a:solidFill>
                <a:latin typeface="Arial"/>
              </a:rPr>
              <a:t>расти</a:t>
            </a:r>
            <a:r>
              <a:rPr lang="ru-RU" sz="900" b="0" i="0" dirty="0" smtClean="0">
                <a:solidFill>
                  <a:srgbClr val="000000"/>
                </a:solidFill>
              </a:rPr>
              <a:t>. </a:t>
            </a:r>
            <a:r>
              <a:rPr lang="ru-RU" sz="900" b="0" i="0" dirty="0" smtClean="0">
                <a:solidFill>
                  <a:srgbClr val="000000"/>
                </a:solidFill>
                <a:latin typeface="Arial"/>
              </a:rPr>
              <a:t>При</a:t>
            </a:r>
            <a:r>
              <a:rPr lang="ru-RU" sz="900" b="0" i="0" dirty="0" smtClean="0">
                <a:solidFill>
                  <a:srgbClr val="000000"/>
                </a:solidFill>
              </a:rPr>
              <a:t> </a:t>
            </a:r>
            <a:r>
              <a:rPr lang="ru-RU" sz="900" b="0" i="0" dirty="0" smtClean="0">
                <a:solidFill>
                  <a:srgbClr val="000000"/>
                </a:solidFill>
                <a:latin typeface="Arial"/>
              </a:rPr>
              <a:t>увеличении</a:t>
            </a:r>
            <a:r>
              <a:rPr lang="ru-RU" sz="900" b="0" i="0" dirty="0" smtClean="0">
                <a:solidFill>
                  <a:srgbClr val="000000"/>
                </a:solidFill>
              </a:rPr>
              <a:t> </a:t>
            </a:r>
            <a:r>
              <a:rPr lang="ru-RU" sz="900" b="0" i="0" dirty="0" smtClean="0">
                <a:solidFill>
                  <a:srgbClr val="000000"/>
                </a:solidFill>
                <a:latin typeface="Arial"/>
              </a:rPr>
              <a:t>требований</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емкости</a:t>
            </a:r>
            <a:r>
              <a:rPr lang="ru-RU" sz="900" b="0" i="0" dirty="0" smtClean="0">
                <a:solidFill>
                  <a:srgbClr val="000000"/>
                </a:solidFill>
              </a:rPr>
              <a:t> </a:t>
            </a:r>
            <a:r>
              <a:rPr lang="ru-RU" sz="900" b="0" i="0" u="sng" dirty="0" smtClean="0">
                <a:solidFill>
                  <a:srgbClr val="000000"/>
                </a:solidFill>
                <a:latin typeface="Arial"/>
              </a:rPr>
              <a:t>дополнительная</a:t>
            </a:r>
            <a:r>
              <a:rPr lang="ru-RU" sz="900" b="0" i="0" u="sng" dirty="0" smtClean="0">
                <a:solidFill>
                  <a:srgbClr val="000000"/>
                </a:solidFill>
              </a:rPr>
              <a:t> </a:t>
            </a:r>
            <a:r>
              <a:rPr lang="ru-RU" sz="900" b="0" i="0" u="sng" dirty="0" smtClean="0">
                <a:solidFill>
                  <a:srgbClr val="000000"/>
                </a:solidFill>
                <a:latin typeface="Arial"/>
              </a:rPr>
              <a:t>емкость</a:t>
            </a:r>
            <a:r>
              <a:rPr lang="ru-RU" sz="900" b="0" i="0" u="sng" dirty="0" smtClean="0">
                <a:solidFill>
                  <a:srgbClr val="000000"/>
                </a:solidFill>
              </a:rPr>
              <a:t> </a:t>
            </a:r>
            <a:r>
              <a:rPr lang="ru-RU" sz="900" b="0" i="0" u="sng" dirty="0" smtClean="0">
                <a:solidFill>
                  <a:srgbClr val="000000"/>
                </a:solidFill>
                <a:latin typeface="Arial"/>
              </a:rPr>
              <a:t>должна</a:t>
            </a:r>
            <a:r>
              <a:rPr lang="ru-RU" sz="900" b="0" i="0" u="sng" dirty="0" smtClean="0">
                <a:solidFill>
                  <a:srgbClr val="000000"/>
                </a:solidFill>
              </a:rPr>
              <a:t> </a:t>
            </a:r>
            <a:r>
              <a:rPr lang="ru-RU" sz="900" b="0" i="0" u="sng" dirty="0" smtClean="0">
                <a:solidFill>
                  <a:srgbClr val="000000"/>
                </a:solidFill>
                <a:latin typeface="Arial"/>
              </a:rPr>
              <a:t>предоставляться</a:t>
            </a:r>
            <a:r>
              <a:rPr lang="ru-RU" sz="900" b="0" i="0" u="sng" dirty="0" smtClean="0">
                <a:solidFill>
                  <a:srgbClr val="000000"/>
                </a:solidFill>
              </a:rPr>
              <a:t> </a:t>
            </a:r>
            <a:r>
              <a:rPr lang="ru-RU" sz="900" b="0" i="0" u="sng" dirty="0" smtClean="0">
                <a:solidFill>
                  <a:srgbClr val="000000"/>
                </a:solidFill>
                <a:latin typeface="Arial"/>
              </a:rPr>
              <a:t>без</a:t>
            </a:r>
            <a:r>
              <a:rPr lang="ru-RU" sz="900" b="0" i="0" u="sng" dirty="0" smtClean="0">
                <a:solidFill>
                  <a:srgbClr val="000000"/>
                </a:solidFill>
              </a:rPr>
              <a:t> </a:t>
            </a:r>
            <a:r>
              <a:rPr lang="ru-RU" sz="900" b="0" i="0" u="sng" dirty="0" smtClean="0">
                <a:solidFill>
                  <a:srgbClr val="000000"/>
                </a:solidFill>
                <a:latin typeface="Arial"/>
              </a:rPr>
              <a:t>прерывания</a:t>
            </a:r>
            <a:r>
              <a:rPr lang="ru-RU" sz="900" b="0" i="0" u="sng" dirty="0" smtClean="0">
                <a:solidFill>
                  <a:srgbClr val="000000"/>
                </a:solidFill>
              </a:rPr>
              <a:t> </a:t>
            </a:r>
            <a:r>
              <a:rPr lang="ru-RU" sz="900" b="0" i="0" u="sng" dirty="0" smtClean="0">
                <a:solidFill>
                  <a:srgbClr val="000000"/>
                </a:solidFill>
                <a:latin typeface="Arial"/>
              </a:rPr>
              <a:t>доступности</a:t>
            </a:r>
            <a:r>
              <a:rPr lang="ru-RU" sz="900" b="0" i="0" u="sng"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ее</a:t>
            </a:r>
            <a:r>
              <a:rPr lang="ru-RU" sz="900" b="0" i="0" dirty="0" smtClean="0">
                <a:solidFill>
                  <a:srgbClr val="000000"/>
                </a:solidFill>
              </a:rPr>
              <a:t> </a:t>
            </a:r>
            <a:r>
              <a:rPr lang="ru-RU" sz="900" b="0" i="0" dirty="0" smtClean="0">
                <a:solidFill>
                  <a:srgbClr val="000000"/>
                </a:solidFill>
                <a:latin typeface="Arial"/>
              </a:rPr>
              <a:t>минимальным</a:t>
            </a:r>
            <a:r>
              <a:rPr lang="ru-RU" sz="900" b="0" i="0" dirty="0" smtClean="0">
                <a:solidFill>
                  <a:srgbClr val="000000"/>
                </a:solidFill>
              </a:rPr>
              <a:t> </a:t>
            </a:r>
            <a:r>
              <a:rPr lang="ru-RU" sz="900" b="0" i="0" dirty="0" smtClean="0">
                <a:solidFill>
                  <a:srgbClr val="000000"/>
                </a:solidFill>
                <a:latin typeface="Arial"/>
              </a:rPr>
              <a:t>прерыванием</a:t>
            </a:r>
            <a:r>
              <a:rPr lang="ru-RU" sz="900" b="0" i="0" dirty="0" smtClean="0">
                <a:solidFill>
                  <a:srgbClr val="000000"/>
                </a:solidFill>
              </a:rPr>
              <a:t>. </a:t>
            </a:r>
            <a:r>
              <a:rPr lang="ru-RU" sz="900" b="0" i="0" dirty="0" smtClean="0">
                <a:solidFill>
                  <a:srgbClr val="000000"/>
                </a:solidFill>
                <a:latin typeface="Arial"/>
              </a:rPr>
              <a:t>Емкостью</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управлять</a:t>
            </a:r>
            <a:r>
              <a:rPr lang="ru-RU" sz="900" b="0" i="0" dirty="0" smtClean="0">
                <a:solidFill>
                  <a:srgbClr val="000000"/>
                </a:solidFill>
              </a:rPr>
              <a:t> </a:t>
            </a:r>
            <a:r>
              <a:rPr lang="ru-RU" sz="900" b="0" i="0" dirty="0" smtClean="0">
                <a:solidFill>
                  <a:srgbClr val="000000"/>
                </a:solidFill>
                <a:latin typeface="Arial"/>
              </a:rPr>
              <a:t>путем</a:t>
            </a:r>
            <a:r>
              <a:rPr lang="ru-RU" sz="900" b="0" i="0" dirty="0" smtClean="0">
                <a:solidFill>
                  <a:srgbClr val="000000"/>
                </a:solidFill>
              </a:rPr>
              <a:t> </a:t>
            </a:r>
            <a:r>
              <a:rPr lang="ru-RU" sz="900" b="0" i="0" dirty="0" smtClean="0">
                <a:solidFill>
                  <a:srgbClr val="000000"/>
                </a:solidFill>
                <a:latin typeface="Arial"/>
              </a:rPr>
              <a:t>добавления</a:t>
            </a:r>
            <a:r>
              <a:rPr lang="ru-RU" sz="900" b="0" i="0" dirty="0" smtClean="0">
                <a:solidFill>
                  <a:srgbClr val="000000"/>
                </a:solidFill>
              </a:rPr>
              <a:t> </a:t>
            </a:r>
            <a:r>
              <a:rPr lang="ru-RU" sz="900" b="0" i="0" dirty="0" smtClean="0">
                <a:solidFill>
                  <a:srgbClr val="000000"/>
                </a:solidFill>
                <a:latin typeface="Arial"/>
              </a:rPr>
              <a:t>новых</a:t>
            </a:r>
            <a:r>
              <a:rPr lang="ru-RU" sz="900" b="0" i="0" dirty="0" smtClean="0">
                <a:solidFill>
                  <a:srgbClr val="000000"/>
                </a:solidFill>
              </a:rPr>
              <a:t> </a:t>
            </a:r>
            <a:r>
              <a:rPr lang="ru-RU" sz="900" b="0" i="0" dirty="0" smtClean="0">
                <a:solidFill>
                  <a:srgbClr val="000000"/>
                </a:solidFill>
                <a:latin typeface="Arial"/>
              </a:rPr>
              <a:t>ресурсов</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перераспределения</a:t>
            </a:r>
            <a:r>
              <a:rPr lang="ru-RU" sz="900" b="0" i="0" dirty="0" smtClean="0">
                <a:solidFill>
                  <a:srgbClr val="000000"/>
                </a:solidFill>
              </a:rPr>
              <a:t> </a:t>
            </a:r>
            <a:r>
              <a:rPr lang="ru-RU" sz="900" b="0" i="0" dirty="0" smtClean="0">
                <a:solidFill>
                  <a:srgbClr val="000000"/>
                </a:solidFill>
                <a:latin typeface="Arial"/>
              </a:rPr>
              <a:t>существующих</a:t>
            </a:r>
            <a:r>
              <a:rPr lang="ru-RU" sz="900" b="0" i="0" dirty="0" smtClean="0">
                <a:solidFill>
                  <a:srgbClr val="000000"/>
                </a:solidFill>
              </a:rPr>
              <a:t>.</a:t>
            </a:r>
          </a:p>
          <a:p>
            <a:pPr marL="171450" lvl="1" indent="-171450"/>
            <a:r>
              <a:rPr lang="ru-RU" sz="900" b="1" i="0" dirty="0" smtClean="0">
                <a:solidFill>
                  <a:srgbClr val="000000"/>
                </a:solidFill>
                <a:latin typeface="Arial"/>
              </a:rPr>
              <a:t>Масштабируемость</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Организациям</a:t>
            </a:r>
            <a:r>
              <a:rPr lang="ru-RU" sz="900" b="0" i="0" dirty="0" smtClean="0">
                <a:solidFill>
                  <a:srgbClr val="000000"/>
                </a:solidFill>
              </a:rPr>
              <a:t> </a:t>
            </a:r>
            <a:r>
              <a:rPr lang="ru-RU" sz="900" b="0" i="0" dirty="0" smtClean="0">
                <a:solidFill>
                  <a:srgbClr val="000000"/>
                </a:solidFill>
                <a:latin typeface="Arial"/>
              </a:rPr>
              <a:t>может</a:t>
            </a:r>
            <a:r>
              <a:rPr lang="ru-RU" sz="900" b="0" i="0" dirty="0" smtClean="0">
                <a:solidFill>
                  <a:srgbClr val="000000"/>
                </a:solidFill>
              </a:rPr>
              <a:t> </a:t>
            </a:r>
            <a:r>
              <a:rPr lang="ru-RU" sz="900" b="0" i="0" dirty="0" smtClean="0">
                <a:solidFill>
                  <a:srgbClr val="000000"/>
                </a:solidFill>
                <a:latin typeface="Arial"/>
              </a:rPr>
              <a:t>потребоваться</a:t>
            </a:r>
            <a:r>
              <a:rPr lang="ru-RU" sz="900" b="0" i="0" dirty="0" smtClean="0">
                <a:solidFill>
                  <a:srgbClr val="000000"/>
                </a:solidFill>
              </a:rPr>
              <a:t> </a:t>
            </a:r>
            <a:r>
              <a:rPr lang="ru-RU" sz="900" b="0" i="0" dirty="0" smtClean="0">
                <a:solidFill>
                  <a:srgbClr val="000000"/>
                </a:solidFill>
                <a:latin typeface="Arial"/>
              </a:rPr>
              <a:t>развернуть</a:t>
            </a:r>
            <a:r>
              <a:rPr lang="ru-RU" sz="900" b="0" i="0" dirty="0" smtClean="0">
                <a:solidFill>
                  <a:srgbClr val="000000"/>
                </a:solidFill>
              </a:rPr>
              <a:t> </a:t>
            </a:r>
            <a:r>
              <a:rPr lang="ru-RU" sz="900" b="0" i="0" dirty="0" smtClean="0">
                <a:solidFill>
                  <a:srgbClr val="000000"/>
                </a:solidFill>
                <a:latin typeface="Arial"/>
              </a:rPr>
              <a:t>дополнительные</a:t>
            </a:r>
            <a:r>
              <a:rPr lang="ru-RU" sz="900" b="0" i="0" dirty="0" smtClean="0">
                <a:solidFill>
                  <a:srgbClr val="000000"/>
                </a:solidFill>
              </a:rPr>
              <a:t> </a:t>
            </a:r>
            <a:r>
              <a:rPr lang="ru-RU" sz="900" b="0" i="0" dirty="0" smtClean="0">
                <a:solidFill>
                  <a:srgbClr val="000000"/>
                </a:solidFill>
                <a:latin typeface="Arial"/>
              </a:rPr>
              <a:t>ресурсы</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вычислительные</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новые</a:t>
            </a:r>
            <a:r>
              <a:rPr lang="ru-RU" sz="900" b="0" i="0" dirty="0" smtClean="0">
                <a:solidFill>
                  <a:srgbClr val="000000"/>
                </a:solidFill>
              </a:rPr>
              <a:t> </a:t>
            </a:r>
            <a:r>
              <a:rPr lang="ru-RU" sz="900" b="0" i="0" dirty="0" smtClean="0">
                <a:solidFill>
                  <a:srgbClr val="000000"/>
                </a:solidFill>
                <a:latin typeface="Arial"/>
              </a:rPr>
              <a:t>приложения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базы</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чтобы</a:t>
            </a:r>
            <a:r>
              <a:rPr lang="ru-RU" sz="900" b="0" i="0" dirty="0" smtClean="0">
                <a:solidFill>
                  <a:srgbClr val="000000"/>
                </a:solidFill>
              </a:rPr>
              <a:t> </a:t>
            </a:r>
            <a:r>
              <a:rPr lang="ru-RU" sz="900" b="0" i="0" dirty="0" smtClean="0">
                <a:solidFill>
                  <a:srgbClr val="000000"/>
                </a:solidFill>
                <a:latin typeface="Arial"/>
              </a:rPr>
              <a:t>обеспечить</a:t>
            </a:r>
            <a:r>
              <a:rPr lang="ru-RU" sz="900" b="0" i="0" dirty="0" smtClean="0">
                <a:solidFill>
                  <a:srgbClr val="000000"/>
                </a:solidFill>
              </a:rPr>
              <a:t> </a:t>
            </a:r>
            <a:r>
              <a:rPr lang="ru-RU" sz="900" b="0" i="0" dirty="0" smtClean="0">
                <a:solidFill>
                  <a:srgbClr val="000000"/>
                </a:solidFill>
                <a:latin typeface="Arial"/>
              </a:rPr>
              <a:t>соответствие</a:t>
            </a:r>
            <a:r>
              <a:rPr lang="ru-RU" sz="900" b="0" i="0" dirty="0" smtClean="0">
                <a:solidFill>
                  <a:srgbClr val="000000"/>
                </a:solidFill>
              </a:rPr>
              <a:t> </a:t>
            </a:r>
            <a:r>
              <a:rPr lang="ru-RU" sz="900" b="0" i="0" dirty="0" smtClean="0">
                <a:solidFill>
                  <a:srgbClr val="000000"/>
                </a:solidFill>
                <a:latin typeface="Arial"/>
              </a:rPr>
              <a:t>растущим</a:t>
            </a:r>
            <a:r>
              <a:rPr lang="ru-RU" sz="900" b="0" i="0" dirty="0" smtClean="0">
                <a:solidFill>
                  <a:srgbClr val="000000"/>
                </a:solidFill>
              </a:rPr>
              <a:t> </a:t>
            </a:r>
            <a:r>
              <a:rPr lang="ru-RU" sz="900" b="0" i="0" dirty="0" smtClean="0">
                <a:solidFill>
                  <a:srgbClr val="000000"/>
                </a:solidFill>
                <a:latin typeface="Arial"/>
              </a:rPr>
              <a:t>требованиям</a:t>
            </a:r>
            <a:r>
              <a:rPr lang="ru-RU" sz="900" b="0" i="0" dirty="0" smtClean="0">
                <a:solidFill>
                  <a:srgbClr val="000000"/>
                </a:solidFill>
              </a:rPr>
              <a:t>. </a:t>
            </a:r>
            <a:r>
              <a:rPr lang="ru-RU" sz="900" b="0" i="0" dirty="0" smtClean="0">
                <a:solidFill>
                  <a:srgbClr val="000000"/>
                </a:solidFill>
                <a:latin typeface="Arial"/>
              </a:rPr>
              <a:t>Ресурсы</a:t>
            </a:r>
            <a:r>
              <a:rPr lang="ru-RU" sz="900" b="0" i="0" dirty="0" smtClean="0">
                <a:solidFill>
                  <a:srgbClr val="000000"/>
                </a:solidFill>
              </a:rPr>
              <a:t> </a:t>
            </a:r>
            <a:r>
              <a:rPr lang="ru-RU" sz="900" b="0" i="0" dirty="0" smtClean="0">
                <a:solidFill>
                  <a:srgbClr val="000000"/>
                </a:solidFill>
                <a:latin typeface="Arial"/>
              </a:rPr>
              <a:t>центра</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u="sng" dirty="0" smtClean="0">
                <a:solidFill>
                  <a:srgbClr val="000000"/>
                </a:solidFill>
                <a:latin typeface="Arial"/>
              </a:rPr>
              <a:t>должны</a:t>
            </a:r>
            <a:r>
              <a:rPr lang="ru-RU" sz="900" b="0" i="0" u="sng" dirty="0" smtClean="0">
                <a:solidFill>
                  <a:srgbClr val="000000"/>
                </a:solidFill>
              </a:rPr>
              <a:t> </a:t>
            </a:r>
            <a:r>
              <a:rPr lang="ru-RU" sz="900" b="0" i="0" u="sng" dirty="0" smtClean="0">
                <a:solidFill>
                  <a:srgbClr val="000000"/>
                </a:solidFill>
                <a:latin typeface="Arial"/>
              </a:rPr>
              <a:t>масштабироваться</a:t>
            </a:r>
            <a:r>
              <a:rPr lang="ru-RU" sz="900" b="0" i="0" u="sng"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соответствия</a:t>
            </a:r>
            <a:r>
              <a:rPr lang="ru-RU" sz="900" b="0" i="0" dirty="0" smtClean="0">
                <a:solidFill>
                  <a:srgbClr val="000000"/>
                </a:solidFill>
              </a:rPr>
              <a:t> </a:t>
            </a:r>
            <a:r>
              <a:rPr lang="ru-RU" sz="900" b="0" i="0" dirty="0" smtClean="0">
                <a:solidFill>
                  <a:srgbClr val="000000"/>
                </a:solidFill>
                <a:latin typeface="Arial"/>
              </a:rPr>
              <a:t>изменяющимся</a:t>
            </a:r>
            <a:r>
              <a:rPr lang="ru-RU" sz="900" b="0" i="0" dirty="0" smtClean="0">
                <a:solidFill>
                  <a:srgbClr val="000000"/>
                </a:solidFill>
              </a:rPr>
              <a:t> </a:t>
            </a:r>
            <a:r>
              <a:rPr lang="ru-RU" sz="900" b="0" i="0" dirty="0" smtClean="0">
                <a:solidFill>
                  <a:srgbClr val="000000"/>
                </a:solidFill>
                <a:latin typeface="Arial"/>
              </a:rPr>
              <a:t>требованиям</a:t>
            </a:r>
            <a:r>
              <a:rPr lang="ru-RU" sz="900" b="0" i="0" dirty="0" smtClean="0">
                <a:solidFill>
                  <a:srgbClr val="000000"/>
                </a:solidFill>
              </a:rPr>
              <a:t> </a:t>
            </a:r>
            <a:r>
              <a:rPr lang="ru-RU" sz="900" b="0" i="0" dirty="0" smtClean="0">
                <a:solidFill>
                  <a:srgbClr val="000000"/>
                </a:solidFill>
                <a:latin typeface="Arial"/>
              </a:rPr>
              <a:t>без</a:t>
            </a:r>
            <a:r>
              <a:rPr lang="ru-RU" sz="900" b="0" i="0" dirty="0" smtClean="0">
                <a:solidFill>
                  <a:srgbClr val="000000"/>
                </a:solidFill>
              </a:rPr>
              <a:t> </a:t>
            </a:r>
            <a:r>
              <a:rPr lang="ru-RU" sz="900" b="0" i="0" dirty="0" smtClean="0">
                <a:solidFill>
                  <a:srgbClr val="000000"/>
                </a:solidFill>
                <a:latin typeface="Arial"/>
              </a:rPr>
              <a:t>прерывания</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операций</a:t>
            </a:r>
            <a:r>
              <a:rPr lang="ru-RU" sz="900" b="0" i="0" dirty="0" smtClean="0">
                <a:solidFill>
                  <a:srgbClr val="000000"/>
                </a:solidFill>
              </a:rPr>
              <a:t>. </a:t>
            </a:r>
          </a:p>
          <a:p>
            <a:pPr marL="171450" lvl="1" indent="-171450"/>
            <a:r>
              <a:rPr lang="ru-RU" sz="900" b="1" i="0" dirty="0" smtClean="0">
                <a:solidFill>
                  <a:srgbClr val="000000"/>
                </a:solidFill>
                <a:latin typeface="Arial"/>
              </a:rPr>
              <a:t>Производительность</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Компоненты</a:t>
            </a:r>
            <a:r>
              <a:rPr lang="ru-RU" sz="900" b="0" i="0" dirty="0" smtClean="0">
                <a:solidFill>
                  <a:srgbClr val="000000"/>
                </a:solidFill>
              </a:rPr>
              <a:t> </a:t>
            </a:r>
            <a:r>
              <a:rPr lang="ru-RU" sz="900" b="0" i="0" dirty="0" smtClean="0">
                <a:solidFill>
                  <a:srgbClr val="000000"/>
                </a:solidFill>
                <a:latin typeface="Arial"/>
              </a:rPr>
              <a:t>центра</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должны</a:t>
            </a:r>
            <a:r>
              <a:rPr lang="ru-RU" sz="900" b="0" i="0" dirty="0" smtClean="0">
                <a:solidFill>
                  <a:srgbClr val="000000"/>
                </a:solidFill>
              </a:rPr>
              <a:t> </a:t>
            </a:r>
            <a:r>
              <a:rPr lang="ru-RU" sz="900" b="0" i="0" dirty="0" smtClean="0">
                <a:solidFill>
                  <a:srgbClr val="000000"/>
                </a:solidFill>
                <a:latin typeface="Arial"/>
              </a:rPr>
              <a:t>обеспечивать</a:t>
            </a:r>
            <a:r>
              <a:rPr lang="ru-RU" sz="900" b="0" i="0" dirty="0" smtClean="0">
                <a:solidFill>
                  <a:srgbClr val="000000"/>
                </a:solidFill>
              </a:rPr>
              <a:t> </a:t>
            </a:r>
            <a:r>
              <a:rPr lang="ru-RU" sz="900" b="0" i="0" u="sng" dirty="0" smtClean="0">
                <a:solidFill>
                  <a:srgbClr val="000000"/>
                </a:solidFill>
                <a:latin typeface="Arial"/>
              </a:rPr>
              <a:t>оптимальную</a:t>
            </a:r>
            <a:r>
              <a:rPr lang="ru-RU" sz="900" b="0" i="0" u="sng" dirty="0" smtClean="0">
                <a:solidFill>
                  <a:srgbClr val="000000"/>
                </a:solidFill>
              </a:rPr>
              <a:t> </a:t>
            </a:r>
            <a:r>
              <a:rPr lang="ru-RU" sz="900" b="0" i="0" u="sng" dirty="0" smtClean="0">
                <a:solidFill>
                  <a:srgbClr val="000000"/>
                </a:solidFill>
                <a:latin typeface="Arial"/>
              </a:rPr>
              <a:t>производительность</a:t>
            </a:r>
            <a:r>
              <a:rPr lang="ru-RU" sz="900" b="0" i="0" u="sng"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соответствии</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необходимыми</a:t>
            </a:r>
            <a:r>
              <a:rPr lang="ru-RU" sz="900" b="0" i="0" dirty="0" smtClean="0">
                <a:solidFill>
                  <a:srgbClr val="000000"/>
                </a:solidFill>
              </a:rPr>
              <a:t> </a:t>
            </a:r>
            <a:r>
              <a:rPr lang="ru-RU" sz="900" b="0" i="0" dirty="0" smtClean="0">
                <a:solidFill>
                  <a:srgbClr val="000000"/>
                </a:solidFill>
                <a:latin typeface="Arial"/>
              </a:rPr>
              <a:t>уровнями</a:t>
            </a:r>
            <a:r>
              <a:rPr lang="ru-RU" sz="900" b="0" i="0" dirty="0" smtClean="0">
                <a:solidFill>
                  <a:srgbClr val="000000"/>
                </a:solidFill>
              </a:rPr>
              <a:t> </a:t>
            </a:r>
            <a:r>
              <a:rPr lang="ru-RU" sz="900" b="0" i="0" dirty="0" smtClean="0">
                <a:solidFill>
                  <a:srgbClr val="000000"/>
                </a:solidFill>
                <a:latin typeface="Arial"/>
              </a:rPr>
              <a:t>обслуживания</a:t>
            </a:r>
            <a:r>
              <a:rPr lang="ru-RU" sz="900" b="0" i="0" dirty="0" smtClean="0">
                <a:solidFill>
                  <a:srgbClr val="000000"/>
                </a:solidFill>
              </a:rPr>
              <a:t>.</a:t>
            </a:r>
          </a:p>
          <a:p>
            <a:pPr marL="171450" lvl="1" indent="-171450"/>
            <a:r>
              <a:rPr lang="ru-RU" sz="900" b="1" i="0" dirty="0" smtClean="0">
                <a:solidFill>
                  <a:srgbClr val="000000"/>
                </a:solidFill>
                <a:latin typeface="Arial"/>
              </a:rPr>
              <a:t>Целостность</a:t>
            </a:r>
            <a:r>
              <a:rPr lang="ru-RU" sz="900" b="1" i="0" dirty="0" smtClean="0">
                <a:solidFill>
                  <a:srgbClr val="000000"/>
                </a:solidFill>
              </a:rPr>
              <a:t> </a:t>
            </a:r>
            <a:r>
              <a:rPr lang="ru-RU" sz="900" b="1" i="0" dirty="0" smtClean="0">
                <a:solidFill>
                  <a:srgbClr val="000000"/>
                </a:solidFill>
                <a:latin typeface="Arial"/>
              </a:rPr>
              <a:t>данных</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Целостность</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обеспечивается</a:t>
            </a:r>
            <a:r>
              <a:rPr lang="ru-RU" sz="900" b="0" i="0" dirty="0" smtClean="0">
                <a:solidFill>
                  <a:srgbClr val="000000"/>
                </a:solidFill>
              </a:rPr>
              <a:t> </a:t>
            </a:r>
            <a:r>
              <a:rPr lang="ru-RU" sz="900" b="0" i="0" dirty="0" smtClean="0">
                <a:solidFill>
                  <a:srgbClr val="000000"/>
                </a:solidFill>
                <a:latin typeface="Arial"/>
              </a:rPr>
              <a:t>различными</a:t>
            </a:r>
            <a:r>
              <a:rPr lang="ru-RU" sz="900" b="0" i="0" dirty="0" smtClean="0">
                <a:solidFill>
                  <a:srgbClr val="000000"/>
                </a:solidFill>
              </a:rPr>
              <a:t> </a:t>
            </a:r>
            <a:r>
              <a:rPr lang="ru-RU" sz="900" b="0" i="0" dirty="0" smtClean="0">
                <a:solidFill>
                  <a:srgbClr val="000000"/>
                </a:solidFill>
                <a:latin typeface="Arial"/>
              </a:rPr>
              <a:t>механизмами</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кодами</a:t>
            </a:r>
            <a:r>
              <a:rPr lang="ru-RU" sz="900" b="0" i="0" dirty="0" smtClean="0">
                <a:solidFill>
                  <a:srgbClr val="000000"/>
                </a:solidFill>
              </a:rPr>
              <a:t> </a:t>
            </a:r>
            <a:r>
              <a:rPr lang="ru-RU" sz="900" b="0" i="0" dirty="0" smtClean="0">
                <a:solidFill>
                  <a:srgbClr val="000000"/>
                </a:solidFill>
                <a:latin typeface="Arial"/>
              </a:rPr>
              <a:t>исправления</a:t>
            </a:r>
            <a:r>
              <a:rPr lang="ru-RU" sz="900" b="0" i="0" dirty="0" smtClean="0">
                <a:solidFill>
                  <a:srgbClr val="000000"/>
                </a:solidFill>
              </a:rPr>
              <a:t> </a:t>
            </a:r>
            <a:r>
              <a:rPr lang="ru-RU" sz="900" b="0" i="0" dirty="0" smtClean="0">
                <a:solidFill>
                  <a:srgbClr val="000000"/>
                </a:solidFill>
                <a:latin typeface="Arial"/>
              </a:rPr>
              <a:t>ошибок</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битами</a:t>
            </a:r>
            <a:r>
              <a:rPr lang="ru-RU" sz="900" b="0" i="0" dirty="0" smtClean="0">
                <a:solidFill>
                  <a:srgbClr val="000000"/>
                </a:solidFill>
              </a:rPr>
              <a:t> </a:t>
            </a:r>
            <a:r>
              <a:rPr lang="ru-RU" sz="900" b="0" i="0" dirty="0" smtClean="0">
                <a:solidFill>
                  <a:srgbClr val="000000"/>
                </a:solidFill>
                <a:latin typeface="Arial"/>
              </a:rPr>
              <a:t>четности</a:t>
            </a:r>
            <a:r>
              <a:rPr lang="ru-RU" sz="900" b="0"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u="sng" dirty="0" smtClean="0">
                <a:solidFill>
                  <a:srgbClr val="000000"/>
                </a:solidFill>
                <a:latin typeface="Arial"/>
              </a:rPr>
              <a:t>гарантируют</a:t>
            </a:r>
            <a:r>
              <a:rPr lang="ru-RU" sz="900" b="0" i="0" u="sng" dirty="0" smtClean="0">
                <a:solidFill>
                  <a:srgbClr val="000000"/>
                </a:solidFill>
              </a:rPr>
              <a:t>, </a:t>
            </a:r>
            <a:r>
              <a:rPr lang="ru-RU" sz="900" b="0" i="0" u="sng" dirty="0" smtClean="0">
                <a:solidFill>
                  <a:srgbClr val="000000"/>
                </a:solidFill>
                <a:latin typeface="Arial"/>
              </a:rPr>
              <a:t>что</a:t>
            </a:r>
            <a:r>
              <a:rPr lang="ru-RU" sz="900" b="0" i="0" u="sng" dirty="0" smtClean="0">
                <a:solidFill>
                  <a:srgbClr val="000000"/>
                </a:solidFill>
              </a:rPr>
              <a:t> </a:t>
            </a:r>
            <a:r>
              <a:rPr lang="ru-RU" sz="900" b="0" i="0" u="sng" dirty="0" smtClean="0">
                <a:solidFill>
                  <a:srgbClr val="000000"/>
                </a:solidFill>
                <a:latin typeface="Arial"/>
              </a:rPr>
              <a:t>данные</a:t>
            </a:r>
            <a:r>
              <a:rPr lang="ru-RU" sz="900" b="0" i="0" u="sng" dirty="0" smtClean="0">
                <a:solidFill>
                  <a:srgbClr val="000000"/>
                </a:solidFill>
              </a:rPr>
              <a:t> </a:t>
            </a:r>
            <a:r>
              <a:rPr lang="ru-RU" sz="900" b="0" i="0" u="sng" dirty="0" smtClean="0">
                <a:solidFill>
                  <a:srgbClr val="000000"/>
                </a:solidFill>
                <a:latin typeface="Arial"/>
              </a:rPr>
              <a:t>будут</a:t>
            </a:r>
            <a:r>
              <a:rPr lang="ru-RU" sz="900" b="0" i="0" u="sng" dirty="0" smtClean="0">
                <a:solidFill>
                  <a:srgbClr val="000000"/>
                </a:solidFill>
              </a:rPr>
              <a:t> </a:t>
            </a:r>
            <a:r>
              <a:rPr lang="ru-RU" sz="900" b="0" i="0" u="sng" dirty="0" smtClean="0">
                <a:solidFill>
                  <a:srgbClr val="000000"/>
                </a:solidFill>
                <a:latin typeface="Arial"/>
              </a:rPr>
              <a:t>храниться</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извлекаться</a:t>
            </a:r>
            <a:r>
              <a:rPr lang="ru-RU" sz="900" b="0" i="0" u="sng" dirty="0" smtClean="0">
                <a:solidFill>
                  <a:srgbClr val="000000"/>
                </a:solidFill>
              </a:rPr>
              <a:t> </a:t>
            </a:r>
            <a:r>
              <a:rPr lang="ru-RU" sz="900" b="0" i="0" u="sng" dirty="0" smtClean="0">
                <a:solidFill>
                  <a:srgbClr val="000000"/>
                </a:solidFill>
                <a:latin typeface="Arial"/>
              </a:rPr>
              <a:t>точно</a:t>
            </a:r>
            <a:r>
              <a:rPr lang="ru-RU" sz="900" b="0" i="0" u="sng" dirty="0" smtClean="0">
                <a:solidFill>
                  <a:srgbClr val="000000"/>
                </a:solidFill>
              </a:rPr>
              <a:t> </a:t>
            </a:r>
            <a:r>
              <a:rPr lang="ru-RU" sz="900" b="0" i="0" u="sng" dirty="0" smtClean="0">
                <a:solidFill>
                  <a:srgbClr val="000000"/>
                </a:solidFill>
                <a:latin typeface="Arial"/>
              </a:rPr>
              <a:t>в</a:t>
            </a:r>
            <a:r>
              <a:rPr lang="ru-RU" sz="900" b="0" i="0" u="sng" dirty="0" smtClean="0">
                <a:solidFill>
                  <a:srgbClr val="000000"/>
                </a:solidFill>
              </a:rPr>
              <a:t> </a:t>
            </a:r>
            <a:r>
              <a:rPr lang="ru-RU" sz="900" b="0" i="0" u="sng" dirty="0" smtClean="0">
                <a:solidFill>
                  <a:srgbClr val="000000"/>
                </a:solidFill>
                <a:latin typeface="Arial"/>
              </a:rPr>
              <a:t>том</a:t>
            </a:r>
            <a:r>
              <a:rPr lang="ru-RU" sz="900" b="0" i="0" u="sng" dirty="0" smtClean="0">
                <a:solidFill>
                  <a:srgbClr val="000000"/>
                </a:solidFill>
              </a:rPr>
              <a:t> </a:t>
            </a:r>
            <a:r>
              <a:rPr lang="ru-RU" sz="900" b="0" i="0" u="sng" dirty="0" smtClean="0">
                <a:solidFill>
                  <a:srgbClr val="000000"/>
                </a:solidFill>
                <a:latin typeface="Arial"/>
              </a:rPr>
              <a:t>виде</a:t>
            </a:r>
            <a:r>
              <a:rPr lang="ru-RU" sz="900" b="0" i="0" u="sng" dirty="0" smtClean="0">
                <a:solidFill>
                  <a:srgbClr val="000000"/>
                </a:solidFill>
              </a:rPr>
              <a:t>, </a:t>
            </a:r>
            <a:r>
              <a:rPr lang="ru-RU" sz="900" b="0" i="0" u="sng" dirty="0" smtClean="0">
                <a:solidFill>
                  <a:srgbClr val="000000"/>
                </a:solidFill>
                <a:latin typeface="Arial"/>
              </a:rPr>
              <a:t>в</a:t>
            </a:r>
            <a:r>
              <a:rPr lang="ru-RU" sz="900" b="0" i="0" u="sng" dirty="0" smtClean="0">
                <a:solidFill>
                  <a:srgbClr val="000000"/>
                </a:solidFill>
              </a:rPr>
              <a:t> </a:t>
            </a:r>
            <a:r>
              <a:rPr lang="ru-RU" sz="900" b="0" i="0" u="sng" dirty="0" smtClean="0">
                <a:solidFill>
                  <a:srgbClr val="000000"/>
                </a:solidFill>
                <a:latin typeface="Arial"/>
              </a:rPr>
              <a:t>котором</a:t>
            </a:r>
            <a:r>
              <a:rPr lang="ru-RU" sz="900" b="0" i="0" u="sng" dirty="0" smtClean="0">
                <a:solidFill>
                  <a:srgbClr val="000000"/>
                </a:solidFill>
              </a:rPr>
              <a:t> </a:t>
            </a:r>
            <a:r>
              <a:rPr lang="ru-RU" sz="900" b="0" i="0" u="sng" dirty="0" smtClean="0">
                <a:solidFill>
                  <a:srgbClr val="000000"/>
                </a:solidFill>
                <a:latin typeface="Arial"/>
              </a:rPr>
              <a:t>они</a:t>
            </a:r>
            <a:r>
              <a:rPr lang="ru-RU" sz="900" b="0" i="0" u="sng" dirty="0" smtClean="0">
                <a:solidFill>
                  <a:srgbClr val="000000"/>
                </a:solidFill>
              </a:rPr>
              <a:t> </a:t>
            </a:r>
            <a:r>
              <a:rPr lang="ru-RU" sz="900" b="0" i="0" u="sng" dirty="0" smtClean="0">
                <a:solidFill>
                  <a:srgbClr val="000000"/>
                </a:solidFill>
                <a:latin typeface="Arial"/>
              </a:rPr>
              <a:t>были</a:t>
            </a:r>
            <a:r>
              <a:rPr lang="ru-RU" sz="900" b="0" i="0" u="sng" dirty="0" smtClean="0">
                <a:solidFill>
                  <a:srgbClr val="000000"/>
                </a:solidFill>
              </a:rPr>
              <a:t> </a:t>
            </a:r>
            <a:r>
              <a:rPr lang="ru-RU" sz="900" b="0" i="0" u="sng" dirty="0" smtClean="0">
                <a:solidFill>
                  <a:srgbClr val="000000"/>
                </a:solidFill>
                <a:latin typeface="Arial"/>
              </a:rPr>
              <a:t>получены</a:t>
            </a:r>
            <a:r>
              <a:rPr lang="ru-RU" sz="900" b="0" i="0" u="sng" dirty="0" smtClean="0">
                <a:solidFill>
                  <a:srgbClr val="000000"/>
                </a:solidFill>
              </a:rPr>
              <a:t>.</a:t>
            </a:r>
          </a:p>
          <a:p>
            <a:pPr marL="171450" lvl="1" indent="-171450"/>
            <a:r>
              <a:rPr lang="ru-RU" sz="900" b="1" i="0" dirty="0" smtClean="0">
                <a:solidFill>
                  <a:srgbClr val="000000"/>
                </a:solidFill>
                <a:latin typeface="Arial"/>
              </a:rPr>
              <a:t>Управляемость</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Центр</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должен</a:t>
            </a:r>
            <a:r>
              <a:rPr lang="ru-RU" sz="900" b="0" i="0" dirty="0" smtClean="0">
                <a:solidFill>
                  <a:srgbClr val="000000"/>
                </a:solidFill>
              </a:rPr>
              <a:t> </a:t>
            </a:r>
            <a:r>
              <a:rPr lang="ru-RU" sz="900" b="0" i="0" dirty="0" smtClean="0">
                <a:solidFill>
                  <a:srgbClr val="000000"/>
                </a:solidFill>
                <a:latin typeface="Arial"/>
              </a:rPr>
              <a:t>предоставлять</a:t>
            </a:r>
            <a:r>
              <a:rPr lang="ru-RU" sz="900" b="0" i="0" dirty="0" smtClean="0">
                <a:solidFill>
                  <a:srgbClr val="000000"/>
                </a:solidFill>
              </a:rPr>
              <a:t> </a:t>
            </a:r>
            <a:r>
              <a:rPr lang="ru-RU" sz="900" b="0" i="0" u="sng" dirty="0" smtClean="0">
                <a:solidFill>
                  <a:srgbClr val="000000"/>
                </a:solidFill>
                <a:latin typeface="Arial"/>
              </a:rPr>
              <a:t>возможность</a:t>
            </a:r>
            <a:r>
              <a:rPr lang="ru-RU" sz="900" b="0" i="0" u="sng" dirty="0" smtClean="0">
                <a:solidFill>
                  <a:srgbClr val="000000"/>
                </a:solidFill>
              </a:rPr>
              <a:t> </a:t>
            </a:r>
            <a:r>
              <a:rPr lang="ru-RU" sz="900" b="0" i="0" u="sng" dirty="0" smtClean="0">
                <a:solidFill>
                  <a:srgbClr val="000000"/>
                </a:solidFill>
                <a:latin typeface="Arial"/>
              </a:rPr>
              <a:t>простого</a:t>
            </a:r>
            <a:r>
              <a:rPr lang="ru-RU" sz="900" b="0" i="0" u="sng" dirty="0" smtClean="0">
                <a:solidFill>
                  <a:srgbClr val="000000"/>
                </a:solidFill>
              </a:rPr>
              <a:t>, </a:t>
            </a:r>
            <a:r>
              <a:rPr lang="ru-RU" sz="900" b="0" i="0" u="sng" dirty="0" smtClean="0">
                <a:solidFill>
                  <a:srgbClr val="000000"/>
                </a:solidFill>
                <a:latin typeface="Arial"/>
              </a:rPr>
              <a:t>гибкого</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интегрированного</a:t>
            </a:r>
            <a:r>
              <a:rPr lang="ru-RU" sz="900" b="0" i="0" u="sng" dirty="0" smtClean="0">
                <a:solidFill>
                  <a:srgbClr val="000000"/>
                </a:solidFill>
              </a:rPr>
              <a:t> </a:t>
            </a:r>
            <a:r>
              <a:rPr lang="ru-RU" sz="900" b="0" i="0" u="sng" dirty="0" smtClean="0">
                <a:solidFill>
                  <a:srgbClr val="000000"/>
                </a:solidFill>
                <a:latin typeface="Arial"/>
              </a:rPr>
              <a:t>управления</a:t>
            </a:r>
            <a:r>
              <a:rPr lang="ru-RU" sz="900" b="0" i="0" u="sng" dirty="0" smtClean="0">
                <a:solidFill>
                  <a:srgbClr val="000000"/>
                </a:solidFill>
              </a:rPr>
              <a:t> </a:t>
            </a:r>
            <a:r>
              <a:rPr lang="ru-RU" sz="900" b="0" i="0" dirty="0" smtClean="0">
                <a:solidFill>
                  <a:srgbClr val="000000"/>
                </a:solidFill>
                <a:latin typeface="Arial"/>
              </a:rPr>
              <a:t>всеми</a:t>
            </a:r>
            <a:r>
              <a:rPr lang="ru-RU" sz="900" b="0" i="0" dirty="0" smtClean="0">
                <a:solidFill>
                  <a:srgbClr val="000000"/>
                </a:solidFill>
              </a:rPr>
              <a:t> </a:t>
            </a:r>
            <a:r>
              <a:rPr lang="ru-RU" sz="900" b="0" i="0" dirty="0" smtClean="0">
                <a:solidFill>
                  <a:srgbClr val="000000"/>
                </a:solidFill>
                <a:latin typeface="Arial"/>
              </a:rPr>
              <a:t>своими</a:t>
            </a:r>
            <a:r>
              <a:rPr lang="ru-RU" sz="900" b="0" i="0" dirty="0" smtClean="0">
                <a:solidFill>
                  <a:srgbClr val="000000"/>
                </a:solidFill>
              </a:rPr>
              <a:t> </a:t>
            </a:r>
            <a:r>
              <a:rPr lang="ru-RU" sz="900" b="0" i="0" dirty="0" smtClean="0">
                <a:solidFill>
                  <a:srgbClr val="000000"/>
                </a:solidFill>
                <a:latin typeface="Arial"/>
              </a:rPr>
              <a:t>компонентами</a:t>
            </a:r>
            <a:r>
              <a:rPr lang="ru-RU" sz="900" b="0" i="0" dirty="0" smtClean="0">
                <a:solidFill>
                  <a:srgbClr val="000000"/>
                </a:solidFill>
              </a:rPr>
              <a:t>. </a:t>
            </a:r>
            <a:r>
              <a:rPr lang="ru-RU" sz="900" b="0" i="0" dirty="0" smtClean="0">
                <a:solidFill>
                  <a:srgbClr val="000000"/>
                </a:solidFill>
                <a:latin typeface="Arial"/>
              </a:rPr>
              <a:t>Эффективную</a:t>
            </a:r>
            <a:r>
              <a:rPr lang="ru-RU" sz="900" b="0" i="0" dirty="0" smtClean="0">
                <a:solidFill>
                  <a:srgbClr val="000000"/>
                </a:solidFill>
              </a:rPr>
              <a:t> </a:t>
            </a:r>
            <a:r>
              <a:rPr lang="ru-RU" sz="900" b="0" i="0" dirty="0" smtClean="0">
                <a:solidFill>
                  <a:srgbClr val="000000"/>
                </a:solidFill>
                <a:latin typeface="Arial"/>
              </a:rPr>
              <a:t>управляемость</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обеспечить</a:t>
            </a:r>
            <a:r>
              <a:rPr lang="ru-RU" sz="900" b="0" i="0" dirty="0" smtClean="0">
                <a:solidFill>
                  <a:srgbClr val="000000"/>
                </a:solidFill>
              </a:rPr>
              <a:t> </a:t>
            </a:r>
            <a:r>
              <a:rPr lang="ru-RU" sz="900" b="0" i="0" dirty="0" smtClean="0">
                <a:solidFill>
                  <a:srgbClr val="000000"/>
                </a:solidFill>
                <a:latin typeface="Arial"/>
              </a:rPr>
              <a:t>за</a:t>
            </a:r>
            <a:r>
              <a:rPr lang="ru-RU" sz="900" b="0" i="0" dirty="0" smtClean="0">
                <a:solidFill>
                  <a:srgbClr val="000000"/>
                </a:solidFill>
              </a:rPr>
              <a:t> </a:t>
            </a:r>
            <a:r>
              <a:rPr lang="ru-RU" sz="900" b="0" i="0" dirty="0" smtClean="0">
                <a:solidFill>
                  <a:srgbClr val="000000"/>
                </a:solidFill>
                <a:latin typeface="Arial"/>
              </a:rPr>
              <a:t>счет</a:t>
            </a:r>
            <a:r>
              <a:rPr lang="ru-RU" sz="900" b="0" i="0" dirty="0" smtClean="0">
                <a:solidFill>
                  <a:srgbClr val="000000"/>
                </a:solidFill>
              </a:rPr>
              <a:t> </a:t>
            </a:r>
            <a:r>
              <a:rPr lang="ru-RU" sz="900" b="0" i="0" dirty="0" smtClean="0">
                <a:solidFill>
                  <a:srgbClr val="000000"/>
                </a:solidFill>
                <a:latin typeface="Arial"/>
              </a:rPr>
              <a:t>автоматизации</a:t>
            </a:r>
            <a:r>
              <a:rPr lang="ru-RU" sz="900" b="0" i="0" dirty="0" smtClean="0">
                <a:solidFill>
                  <a:srgbClr val="000000"/>
                </a:solidFill>
              </a:rPr>
              <a:t>, </a:t>
            </a:r>
            <a:r>
              <a:rPr lang="ru-RU" sz="900" b="0" i="0" dirty="0" smtClean="0">
                <a:solidFill>
                  <a:srgbClr val="000000"/>
                </a:solidFill>
                <a:latin typeface="Arial"/>
              </a:rPr>
              <a:t>которая</a:t>
            </a:r>
            <a:r>
              <a:rPr lang="ru-RU" sz="900" b="0" i="0" dirty="0" smtClean="0">
                <a:solidFill>
                  <a:srgbClr val="000000"/>
                </a:solidFill>
              </a:rPr>
              <a:t> </a:t>
            </a:r>
            <a:r>
              <a:rPr lang="ru-RU" sz="900" b="0" i="0" dirty="0" smtClean="0">
                <a:solidFill>
                  <a:srgbClr val="000000"/>
                </a:solidFill>
                <a:latin typeface="Arial"/>
              </a:rPr>
              <a:t>позволяет</a:t>
            </a:r>
            <a:r>
              <a:rPr lang="ru-RU" sz="900" b="0" i="0" dirty="0" smtClean="0">
                <a:solidFill>
                  <a:srgbClr val="000000"/>
                </a:solidFill>
              </a:rPr>
              <a:t> </a:t>
            </a:r>
            <a:r>
              <a:rPr lang="ru-RU" sz="900" b="0" i="0" dirty="0" smtClean="0">
                <a:solidFill>
                  <a:srgbClr val="000000"/>
                </a:solidFill>
                <a:latin typeface="Arial"/>
              </a:rPr>
              <a:t>уменьшить</a:t>
            </a:r>
            <a:r>
              <a:rPr lang="ru-RU" sz="900" b="0" i="0" dirty="0" smtClean="0">
                <a:solidFill>
                  <a:srgbClr val="000000"/>
                </a:solidFill>
              </a:rPr>
              <a:t> </a:t>
            </a:r>
            <a:r>
              <a:rPr lang="ru-RU" sz="900" b="0" i="0" dirty="0" smtClean="0">
                <a:solidFill>
                  <a:srgbClr val="000000"/>
                </a:solidFill>
                <a:latin typeface="Arial"/>
              </a:rPr>
              <a:t>вмешательство</a:t>
            </a:r>
            <a:r>
              <a:rPr lang="ru-RU" sz="900" b="0" i="0" dirty="0" smtClean="0">
                <a:solidFill>
                  <a:srgbClr val="000000"/>
                </a:solidFill>
              </a:rPr>
              <a:t> </a:t>
            </a:r>
            <a:r>
              <a:rPr lang="ru-RU" sz="900" b="0" i="0" dirty="0" smtClean="0">
                <a:solidFill>
                  <a:srgbClr val="000000"/>
                </a:solidFill>
                <a:latin typeface="Arial"/>
              </a:rPr>
              <a:t>сотрудников</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выполнение</a:t>
            </a:r>
            <a:r>
              <a:rPr lang="ru-RU" sz="900" b="0" i="0" dirty="0" smtClean="0">
                <a:solidFill>
                  <a:srgbClr val="000000"/>
                </a:solidFill>
              </a:rPr>
              <a:t> </a:t>
            </a:r>
            <a:r>
              <a:rPr lang="ru-RU" sz="900" b="0" i="0" dirty="0" smtClean="0">
                <a:solidFill>
                  <a:srgbClr val="000000"/>
                </a:solidFill>
                <a:latin typeface="Arial"/>
              </a:rPr>
              <a:t>рутинных</a:t>
            </a:r>
            <a:r>
              <a:rPr lang="ru-RU" sz="900" b="0" i="0" dirty="0" smtClean="0">
                <a:solidFill>
                  <a:srgbClr val="000000"/>
                </a:solidFill>
              </a:rPr>
              <a:t>, </a:t>
            </a:r>
            <a:r>
              <a:rPr lang="ru-RU" sz="900" b="0" i="0" dirty="0" smtClean="0">
                <a:solidFill>
                  <a:srgbClr val="000000"/>
                </a:solidFill>
                <a:latin typeface="Arial"/>
              </a:rPr>
              <a:t>повторяемых</a:t>
            </a:r>
            <a:r>
              <a:rPr lang="ru-RU" sz="900" b="0" i="0" dirty="0" smtClean="0">
                <a:solidFill>
                  <a:srgbClr val="000000"/>
                </a:solidFill>
              </a:rPr>
              <a:t> </a:t>
            </a:r>
            <a:r>
              <a:rPr lang="ru-RU" sz="900" b="0" i="0" dirty="0" smtClean="0">
                <a:solidFill>
                  <a:srgbClr val="000000"/>
                </a:solidFill>
                <a:latin typeface="Arial"/>
              </a:rPr>
              <a:t>задач</a:t>
            </a:r>
            <a:r>
              <a:rPr lang="ru-RU" sz="900" b="0" i="0" dirty="0" smtClean="0">
                <a:solidFill>
                  <a:srgbClr val="000000"/>
                </a:solidFill>
              </a:rPr>
              <a:t>.</a:t>
            </a:r>
          </a:p>
          <a:p>
            <a:pPr>
              <a:spcBef>
                <a:spcPts val="600"/>
              </a:spcBef>
            </a:pPr>
            <a:endParaRPr lang="ru-RU" sz="900" dirty="0"/>
          </a:p>
        </p:txBody>
      </p:sp>
    </p:spTree>
    <p:extLst>
      <p:ext uri="{BB962C8B-B14F-4D97-AF65-F5344CB8AC3E}">
        <p14:creationId xmlns:p14="http://schemas.microsoft.com/office/powerpoint/2010/main" val="3065337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lvl="1" indent="0" defTabSz="457200" rtl="0" eaLnBrk="1" fontAlgn="auto" latinLnBrk="0" hangingPunct="1">
              <a:buClrTx/>
              <a:buSzTx/>
              <a:buFontTx/>
              <a:buNone/>
              <a:tabLst/>
              <a:defRPr/>
            </a:pPr>
            <a:r>
              <a:rPr lang="ru-RU" sz="900" b="0" i="0" dirty="0" smtClean="0">
                <a:solidFill>
                  <a:srgbClr val="000000"/>
                </a:solidFill>
                <a:latin typeface="Arial"/>
              </a:rPr>
              <a:t>Действия</a:t>
            </a:r>
            <a:r>
              <a:rPr lang="ru-RU" sz="900" b="0" i="0" dirty="0" smtClean="0">
                <a:solidFill>
                  <a:srgbClr val="000000"/>
                </a:solidFill>
              </a:rPr>
              <a:t>, </a:t>
            </a:r>
            <a:r>
              <a:rPr lang="ru-RU" sz="900" b="0" i="0" dirty="0" smtClean="0">
                <a:solidFill>
                  <a:srgbClr val="000000"/>
                </a:solidFill>
                <a:latin typeface="Arial"/>
              </a:rPr>
              <a:t>выполняемые</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обеспечения</a:t>
            </a:r>
            <a:r>
              <a:rPr lang="ru-RU" sz="900" b="0" i="0" dirty="0" smtClean="0">
                <a:solidFill>
                  <a:srgbClr val="000000"/>
                </a:solidFill>
              </a:rPr>
              <a:t> </a:t>
            </a:r>
            <a:r>
              <a:rPr lang="ru-RU" sz="900" b="0" i="0" dirty="0" smtClean="0">
                <a:solidFill>
                  <a:srgbClr val="000000"/>
                </a:solidFill>
                <a:latin typeface="Arial"/>
              </a:rPr>
              <a:t>эффективной</a:t>
            </a:r>
            <a:r>
              <a:rPr lang="ru-RU" sz="900" b="0" i="0" dirty="0" smtClean="0">
                <a:solidFill>
                  <a:srgbClr val="000000"/>
                </a:solidFill>
              </a:rPr>
              <a:t> </a:t>
            </a:r>
            <a:r>
              <a:rPr lang="ru-RU" sz="900" b="0" i="0" dirty="0" smtClean="0">
                <a:solidFill>
                  <a:srgbClr val="000000"/>
                </a:solidFill>
                <a:latin typeface="Arial"/>
              </a:rPr>
              <a:t>работы</a:t>
            </a:r>
            <a:r>
              <a:rPr lang="ru-RU" sz="900" b="0" i="0" dirty="0" smtClean="0">
                <a:solidFill>
                  <a:srgbClr val="000000"/>
                </a:solidFill>
              </a:rPr>
              <a:t> </a:t>
            </a:r>
            <a:r>
              <a:rPr lang="ru-RU" sz="900" b="0" i="0" dirty="0" smtClean="0">
                <a:solidFill>
                  <a:srgbClr val="000000"/>
                </a:solidFill>
                <a:latin typeface="Arial"/>
              </a:rPr>
              <a:t>центра</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можно</a:t>
            </a:r>
            <a:r>
              <a:rPr lang="ru-RU" sz="900" b="0" i="0" dirty="0" smtClean="0">
                <a:solidFill>
                  <a:srgbClr val="000000"/>
                </a:solidFill>
              </a:rPr>
              <a:t> </a:t>
            </a:r>
            <a:r>
              <a:rPr lang="ru-RU" sz="900" b="0" i="0" dirty="0" smtClean="0">
                <a:solidFill>
                  <a:srgbClr val="000000"/>
                </a:solidFill>
                <a:latin typeface="Arial"/>
              </a:rPr>
              <a:t>поделить</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следующие</a:t>
            </a:r>
            <a:r>
              <a:rPr lang="ru-RU" sz="900" b="0" i="0" dirty="0" smtClean="0">
                <a:solidFill>
                  <a:srgbClr val="000000"/>
                </a:solidFill>
              </a:rPr>
              <a:t> </a:t>
            </a:r>
            <a:r>
              <a:rPr lang="ru-RU" sz="900" b="0" i="0" dirty="0" smtClean="0">
                <a:solidFill>
                  <a:srgbClr val="000000"/>
                </a:solidFill>
                <a:latin typeface="Arial"/>
              </a:rPr>
              <a:t>ключевые</a:t>
            </a:r>
            <a:r>
              <a:rPr lang="ru-RU" sz="900" b="0" i="0" dirty="0" smtClean="0">
                <a:solidFill>
                  <a:srgbClr val="000000"/>
                </a:solidFill>
              </a:rPr>
              <a:t> </a:t>
            </a:r>
            <a:r>
              <a:rPr lang="ru-RU" sz="900" b="0" i="0" dirty="0" smtClean="0">
                <a:solidFill>
                  <a:srgbClr val="000000"/>
                </a:solidFill>
                <a:latin typeface="Arial"/>
              </a:rPr>
              <a:t>процессы</a:t>
            </a:r>
            <a:r>
              <a:rPr lang="ru-RU" sz="900" b="0" i="0" dirty="0" smtClean="0">
                <a:solidFill>
                  <a:srgbClr val="000000"/>
                </a:solidFill>
              </a:rPr>
              <a:t> </a:t>
            </a:r>
            <a:r>
              <a:rPr lang="ru-RU" sz="900" b="0" i="0" dirty="0" smtClean="0">
                <a:solidFill>
                  <a:srgbClr val="000000"/>
                </a:solidFill>
                <a:latin typeface="Arial"/>
              </a:rPr>
              <a:t>управления</a:t>
            </a:r>
            <a:r>
              <a:rPr lang="ru-RU" sz="900" b="0" i="0" dirty="0" smtClean="0">
                <a:solidFill>
                  <a:srgbClr val="000000"/>
                </a:solidFill>
              </a:rPr>
              <a:t>.</a:t>
            </a:r>
          </a:p>
          <a:p>
            <a:pPr marL="171450" lvl="1" indent="-171450"/>
            <a:r>
              <a:rPr lang="ru-RU" sz="900" b="1" i="0" dirty="0" smtClean="0">
                <a:solidFill>
                  <a:srgbClr val="000000"/>
                </a:solidFill>
                <a:latin typeface="Arial"/>
              </a:rPr>
              <a:t>Мониторинг</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непрерывный</a:t>
            </a:r>
            <a:r>
              <a:rPr lang="ru-RU" sz="900" b="0" i="0" dirty="0" smtClean="0">
                <a:solidFill>
                  <a:srgbClr val="000000"/>
                </a:solidFill>
              </a:rPr>
              <a:t> </a:t>
            </a:r>
            <a:r>
              <a:rPr lang="ru-RU" sz="900" b="0" i="0" u="sng" dirty="0" smtClean="0">
                <a:solidFill>
                  <a:srgbClr val="000000"/>
                </a:solidFill>
                <a:latin typeface="Arial"/>
              </a:rPr>
              <a:t>процесс</a:t>
            </a:r>
            <a:r>
              <a:rPr lang="ru-RU" sz="900" b="0" i="0" u="sng" dirty="0" smtClean="0">
                <a:solidFill>
                  <a:srgbClr val="000000"/>
                </a:solidFill>
              </a:rPr>
              <a:t> </a:t>
            </a:r>
            <a:r>
              <a:rPr lang="ru-RU" sz="900" b="0" i="0" u="sng" dirty="0" smtClean="0">
                <a:solidFill>
                  <a:srgbClr val="000000"/>
                </a:solidFill>
                <a:latin typeface="Arial"/>
              </a:rPr>
              <a:t>сбора</a:t>
            </a:r>
            <a:r>
              <a:rPr lang="ru-RU" sz="900" b="0" i="0" u="sng" dirty="0" smtClean="0">
                <a:solidFill>
                  <a:srgbClr val="000000"/>
                </a:solidFill>
              </a:rPr>
              <a:t> </a:t>
            </a:r>
            <a:r>
              <a:rPr lang="ru-RU" sz="900" b="0" i="0" u="sng" dirty="0" smtClean="0">
                <a:solidFill>
                  <a:srgbClr val="000000"/>
                </a:solidFill>
                <a:latin typeface="Arial"/>
              </a:rPr>
              <a:t>информации</a:t>
            </a:r>
            <a:r>
              <a:rPr lang="ru-RU" sz="900" b="0" i="0" u="sng" dirty="0" smtClean="0">
                <a:solidFill>
                  <a:srgbClr val="000000"/>
                </a:solidFill>
              </a:rPr>
              <a:t> </a:t>
            </a:r>
            <a:r>
              <a:rPr lang="ru-RU" sz="900" b="0" i="0" u="sng" dirty="0" smtClean="0">
                <a:solidFill>
                  <a:srgbClr val="000000"/>
                </a:solidFill>
                <a:latin typeface="Arial"/>
              </a:rPr>
              <a:t>о</a:t>
            </a:r>
            <a:r>
              <a:rPr lang="ru-RU" sz="900" b="0" i="0" u="sng" dirty="0" smtClean="0">
                <a:solidFill>
                  <a:srgbClr val="000000"/>
                </a:solidFill>
              </a:rPr>
              <a:t> </a:t>
            </a:r>
            <a:r>
              <a:rPr lang="ru-RU" sz="900" b="0" i="0" u="sng" dirty="0" smtClean="0">
                <a:solidFill>
                  <a:srgbClr val="000000"/>
                </a:solidFill>
                <a:latin typeface="Arial"/>
              </a:rPr>
              <a:t>различных</a:t>
            </a:r>
            <a:r>
              <a:rPr lang="ru-RU" sz="900" b="0" i="0" u="sng" dirty="0" smtClean="0">
                <a:solidFill>
                  <a:srgbClr val="000000"/>
                </a:solidFill>
              </a:rPr>
              <a:t> </a:t>
            </a:r>
            <a:r>
              <a:rPr lang="ru-RU" sz="900" b="0" i="0" u="sng" dirty="0" smtClean="0">
                <a:solidFill>
                  <a:srgbClr val="000000"/>
                </a:solidFill>
                <a:latin typeface="Arial"/>
              </a:rPr>
              <a:t>ресурсах</a:t>
            </a:r>
            <a:r>
              <a:rPr lang="ru-RU" sz="900" b="0" i="0" u="sng"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центре</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br>
              <a:rPr lang="ru-RU" sz="900" b="0" i="0" dirty="0" smtClean="0">
                <a:solidFill>
                  <a:srgbClr val="000000"/>
                </a:solidFill>
              </a:rPr>
            </a:br>
            <a:r>
              <a:rPr lang="ru-RU" sz="900" b="0" i="0" dirty="0" smtClean="0">
                <a:solidFill>
                  <a:srgbClr val="000000"/>
                </a:solidFill>
                <a:latin typeface="Arial"/>
              </a:rPr>
              <a:t>Этот</a:t>
            </a:r>
            <a:r>
              <a:rPr lang="ru-RU" sz="900" b="0" i="0" dirty="0" smtClean="0">
                <a:solidFill>
                  <a:srgbClr val="000000"/>
                </a:solidFill>
              </a:rPr>
              <a:t> </a:t>
            </a:r>
            <a:r>
              <a:rPr lang="ru-RU" sz="900" b="0" i="0" dirty="0" smtClean="0">
                <a:solidFill>
                  <a:srgbClr val="000000"/>
                </a:solidFill>
                <a:latin typeface="Arial"/>
              </a:rPr>
              <a:t>процесс</a:t>
            </a:r>
            <a:r>
              <a:rPr lang="ru-RU" sz="900" b="0" i="0" dirty="0" smtClean="0">
                <a:solidFill>
                  <a:srgbClr val="000000"/>
                </a:solidFill>
              </a:rPr>
              <a:t> </a:t>
            </a:r>
            <a:r>
              <a:rPr lang="ru-RU" sz="900" b="0" i="0" dirty="0" smtClean="0">
                <a:solidFill>
                  <a:srgbClr val="000000"/>
                </a:solidFill>
                <a:latin typeface="Arial"/>
              </a:rPr>
              <a:t>включает</a:t>
            </a:r>
            <a:r>
              <a:rPr lang="ru-RU" sz="900" b="0" i="0" dirty="0" smtClean="0">
                <a:solidFill>
                  <a:srgbClr val="000000"/>
                </a:solidFill>
              </a:rPr>
              <a:t> </a:t>
            </a:r>
            <a:r>
              <a:rPr lang="ru-RU" sz="900" b="0" i="0" u="sng" dirty="0" smtClean="0">
                <a:solidFill>
                  <a:srgbClr val="000000"/>
                </a:solidFill>
                <a:latin typeface="Arial"/>
              </a:rPr>
              <a:t>мониторинг</a:t>
            </a:r>
            <a:r>
              <a:rPr lang="ru-RU" sz="900" b="0" i="0" u="sng" dirty="0" smtClean="0">
                <a:solidFill>
                  <a:srgbClr val="000000"/>
                </a:solidFill>
              </a:rPr>
              <a:t> </a:t>
            </a:r>
            <a:r>
              <a:rPr lang="ru-RU" sz="900" b="0" i="0" u="sng" dirty="0" smtClean="0">
                <a:solidFill>
                  <a:srgbClr val="000000"/>
                </a:solidFill>
                <a:latin typeface="Arial"/>
              </a:rPr>
              <a:t>параметров</a:t>
            </a:r>
            <a:r>
              <a:rPr lang="ru-RU" sz="900" b="0" i="0" dirty="0" smtClean="0">
                <a:solidFill>
                  <a:srgbClr val="000000"/>
                </a:solidFill>
              </a:rPr>
              <a:t>: </a:t>
            </a:r>
            <a:r>
              <a:rPr lang="ru-RU" sz="900" b="0" i="0" dirty="0" smtClean="0">
                <a:solidFill>
                  <a:srgbClr val="000000"/>
                </a:solidFill>
                <a:latin typeface="Arial"/>
              </a:rPr>
              <a:t>конфигурации</a:t>
            </a:r>
            <a:r>
              <a:rPr lang="ru-RU" sz="900" b="0" i="0" dirty="0" smtClean="0">
                <a:solidFill>
                  <a:srgbClr val="000000"/>
                </a:solidFill>
              </a:rPr>
              <a:t>, </a:t>
            </a:r>
            <a:r>
              <a:rPr lang="ru-RU" sz="900" b="0" i="0" dirty="0" smtClean="0">
                <a:solidFill>
                  <a:srgbClr val="000000"/>
                </a:solidFill>
                <a:latin typeface="Arial"/>
              </a:rPr>
              <a:t>доступности</a:t>
            </a:r>
            <a:r>
              <a:rPr lang="ru-RU" sz="900" b="0" i="0" dirty="0" smtClean="0">
                <a:solidFill>
                  <a:srgbClr val="000000"/>
                </a:solidFill>
              </a:rPr>
              <a:t>, </a:t>
            </a:r>
            <a:r>
              <a:rPr lang="ru-RU" sz="900" b="0" i="0" dirty="0" smtClean="0">
                <a:solidFill>
                  <a:srgbClr val="000000"/>
                </a:solidFill>
                <a:latin typeface="Arial"/>
              </a:rPr>
              <a:t>емкости</a:t>
            </a:r>
            <a:r>
              <a:rPr lang="ru-RU" sz="900" b="0" i="0" dirty="0" smtClean="0">
                <a:solidFill>
                  <a:srgbClr val="000000"/>
                </a:solidFill>
              </a:rPr>
              <a:t>, </a:t>
            </a:r>
            <a:r>
              <a:rPr lang="ru-RU" sz="900" b="0" i="0" dirty="0" smtClean="0">
                <a:solidFill>
                  <a:srgbClr val="000000"/>
                </a:solidFill>
                <a:latin typeface="Arial"/>
              </a:rPr>
              <a:t>производительности</a:t>
            </a:r>
            <a:r>
              <a:rPr lang="ru-RU" sz="900" b="0" i="0" dirty="0" smtClean="0">
                <a:solidFill>
                  <a:srgbClr val="000000"/>
                </a:solidFill>
              </a:rPr>
              <a:t>, </a:t>
            </a:r>
            <a:r>
              <a:rPr lang="ru-RU" sz="900" b="0" i="0" dirty="0" smtClean="0">
                <a:solidFill>
                  <a:srgbClr val="000000"/>
                </a:solidFill>
                <a:latin typeface="Arial"/>
              </a:rPr>
              <a:t>безопасности</a:t>
            </a:r>
            <a:r>
              <a:rPr lang="ru-RU" sz="900" b="0" i="0" dirty="0" smtClean="0">
                <a:solidFill>
                  <a:srgbClr val="000000"/>
                </a:solidFill>
              </a:rPr>
              <a:t> </a:t>
            </a:r>
            <a:r>
              <a:rPr lang="ru-RU" sz="900" b="0" i="0" dirty="0" smtClean="0">
                <a:solidFill>
                  <a:srgbClr val="000000"/>
                </a:solidFill>
                <a:latin typeface="Arial"/>
              </a:rPr>
              <a:t>ресурсов</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т</a:t>
            </a:r>
            <a:r>
              <a:rPr lang="ru-RU" sz="900" b="0" i="0" dirty="0" smtClean="0">
                <a:solidFill>
                  <a:srgbClr val="000000"/>
                </a:solidFill>
              </a:rPr>
              <a:t>. </a:t>
            </a:r>
            <a:r>
              <a:rPr lang="ru-RU" sz="900" b="0" i="0" dirty="0" smtClean="0">
                <a:solidFill>
                  <a:srgbClr val="000000"/>
                </a:solidFill>
                <a:latin typeface="Arial"/>
              </a:rPr>
              <a:t>д</a:t>
            </a:r>
            <a:r>
              <a:rPr lang="ru-RU" sz="900" b="0" i="0" dirty="0" smtClean="0">
                <a:solidFill>
                  <a:srgbClr val="000000"/>
                </a:solidFill>
              </a:rPr>
              <a:t>.</a:t>
            </a:r>
          </a:p>
          <a:p>
            <a:pPr marL="171450" lvl="1" indent="-171450"/>
            <a:r>
              <a:rPr lang="ru-RU" sz="900" b="1" i="0" dirty="0" smtClean="0">
                <a:solidFill>
                  <a:srgbClr val="000000"/>
                </a:solidFill>
                <a:latin typeface="Arial"/>
              </a:rPr>
              <a:t>Отчетность</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процесс</a:t>
            </a:r>
            <a:r>
              <a:rPr lang="ru-RU" sz="900" b="0" i="0" dirty="0" smtClean="0">
                <a:solidFill>
                  <a:srgbClr val="000000"/>
                </a:solidFill>
              </a:rPr>
              <a:t> </a:t>
            </a:r>
            <a:r>
              <a:rPr lang="ru-RU" sz="900" b="0" i="0" dirty="0" smtClean="0">
                <a:solidFill>
                  <a:srgbClr val="000000"/>
                </a:solidFill>
                <a:latin typeface="Arial"/>
              </a:rPr>
              <a:t>упорядочивания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представления</a:t>
            </a:r>
            <a:r>
              <a:rPr lang="ru-RU" sz="900" b="0" i="0" dirty="0" smtClean="0">
                <a:solidFill>
                  <a:srgbClr val="000000"/>
                </a:solidFill>
              </a:rPr>
              <a:t> </a:t>
            </a:r>
            <a:r>
              <a:rPr lang="ru-RU" sz="900" b="0" i="0" dirty="0" smtClean="0">
                <a:solidFill>
                  <a:srgbClr val="000000"/>
                </a:solidFill>
                <a:latin typeface="Arial"/>
              </a:rPr>
              <a:t>отслеживаемых</a:t>
            </a:r>
            <a:r>
              <a:rPr lang="ru-RU" sz="900" b="0" i="0" dirty="0" smtClean="0">
                <a:solidFill>
                  <a:srgbClr val="000000"/>
                </a:solidFill>
              </a:rPr>
              <a:t> </a:t>
            </a:r>
            <a:r>
              <a:rPr lang="ru-RU" sz="900" b="0" i="0" dirty="0" smtClean="0">
                <a:solidFill>
                  <a:srgbClr val="000000"/>
                </a:solidFill>
                <a:latin typeface="Arial"/>
              </a:rPr>
              <a:t>параметров</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емкости</a:t>
            </a:r>
            <a:r>
              <a:rPr lang="ru-RU" sz="900" b="0" i="0" dirty="0" smtClean="0">
                <a:solidFill>
                  <a:srgbClr val="000000"/>
                </a:solidFill>
              </a:rPr>
              <a:t>, </a:t>
            </a:r>
            <a:r>
              <a:rPr lang="ru-RU" sz="900" b="0" i="0" dirty="0" smtClean="0">
                <a:solidFill>
                  <a:srgbClr val="000000"/>
                </a:solidFill>
                <a:latin typeface="Arial"/>
              </a:rPr>
              <a:t>производительности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коэффициента</a:t>
            </a:r>
            <a:r>
              <a:rPr lang="ru-RU" sz="900" b="0" i="0" dirty="0" smtClean="0">
                <a:solidFill>
                  <a:srgbClr val="000000"/>
                </a:solidFill>
              </a:rPr>
              <a:t> </a:t>
            </a:r>
            <a:r>
              <a:rPr lang="ru-RU" sz="900" b="0" i="0" dirty="0" smtClean="0">
                <a:solidFill>
                  <a:srgbClr val="000000"/>
                </a:solidFill>
                <a:latin typeface="Arial"/>
              </a:rPr>
              <a:t>использования</a:t>
            </a:r>
            <a:r>
              <a:rPr lang="ru-RU" sz="900" b="0" i="0" dirty="0" smtClean="0">
                <a:solidFill>
                  <a:srgbClr val="000000"/>
                </a:solidFill>
              </a:rPr>
              <a:t> </a:t>
            </a:r>
            <a:r>
              <a:rPr lang="ru-RU" sz="900" b="0" i="0" dirty="0" smtClean="0">
                <a:solidFill>
                  <a:srgbClr val="000000"/>
                </a:solidFill>
                <a:latin typeface="Arial"/>
              </a:rPr>
              <a:t>ресурсов</a:t>
            </a:r>
            <a:r>
              <a:rPr lang="ru-RU" sz="900" b="0" i="0" dirty="0" smtClean="0">
                <a:solidFill>
                  <a:srgbClr val="000000"/>
                </a:solidFill>
              </a:rPr>
              <a:t>. </a:t>
            </a:r>
            <a:r>
              <a:rPr lang="ru-RU" sz="900" b="0" i="0" u="sng" dirty="0" smtClean="0">
                <a:solidFill>
                  <a:srgbClr val="000000"/>
                </a:solidFill>
                <a:latin typeface="Arial"/>
              </a:rPr>
              <a:t>Отчетность</a:t>
            </a:r>
            <a:r>
              <a:rPr lang="ru-RU" sz="900" b="0" i="0" u="sng" dirty="0" smtClean="0">
                <a:solidFill>
                  <a:srgbClr val="000000"/>
                </a:solidFill>
              </a:rPr>
              <a:t> </a:t>
            </a:r>
            <a:r>
              <a:rPr lang="ru-RU" sz="900" b="0" i="0" u="sng" dirty="0" smtClean="0">
                <a:solidFill>
                  <a:srgbClr val="000000"/>
                </a:solidFill>
                <a:latin typeface="Arial"/>
              </a:rPr>
              <a:t>позволяет</a:t>
            </a:r>
            <a:r>
              <a:rPr lang="ru-RU" sz="900" b="0" i="0" u="sng" dirty="0" smtClean="0">
                <a:solidFill>
                  <a:srgbClr val="000000"/>
                </a:solidFill>
              </a:rPr>
              <a:t> </a:t>
            </a:r>
            <a:r>
              <a:rPr lang="ru-RU" sz="900" b="0" i="0" dirty="0" smtClean="0">
                <a:solidFill>
                  <a:srgbClr val="000000"/>
                </a:solidFill>
                <a:latin typeface="Arial"/>
              </a:rPr>
              <a:t>руководителям</a:t>
            </a:r>
            <a:r>
              <a:rPr lang="ru-RU" sz="900" b="0" i="0" dirty="0" smtClean="0">
                <a:solidFill>
                  <a:srgbClr val="000000"/>
                </a:solidFill>
              </a:rPr>
              <a:t> </a:t>
            </a:r>
            <a:r>
              <a:rPr lang="ru-RU" sz="900" b="0" i="0" dirty="0" smtClean="0">
                <a:solidFill>
                  <a:srgbClr val="000000"/>
                </a:solidFill>
                <a:latin typeface="Arial"/>
              </a:rPr>
              <a:t>центров</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u="sng" dirty="0" smtClean="0">
                <a:solidFill>
                  <a:srgbClr val="000000"/>
                </a:solidFill>
                <a:latin typeface="Arial"/>
              </a:rPr>
              <a:t>анализировать</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оптимизировать</a:t>
            </a:r>
            <a:r>
              <a:rPr lang="ru-RU" sz="900" b="0" i="0" u="sng" dirty="0" smtClean="0">
                <a:solidFill>
                  <a:srgbClr val="000000"/>
                </a:solidFill>
              </a:rPr>
              <a:t> </a:t>
            </a:r>
            <a:r>
              <a:rPr lang="ru-RU" sz="900" b="0" i="0" u="sng" dirty="0" smtClean="0">
                <a:solidFill>
                  <a:srgbClr val="000000"/>
                </a:solidFill>
                <a:latin typeface="Arial"/>
              </a:rPr>
              <a:t>коэффициент</a:t>
            </a:r>
            <a:r>
              <a:rPr lang="ru-RU" sz="900" b="0" i="0" u="sng" dirty="0" smtClean="0">
                <a:solidFill>
                  <a:srgbClr val="000000"/>
                </a:solidFill>
              </a:rPr>
              <a:t> </a:t>
            </a:r>
            <a:r>
              <a:rPr lang="ru-RU" sz="900" b="0" i="0" u="sng" dirty="0" smtClean="0">
                <a:solidFill>
                  <a:srgbClr val="000000"/>
                </a:solidFill>
                <a:latin typeface="Arial"/>
              </a:rPr>
              <a:t>использования</a:t>
            </a:r>
            <a:r>
              <a:rPr lang="ru-RU" sz="900" b="0" i="0" u="sng" dirty="0" smtClean="0">
                <a:solidFill>
                  <a:srgbClr val="000000"/>
                </a:solidFill>
              </a:rPr>
              <a:t> </a:t>
            </a:r>
            <a:r>
              <a:rPr lang="ru-RU" sz="900" b="0" i="0" u="sng" dirty="0" smtClean="0">
                <a:solidFill>
                  <a:srgbClr val="000000"/>
                </a:solidFill>
                <a:latin typeface="Arial"/>
              </a:rPr>
              <a:t>ресурсов</a:t>
            </a:r>
            <a:r>
              <a:rPr lang="ru-RU" sz="900" b="0" i="0" u="sng" dirty="0" smtClean="0">
                <a:solidFill>
                  <a:srgbClr val="000000"/>
                </a:solidFill>
              </a:rPr>
              <a:t> </a:t>
            </a:r>
            <a:r>
              <a:rPr lang="ru-RU" sz="900" b="0" i="0" dirty="0" smtClean="0">
                <a:solidFill>
                  <a:srgbClr val="000000"/>
                </a:solidFill>
                <a:latin typeface="Arial"/>
              </a:rPr>
              <a:t>центра</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также</a:t>
            </a:r>
            <a:r>
              <a:rPr lang="ru-RU" sz="900" b="0" i="0" dirty="0" smtClean="0">
                <a:solidFill>
                  <a:srgbClr val="000000"/>
                </a:solidFill>
              </a:rPr>
              <a:t> </a:t>
            </a:r>
            <a:r>
              <a:rPr lang="ru-RU" sz="900" b="0" i="0" dirty="0" smtClean="0">
                <a:solidFill>
                  <a:srgbClr val="000000"/>
                </a:solidFill>
                <a:latin typeface="Arial"/>
              </a:rPr>
              <a:t>выявлять</a:t>
            </a:r>
            <a:r>
              <a:rPr lang="ru-RU" sz="900" b="0" i="0" dirty="0" smtClean="0">
                <a:solidFill>
                  <a:srgbClr val="000000"/>
                </a:solidFill>
              </a:rPr>
              <a:t> </a:t>
            </a:r>
            <a:r>
              <a:rPr lang="ru-RU" sz="900" b="0" i="0" dirty="0" smtClean="0">
                <a:solidFill>
                  <a:srgbClr val="000000"/>
                </a:solidFill>
                <a:latin typeface="Arial"/>
              </a:rPr>
              <a:t>проблемы</a:t>
            </a:r>
            <a:r>
              <a:rPr lang="ru-RU" sz="900" b="0" i="0" dirty="0" smtClean="0">
                <a:solidFill>
                  <a:srgbClr val="000000"/>
                </a:solidFill>
              </a:rPr>
              <a:t>. </a:t>
            </a:r>
            <a:r>
              <a:rPr lang="ru-RU" sz="900" b="0" i="0" dirty="0" smtClean="0">
                <a:solidFill>
                  <a:srgbClr val="000000"/>
                </a:solidFill>
                <a:latin typeface="Arial"/>
              </a:rPr>
              <a:t>Кроме</a:t>
            </a:r>
            <a:r>
              <a:rPr lang="ru-RU" sz="900" b="0" i="0" dirty="0" smtClean="0">
                <a:solidFill>
                  <a:srgbClr val="000000"/>
                </a:solidFill>
              </a:rPr>
              <a:t> </a:t>
            </a:r>
            <a:r>
              <a:rPr lang="ru-RU" sz="900" b="0" i="0" dirty="0" smtClean="0">
                <a:solidFill>
                  <a:srgbClr val="000000"/>
                </a:solidFill>
                <a:latin typeface="Arial"/>
              </a:rPr>
              <a:t>того</a:t>
            </a:r>
            <a:r>
              <a:rPr lang="ru-RU" sz="900" b="0" i="0" dirty="0" smtClean="0">
                <a:solidFill>
                  <a:srgbClr val="000000"/>
                </a:solidFill>
              </a:rPr>
              <a:t>, </a:t>
            </a:r>
            <a:r>
              <a:rPr lang="ru-RU" sz="900" b="0" i="0" dirty="0" smtClean="0">
                <a:solidFill>
                  <a:srgbClr val="000000"/>
                </a:solidFill>
                <a:latin typeface="Arial"/>
              </a:rPr>
              <a:t>она</a:t>
            </a:r>
            <a:r>
              <a:rPr lang="ru-RU" sz="900" b="0" i="0" dirty="0" smtClean="0">
                <a:solidFill>
                  <a:srgbClr val="000000"/>
                </a:solidFill>
              </a:rPr>
              <a:t> </a:t>
            </a:r>
            <a:r>
              <a:rPr lang="ru-RU" sz="900" b="0" i="0" dirty="0" smtClean="0">
                <a:solidFill>
                  <a:srgbClr val="000000"/>
                </a:solidFill>
                <a:latin typeface="Arial"/>
              </a:rPr>
              <a:t>помогает</a:t>
            </a:r>
            <a:r>
              <a:rPr lang="ru-RU" sz="900" b="0" i="0" dirty="0" smtClean="0">
                <a:solidFill>
                  <a:srgbClr val="000000"/>
                </a:solidFill>
              </a:rPr>
              <a:t> </a:t>
            </a:r>
            <a:r>
              <a:rPr lang="ru-RU" sz="900" b="0" i="0" dirty="0" smtClean="0">
                <a:solidFill>
                  <a:srgbClr val="000000"/>
                </a:solidFill>
                <a:latin typeface="Arial"/>
              </a:rPr>
              <a:t>составлять</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обоснования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отчеты</a:t>
            </a:r>
            <a:r>
              <a:rPr lang="ru-RU" sz="900" b="0" i="0" dirty="0" smtClean="0">
                <a:solidFill>
                  <a:srgbClr val="000000"/>
                </a:solidFill>
              </a:rPr>
              <a:t> </a:t>
            </a:r>
            <a:r>
              <a:rPr lang="ru-RU" sz="900" b="0" i="0" dirty="0" smtClean="0">
                <a:solidFill>
                  <a:srgbClr val="000000"/>
                </a:solidFill>
                <a:latin typeface="Arial"/>
              </a:rPr>
              <a:t>о</a:t>
            </a:r>
            <a:r>
              <a:rPr lang="ru-RU" sz="900" b="0" i="0" dirty="0" smtClean="0">
                <a:solidFill>
                  <a:srgbClr val="000000"/>
                </a:solidFill>
              </a:rPr>
              <a:t> </a:t>
            </a:r>
            <a:r>
              <a:rPr lang="ru-RU" sz="900" b="0" i="0" dirty="0" smtClean="0">
                <a:solidFill>
                  <a:srgbClr val="000000"/>
                </a:solidFill>
                <a:latin typeface="Arial"/>
              </a:rPr>
              <a:t>распределении</a:t>
            </a:r>
            <a:r>
              <a:rPr lang="ru-RU" sz="900" b="0" i="0" dirty="0" smtClean="0">
                <a:solidFill>
                  <a:srgbClr val="000000"/>
                </a:solidFill>
              </a:rPr>
              <a:t> </a:t>
            </a:r>
            <a:r>
              <a:rPr lang="ru-RU" sz="900" b="0" i="0" dirty="0" smtClean="0">
                <a:solidFill>
                  <a:srgbClr val="000000"/>
                </a:solidFill>
                <a:latin typeface="Arial"/>
              </a:rPr>
              <a:t>между</a:t>
            </a:r>
            <a:r>
              <a:rPr lang="ru-RU" sz="900" b="0" i="0" dirty="0" smtClean="0">
                <a:solidFill>
                  <a:srgbClr val="000000"/>
                </a:solidFill>
              </a:rPr>
              <a:t> </a:t>
            </a:r>
            <a:r>
              <a:rPr lang="ru-RU" sz="900" b="0" i="0" dirty="0" smtClean="0">
                <a:solidFill>
                  <a:srgbClr val="000000"/>
                </a:solidFill>
                <a:latin typeface="Arial"/>
              </a:rPr>
              <a:t>подразделениями</a:t>
            </a:r>
            <a:r>
              <a:rPr lang="ru-RU" sz="900" b="0" i="0" dirty="0" smtClean="0">
                <a:solidFill>
                  <a:srgbClr val="000000"/>
                </a:solidFill>
              </a:rPr>
              <a:t> </a:t>
            </a:r>
            <a:r>
              <a:rPr lang="ru-RU" sz="900" b="0" i="0" dirty="0" smtClean="0">
                <a:solidFill>
                  <a:srgbClr val="000000"/>
                </a:solidFill>
                <a:latin typeface="Arial"/>
              </a:rPr>
              <a:t>расходов</a:t>
            </a:r>
            <a:r>
              <a:rPr lang="ru-RU" sz="900" b="0" i="0" dirty="0" smtClean="0">
                <a:solidFill>
                  <a:srgbClr val="000000"/>
                </a:solidFill>
              </a:rPr>
              <a:t>, </a:t>
            </a:r>
            <a:r>
              <a:rPr lang="ru-RU" sz="900" b="0" i="0" dirty="0" smtClean="0">
                <a:solidFill>
                  <a:srgbClr val="000000"/>
                </a:solidFill>
                <a:latin typeface="Arial"/>
              </a:rPr>
              <a:t>связанных</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операциями</a:t>
            </a:r>
            <a:r>
              <a:rPr lang="ru-RU" sz="900" b="0" i="0" dirty="0" smtClean="0">
                <a:solidFill>
                  <a:srgbClr val="000000"/>
                </a:solidFill>
              </a:rPr>
              <a:t> </a:t>
            </a:r>
            <a:r>
              <a:rPr lang="ru-RU" sz="900" b="0" i="0" dirty="0" smtClean="0">
                <a:solidFill>
                  <a:srgbClr val="000000"/>
                </a:solidFill>
                <a:latin typeface="Arial"/>
              </a:rPr>
              <a:t>центра</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a:t>
            </a:r>
          </a:p>
          <a:p>
            <a:pPr marL="171450" lvl="1" indent="-171450"/>
            <a:r>
              <a:rPr lang="ru-RU" sz="900" b="1" i="0" dirty="0" smtClean="0">
                <a:solidFill>
                  <a:srgbClr val="000000"/>
                </a:solidFill>
                <a:latin typeface="Arial"/>
              </a:rPr>
              <a:t>Выделение</a:t>
            </a:r>
            <a:r>
              <a:rPr lang="ru-RU" sz="900" b="1" i="0" dirty="0" smtClean="0">
                <a:solidFill>
                  <a:srgbClr val="000000"/>
                </a:solidFill>
              </a:rPr>
              <a:t> </a:t>
            </a:r>
            <a:r>
              <a:rPr lang="ru-RU" sz="900" b="1" i="0" dirty="0" smtClean="0">
                <a:solidFill>
                  <a:srgbClr val="000000"/>
                </a:solidFill>
                <a:latin typeface="Arial"/>
              </a:rPr>
              <a:t>ресурсов</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u="sng" dirty="0" smtClean="0">
                <a:solidFill>
                  <a:srgbClr val="000000"/>
                </a:solidFill>
                <a:latin typeface="Arial"/>
              </a:rPr>
              <a:t>процесс</a:t>
            </a:r>
            <a:r>
              <a:rPr lang="ru-RU" sz="900" b="0" i="0" u="sng" dirty="0" smtClean="0">
                <a:solidFill>
                  <a:srgbClr val="000000"/>
                </a:solidFill>
              </a:rPr>
              <a:t> </a:t>
            </a:r>
            <a:r>
              <a:rPr lang="ru-RU" sz="900" b="0" i="0" u="sng" dirty="0" smtClean="0">
                <a:solidFill>
                  <a:srgbClr val="000000"/>
                </a:solidFill>
                <a:latin typeface="Arial"/>
              </a:rPr>
              <a:t>настройки</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распределения</a:t>
            </a:r>
            <a:r>
              <a:rPr lang="ru-RU" sz="900" b="0" i="0" u="sng" dirty="0" smtClean="0">
                <a:solidFill>
                  <a:srgbClr val="000000"/>
                </a:solidFill>
              </a:rPr>
              <a:t> </a:t>
            </a:r>
            <a:r>
              <a:rPr lang="ru-RU" sz="900" b="0" i="0" u="sng" dirty="0" smtClean="0">
                <a:solidFill>
                  <a:srgbClr val="000000"/>
                </a:solidFill>
                <a:latin typeface="Arial"/>
              </a:rPr>
              <a:t>ресурсов</a:t>
            </a:r>
            <a:r>
              <a:rPr lang="ru-RU" sz="900" b="0" i="0" dirty="0" smtClean="0">
                <a:solidFill>
                  <a:srgbClr val="000000"/>
                </a:solidFill>
              </a:rPr>
              <a:t>, </a:t>
            </a:r>
            <a:r>
              <a:rPr lang="ru-RU" sz="900" b="0" i="0" dirty="0" smtClean="0">
                <a:solidFill>
                  <a:srgbClr val="000000"/>
                </a:solidFill>
                <a:latin typeface="Arial"/>
              </a:rPr>
              <a:t>необходимых</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выполнения</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операций</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вычислительные</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получают</a:t>
            </a:r>
            <a:r>
              <a:rPr lang="ru-RU" sz="900" b="0" i="0" dirty="0" smtClean="0">
                <a:solidFill>
                  <a:srgbClr val="000000"/>
                </a:solidFill>
              </a:rPr>
              <a:t> </a:t>
            </a:r>
            <a:r>
              <a:rPr lang="ru-RU" sz="900" b="0" i="0" dirty="0" smtClean="0">
                <a:solidFill>
                  <a:srgbClr val="000000"/>
                </a:solidFill>
                <a:latin typeface="Arial"/>
              </a:rPr>
              <a:t>ресурсы</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работы</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емкость</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выделяется</a:t>
            </a:r>
            <a:r>
              <a:rPr lang="ru-RU" sz="900" b="0" i="0" dirty="0" smtClean="0">
                <a:solidFill>
                  <a:srgbClr val="000000"/>
                </a:solidFill>
              </a:rPr>
              <a:t> </a:t>
            </a:r>
            <a:r>
              <a:rPr lang="ru-RU" sz="900" b="0" i="0" dirty="0" smtClean="0">
                <a:solidFill>
                  <a:srgbClr val="000000"/>
                </a:solidFill>
                <a:latin typeface="Arial"/>
              </a:rPr>
              <a:t>вычислительной</a:t>
            </a:r>
            <a:r>
              <a:rPr lang="ru-RU" sz="900" b="0" i="0" dirty="0" smtClean="0">
                <a:solidFill>
                  <a:srgbClr val="000000"/>
                </a:solidFill>
              </a:rPr>
              <a:t> </a:t>
            </a:r>
            <a:r>
              <a:rPr lang="ru-RU" sz="900" b="0" i="0" dirty="0" smtClean="0">
                <a:solidFill>
                  <a:srgbClr val="000000"/>
                </a:solidFill>
                <a:latin typeface="Arial"/>
              </a:rPr>
              <a:t>системе</a:t>
            </a:r>
            <a:r>
              <a:rPr lang="ru-RU" sz="900" b="0" i="0" dirty="0" smtClean="0">
                <a:solidFill>
                  <a:srgbClr val="000000"/>
                </a:solidFill>
              </a:rPr>
              <a:t>. </a:t>
            </a:r>
            <a:br>
              <a:rPr lang="ru-RU" sz="900" b="0" i="0" dirty="0" smtClean="0">
                <a:solidFill>
                  <a:srgbClr val="000000"/>
                </a:solidFill>
              </a:rPr>
            </a:br>
            <a:r>
              <a:rPr lang="ru-RU" sz="900" b="0" i="0" dirty="0" smtClean="0">
                <a:solidFill>
                  <a:srgbClr val="000000"/>
                </a:solidFill>
                <a:latin typeface="Arial"/>
              </a:rPr>
              <a:t>Выделение</a:t>
            </a:r>
            <a:r>
              <a:rPr lang="ru-RU" sz="900" b="0" i="0" dirty="0" smtClean="0">
                <a:solidFill>
                  <a:srgbClr val="000000"/>
                </a:solidFill>
              </a:rPr>
              <a:t> </a:t>
            </a:r>
            <a:r>
              <a:rPr lang="ru-RU" sz="900" b="0" i="0" dirty="0" smtClean="0">
                <a:solidFill>
                  <a:srgbClr val="000000"/>
                </a:solidFill>
                <a:latin typeface="Arial"/>
              </a:rPr>
              <a:t>ресурсов</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основном</a:t>
            </a:r>
            <a:r>
              <a:rPr lang="ru-RU" sz="900" b="0" i="0" dirty="0" smtClean="0">
                <a:solidFill>
                  <a:srgbClr val="000000"/>
                </a:solidFill>
              </a:rPr>
              <a:t> </a:t>
            </a:r>
            <a:r>
              <a:rPr lang="ru-RU" sz="900" b="0" i="0" dirty="0" smtClean="0">
                <a:solidFill>
                  <a:srgbClr val="000000"/>
                </a:solidFill>
                <a:latin typeface="Arial"/>
              </a:rPr>
              <a:t>включает</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себя</a:t>
            </a:r>
            <a:r>
              <a:rPr lang="ru-RU" sz="900" b="0" i="0" dirty="0" smtClean="0">
                <a:solidFill>
                  <a:srgbClr val="000000"/>
                </a:solidFill>
              </a:rPr>
              <a:t> </a:t>
            </a:r>
            <a:r>
              <a:rPr lang="ru-RU" sz="900" b="0" i="0" u="sng" dirty="0" smtClean="0">
                <a:solidFill>
                  <a:srgbClr val="000000"/>
                </a:solidFill>
                <a:latin typeface="Arial"/>
              </a:rPr>
              <a:t>операции</a:t>
            </a:r>
            <a:r>
              <a:rPr lang="ru-RU" sz="900" b="0" i="0" u="sng" dirty="0" smtClean="0">
                <a:solidFill>
                  <a:srgbClr val="000000"/>
                </a:solidFill>
              </a:rPr>
              <a:t> </a:t>
            </a:r>
            <a:r>
              <a:rPr lang="ru-RU" sz="900" b="0" i="0" u="sng" dirty="0" smtClean="0">
                <a:solidFill>
                  <a:srgbClr val="000000"/>
                </a:solidFill>
                <a:latin typeface="Arial"/>
              </a:rPr>
              <a:t>по</a:t>
            </a:r>
            <a:r>
              <a:rPr lang="ru-RU" sz="900" b="0" i="0" u="sng" dirty="0" smtClean="0">
                <a:solidFill>
                  <a:srgbClr val="000000"/>
                </a:solidFill>
              </a:rPr>
              <a:t> </a:t>
            </a:r>
            <a:r>
              <a:rPr lang="ru-RU" sz="900" b="0" i="0" u="sng" dirty="0" smtClean="0">
                <a:solidFill>
                  <a:srgbClr val="000000"/>
                </a:solidFill>
                <a:latin typeface="Arial"/>
              </a:rPr>
              <a:t>управлению</a:t>
            </a:r>
            <a:r>
              <a:rPr lang="ru-RU" sz="900" b="0" i="0" u="sng" dirty="0" smtClean="0">
                <a:solidFill>
                  <a:srgbClr val="000000"/>
                </a:solidFill>
              </a:rPr>
              <a:t> </a:t>
            </a:r>
            <a:r>
              <a:rPr lang="ru-RU" sz="900" b="0" i="0" u="sng" dirty="0" smtClean="0">
                <a:solidFill>
                  <a:srgbClr val="000000"/>
                </a:solidFill>
                <a:latin typeface="Arial"/>
              </a:rPr>
              <a:t>ресурсами</a:t>
            </a:r>
            <a:r>
              <a:rPr lang="ru-RU" sz="900" b="0" i="0" u="sng" dirty="0" smtClean="0">
                <a:solidFill>
                  <a:srgbClr val="000000"/>
                </a:solidFill>
              </a:rPr>
              <a:t>, </a:t>
            </a:r>
            <a:r>
              <a:rPr lang="ru-RU" sz="900" b="0" i="0" u="sng" dirty="0" smtClean="0">
                <a:solidFill>
                  <a:srgbClr val="000000"/>
                </a:solidFill>
                <a:latin typeface="Arial"/>
              </a:rPr>
              <a:t>позволяющие</a:t>
            </a:r>
            <a:r>
              <a:rPr lang="ru-RU" sz="900" b="0" i="0" u="sng" dirty="0" smtClean="0">
                <a:solidFill>
                  <a:srgbClr val="000000"/>
                </a:solidFill>
              </a:rPr>
              <a:t> </a:t>
            </a:r>
            <a:r>
              <a:rPr lang="ru-RU" sz="900" b="0" i="0" u="sng" dirty="0" smtClean="0">
                <a:solidFill>
                  <a:srgbClr val="000000"/>
                </a:solidFill>
                <a:latin typeface="Arial"/>
              </a:rPr>
              <a:t>обеспечить</a:t>
            </a:r>
            <a:r>
              <a:rPr lang="ru-RU" sz="900" b="0" i="0" u="sng" dirty="0" smtClean="0">
                <a:solidFill>
                  <a:srgbClr val="000000"/>
                </a:solidFill>
              </a:rPr>
              <a:t> </a:t>
            </a:r>
            <a:r>
              <a:rPr lang="ru-RU" sz="900" b="0" i="0" u="sng" dirty="0" smtClean="0">
                <a:solidFill>
                  <a:srgbClr val="000000"/>
                </a:solidFill>
                <a:latin typeface="Arial"/>
              </a:rPr>
              <a:t>соответствие</a:t>
            </a:r>
            <a:r>
              <a:rPr lang="ru-RU" sz="900" b="0" i="0" u="sng" dirty="0" smtClean="0">
                <a:solidFill>
                  <a:srgbClr val="000000"/>
                </a:solidFill>
              </a:rPr>
              <a:t> </a:t>
            </a:r>
            <a:r>
              <a:rPr lang="ru-RU" sz="900" b="0" i="0" u="sng" dirty="0" smtClean="0">
                <a:solidFill>
                  <a:srgbClr val="000000"/>
                </a:solidFill>
                <a:latin typeface="Arial"/>
              </a:rPr>
              <a:t>требованиям</a:t>
            </a:r>
            <a:r>
              <a:rPr lang="ru-RU" sz="900" b="0" i="0" u="sng" dirty="0" smtClean="0">
                <a:solidFill>
                  <a:srgbClr val="000000"/>
                </a:solidFill>
              </a:rPr>
              <a:t> </a:t>
            </a:r>
            <a:r>
              <a:rPr lang="ru-RU" sz="900" b="0" i="0" u="sng" dirty="0" smtClean="0">
                <a:solidFill>
                  <a:srgbClr val="000000"/>
                </a:solidFill>
                <a:latin typeface="Arial"/>
              </a:rPr>
              <a:t>к</a:t>
            </a:r>
            <a:r>
              <a:rPr lang="ru-RU" sz="900" b="0" i="0" u="sng" dirty="0" smtClean="0">
                <a:solidFill>
                  <a:srgbClr val="000000"/>
                </a:solidFill>
              </a:rPr>
              <a:t> </a:t>
            </a:r>
            <a:r>
              <a:rPr lang="ru-RU" sz="900" b="0" i="0" u="sng" dirty="0" smtClean="0">
                <a:solidFill>
                  <a:srgbClr val="000000"/>
                </a:solidFill>
                <a:latin typeface="Arial"/>
              </a:rPr>
              <a:t>емкости</a:t>
            </a:r>
            <a:r>
              <a:rPr lang="ru-RU" sz="900" b="0" i="0" u="sng" dirty="0" smtClean="0">
                <a:solidFill>
                  <a:srgbClr val="000000"/>
                </a:solidFill>
              </a:rPr>
              <a:t>, </a:t>
            </a:r>
            <a:r>
              <a:rPr lang="ru-RU" sz="900" b="0" i="0" u="sng" dirty="0" smtClean="0">
                <a:solidFill>
                  <a:srgbClr val="000000"/>
                </a:solidFill>
                <a:latin typeface="Arial"/>
              </a:rPr>
              <a:t>доступности</a:t>
            </a:r>
            <a:r>
              <a:rPr lang="ru-RU" sz="900" b="0" i="0" u="sng" dirty="0" smtClean="0">
                <a:solidFill>
                  <a:srgbClr val="000000"/>
                </a:solidFill>
              </a:rPr>
              <a:t>, </a:t>
            </a:r>
            <a:r>
              <a:rPr lang="ru-RU" sz="900" b="0" i="0" u="sng" dirty="0" smtClean="0">
                <a:solidFill>
                  <a:srgbClr val="000000"/>
                </a:solidFill>
                <a:latin typeface="Arial"/>
              </a:rPr>
              <a:t>производительности</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безопасности</a:t>
            </a:r>
            <a:r>
              <a:rPr lang="ru-RU" sz="900" b="0" i="0" u="sng" dirty="0" smtClean="0">
                <a:solidFill>
                  <a:srgbClr val="000000"/>
                </a:solidFill>
              </a:rPr>
              <a:t>. </a:t>
            </a:r>
          </a:p>
          <a:p>
            <a:pPr marL="171450" lvl="1" indent="-171450"/>
            <a:r>
              <a:rPr lang="ru-RU" sz="900" b="1" i="0" dirty="0" smtClean="0">
                <a:solidFill>
                  <a:srgbClr val="000000"/>
                </a:solidFill>
                <a:latin typeface="Arial"/>
              </a:rPr>
              <a:t>Планирование</a:t>
            </a:r>
            <a:r>
              <a:rPr lang="ru-RU" sz="900" b="1" i="0"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процесс</a:t>
            </a:r>
            <a:r>
              <a:rPr lang="ru-RU" sz="900" b="0" i="0" dirty="0" smtClean="0">
                <a:solidFill>
                  <a:srgbClr val="000000"/>
                </a:solidFill>
              </a:rPr>
              <a:t> </a:t>
            </a:r>
            <a:r>
              <a:rPr lang="ru-RU" sz="900" b="0" i="0" dirty="0" smtClean="0">
                <a:solidFill>
                  <a:srgbClr val="000000"/>
                </a:solidFill>
                <a:latin typeface="Arial"/>
              </a:rPr>
              <a:t>оценки</a:t>
            </a:r>
            <a:r>
              <a:rPr lang="ru-RU" sz="900" b="0" i="0" dirty="0" smtClean="0">
                <a:solidFill>
                  <a:srgbClr val="000000"/>
                </a:solidFill>
              </a:rPr>
              <a:t> </a:t>
            </a:r>
            <a:r>
              <a:rPr lang="ru-RU" sz="900" b="0" i="0" dirty="0" smtClean="0">
                <a:solidFill>
                  <a:srgbClr val="000000"/>
                </a:solidFill>
                <a:latin typeface="Arial"/>
              </a:rPr>
              <a:t>объема</a:t>
            </a:r>
            <a:r>
              <a:rPr lang="ru-RU" sz="900" b="0" i="0" dirty="0" smtClean="0">
                <a:solidFill>
                  <a:srgbClr val="000000"/>
                </a:solidFill>
              </a:rPr>
              <a:t> </a:t>
            </a:r>
            <a:r>
              <a:rPr lang="ru-RU" sz="900" b="0" i="0" dirty="0" smtClean="0">
                <a:solidFill>
                  <a:srgbClr val="000000"/>
                </a:solidFill>
                <a:latin typeface="Arial"/>
              </a:rPr>
              <a:t>ИТ</a:t>
            </a:r>
            <a:r>
              <a:rPr lang="ru-RU" sz="900" b="0" i="0" dirty="0" smtClean="0">
                <a:solidFill>
                  <a:srgbClr val="000000"/>
                </a:solidFill>
              </a:rPr>
              <a:t>-</a:t>
            </a:r>
            <a:r>
              <a:rPr lang="ru-RU" sz="900" b="0" i="0" dirty="0" smtClean="0">
                <a:solidFill>
                  <a:srgbClr val="000000"/>
                </a:solidFill>
                <a:latin typeface="Arial"/>
              </a:rPr>
              <a:t>ресурсов</a:t>
            </a:r>
            <a:r>
              <a:rPr lang="ru-RU" sz="900" b="0" i="0" dirty="0" smtClean="0">
                <a:solidFill>
                  <a:srgbClr val="000000"/>
                </a:solidFill>
              </a:rPr>
              <a:t>, </a:t>
            </a:r>
            <a:r>
              <a:rPr lang="ru-RU" sz="900" b="0" i="0" dirty="0" smtClean="0">
                <a:solidFill>
                  <a:srgbClr val="000000"/>
                </a:solidFill>
                <a:latin typeface="Arial"/>
              </a:rPr>
              <a:t>необходимого</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поддержки</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операций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соответствия</a:t>
            </a:r>
            <a:r>
              <a:rPr lang="ru-RU" sz="900" b="0" i="0" dirty="0" smtClean="0">
                <a:solidFill>
                  <a:srgbClr val="000000"/>
                </a:solidFill>
              </a:rPr>
              <a:t> </a:t>
            </a:r>
            <a:r>
              <a:rPr lang="ru-RU" sz="900" b="0" i="0" dirty="0" smtClean="0">
                <a:solidFill>
                  <a:srgbClr val="000000"/>
                </a:solidFill>
                <a:latin typeface="Arial"/>
              </a:rPr>
              <a:t>изменяющимся</a:t>
            </a:r>
            <a:r>
              <a:rPr lang="ru-RU" sz="900" b="0" i="0" dirty="0" smtClean="0">
                <a:solidFill>
                  <a:srgbClr val="000000"/>
                </a:solidFill>
              </a:rPr>
              <a:t> </a:t>
            </a:r>
            <a:r>
              <a:rPr lang="ru-RU" sz="900" b="0" i="0" dirty="0" smtClean="0">
                <a:solidFill>
                  <a:srgbClr val="000000"/>
                </a:solidFill>
                <a:latin typeface="Arial"/>
              </a:rPr>
              <a:t>требованиям</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ресурсам</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u="sng" dirty="0" smtClean="0">
                <a:solidFill>
                  <a:srgbClr val="000000"/>
                </a:solidFill>
                <a:latin typeface="Arial"/>
              </a:rPr>
              <a:t>планирования</a:t>
            </a:r>
            <a:r>
              <a:rPr lang="ru-RU" sz="900" b="0" i="0" dirty="0" smtClean="0">
                <a:solidFill>
                  <a:srgbClr val="000000"/>
                </a:solidFill>
              </a:rPr>
              <a:t> </a:t>
            </a:r>
            <a:r>
              <a:rPr lang="ru-RU" sz="900" b="0" i="0" dirty="0" smtClean="0">
                <a:solidFill>
                  <a:srgbClr val="000000"/>
                </a:solidFill>
                <a:latin typeface="Arial"/>
              </a:rPr>
              <a:t>используются</a:t>
            </a:r>
            <a:r>
              <a:rPr lang="ru-RU" sz="900" b="0" i="0" dirty="0" smtClean="0">
                <a:solidFill>
                  <a:srgbClr val="000000"/>
                </a:solidFill>
              </a:rPr>
              <a:t> </a:t>
            </a:r>
            <a:r>
              <a:rPr lang="ru-RU" sz="900" b="0" i="0" u="sng" dirty="0" smtClean="0">
                <a:solidFill>
                  <a:srgbClr val="000000"/>
                </a:solidFill>
                <a:latin typeface="Arial"/>
              </a:rPr>
              <a:t>данные</a:t>
            </a:r>
            <a:r>
              <a:rPr lang="ru-RU" sz="900" b="0" i="0" u="sng" dirty="0" smtClean="0">
                <a:solidFill>
                  <a:srgbClr val="000000"/>
                </a:solidFill>
              </a:rPr>
              <a:t>, </a:t>
            </a:r>
            <a:r>
              <a:rPr lang="ru-RU" sz="900" b="0" i="0" u="sng" dirty="0" smtClean="0">
                <a:solidFill>
                  <a:srgbClr val="000000"/>
                </a:solidFill>
                <a:latin typeface="Arial"/>
              </a:rPr>
              <a:t>собранные</a:t>
            </a:r>
            <a:r>
              <a:rPr lang="ru-RU" sz="900" b="0" i="0" u="sng" dirty="0" smtClean="0">
                <a:solidFill>
                  <a:srgbClr val="000000"/>
                </a:solidFill>
              </a:rPr>
              <a:t> </a:t>
            </a:r>
            <a:r>
              <a:rPr lang="ru-RU" sz="900" b="0" i="0" u="sng" dirty="0" smtClean="0">
                <a:solidFill>
                  <a:srgbClr val="000000"/>
                </a:solidFill>
                <a:latin typeface="Arial"/>
              </a:rPr>
              <a:t>во</a:t>
            </a:r>
            <a:r>
              <a:rPr lang="ru-RU" sz="900" b="0" i="0" u="sng" dirty="0" smtClean="0">
                <a:solidFill>
                  <a:srgbClr val="000000"/>
                </a:solidFill>
              </a:rPr>
              <a:t> </a:t>
            </a:r>
            <a:r>
              <a:rPr lang="ru-RU" sz="900" b="0" i="0" u="sng" dirty="0" smtClean="0">
                <a:solidFill>
                  <a:srgbClr val="000000"/>
                </a:solidFill>
                <a:latin typeface="Arial"/>
              </a:rPr>
              <a:t>время</a:t>
            </a:r>
            <a:r>
              <a:rPr lang="ru-RU" sz="900" b="0" i="0" u="sng" dirty="0" smtClean="0">
                <a:solidFill>
                  <a:srgbClr val="000000"/>
                </a:solidFill>
              </a:rPr>
              <a:t> </a:t>
            </a:r>
            <a:r>
              <a:rPr lang="ru-RU" sz="900" b="0" i="0" u="sng" dirty="0" smtClean="0">
                <a:solidFill>
                  <a:srgbClr val="000000"/>
                </a:solidFill>
                <a:latin typeface="Arial"/>
              </a:rPr>
              <a:t>мониторинга</a:t>
            </a:r>
            <a:r>
              <a:rPr lang="ru-RU" sz="900" b="0" i="0" dirty="0" smtClean="0">
                <a:solidFill>
                  <a:srgbClr val="000000"/>
                </a:solidFill>
              </a:rPr>
              <a:t>. </a:t>
            </a:r>
            <a:r>
              <a:rPr lang="ru-RU" sz="900" b="0" i="0" dirty="0" smtClean="0">
                <a:solidFill>
                  <a:srgbClr val="000000"/>
                </a:solidFill>
                <a:latin typeface="Arial"/>
              </a:rPr>
              <a:t>Планирование</a:t>
            </a:r>
            <a:r>
              <a:rPr lang="ru-RU" sz="900" b="0" i="0" dirty="0" smtClean="0">
                <a:solidFill>
                  <a:srgbClr val="000000"/>
                </a:solidFill>
              </a:rPr>
              <a:t> </a:t>
            </a:r>
            <a:r>
              <a:rPr lang="ru-RU" sz="900" b="0" i="0" dirty="0" smtClean="0">
                <a:solidFill>
                  <a:srgbClr val="000000"/>
                </a:solidFill>
                <a:latin typeface="Arial"/>
              </a:rPr>
              <a:t>позволяет</a:t>
            </a:r>
            <a:r>
              <a:rPr lang="ru-RU" sz="900" b="0" i="0" dirty="0" smtClean="0">
                <a:solidFill>
                  <a:srgbClr val="000000"/>
                </a:solidFill>
              </a:rPr>
              <a:t> </a:t>
            </a:r>
            <a:r>
              <a:rPr lang="ru-RU" sz="900" b="0" i="0" u="sng" dirty="0" smtClean="0">
                <a:solidFill>
                  <a:srgbClr val="000000"/>
                </a:solidFill>
                <a:latin typeface="Arial"/>
              </a:rPr>
              <a:t>повысить</a:t>
            </a:r>
            <a:r>
              <a:rPr lang="ru-RU" sz="900" b="0" i="0" u="sng" dirty="0" smtClean="0">
                <a:solidFill>
                  <a:srgbClr val="000000"/>
                </a:solidFill>
              </a:rPr>
              <a:t> </a:t>
            </a:r>
            <a:r>
              <a:rPr lang="ru-RU" sz="900" b="0" i="0" u="sng" dirty="0" smtClean="0">
                <a:solidFill>
                  <a:srgbClr val="000000"/>
                </a:solidFill>
                <a:latin typeface="Arial"/>
              </a:rPr>
              <a:t>общий</a:t>
            </a:r>
            <a:r>
              <a:rPr lang="ru-RU" sz="900" b="0" i="0" u="sng" dirty="0" smtClean="0">
                <a:solidFill>
                  <a:srgbClr val="000000"/>
                </a:solidFill>
              </a:rPr>
              <a:t> </a:t>
            </a:r>
            <a:r>
              <a:rPr lang="ru-RU" sz="900" b="0" i="0" u="sng" dirty="0" smtClean="0">
                <a:solidFill>
                  <a:srgbClr val="000000"/>
                </a:solidFill>
                <a:latin typeface="Arial"/>
              </a:rPr>
              <a:t>коэффициент</a:t>
            </a:r>
            <a:r>
              <a:rPr lang="ru-RU" sz="900" b="0" i="0" u="sng" dirty="0" smtClean="0">
                <a:solidFill>
                  <a:srgbClr val="000000"/>
                </a:solidFill>
              </a:rPr>
              <a:t> </a:t>
            </a:r>
            <a:r>
              <a:rPr lang="ru-RU" sz="900" b="0" i="0" u="sng" dirty="0" smtClean="0">
                <a:solidFill>
                  <a:srgbClr val="000000"/>
                </a:solidFill>
                <a:latin typeface="Arial"/>
              </a:rPr>
              <a:t>использования</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производительность</a:t>
            </a:r>
            <a:r>
              <a:rPr lang="ru-RU" sz="900" b="0" i="0" u="sng" dirty="0" smtClean="0">
                <a:solidFill>
                  <a:srgbClr val="000000"/>
                </a:solidFill>
              </a:rPr>
              <a:t> </a:t>
            </a:r>
            <a:r>
              <a:rPr lang="ru-RU" sz="900" b="0" i="0" u="sng" dirty="0" smtClean="0">
                <a:solidFill>
                  <a:srgbClr val="000000"/>
                </a:solidFill>
                <a:latin typeface="Arial"/>
              </a:rPr>
              <a:t>ресурсов</a:t>
            </a:r>
            <a:r>
              <a:rPr lang="ru-RU" sz="900" b="0" i="0" dirty="0" smtClean="0">
                <a:solidFill>
                  <a:srgbClr val="000000"/>
                </a:solidFill>
              </a:rPr>
              <a:t>. </a:t>
            </a:r>
            <a:r>
              <a:rPr lang="ru-RU" sz="900" b="0" i="0" dirty="0" smtClean="0">
                <a:solidFill>
                  <a:srgbClr val="000000"/>
                </a:solidFill>
                <a:latin typeface="Arial"/>
              </a:rPr>
              <a:t>Кроме</a:t>
            </a:r>
            <a:r>
              <a:rPr lang="ru-RU" sz="900" b="0" i="0" dirty="0" smtClean="0">
                <a:solidFill>
                  <a:srgbClr val="000000"/>
                </a:solidFill>
              </a:rPr>
              <a:t> </a:t>
            </a:r>
            <a:r>
              <a:rPr lang="ru-RU" sz="900" b="0" i="0" dirty="0" smtClean="0">
                <a:solidFill>
                  <a:srgbClr val="000000"/>
                </a:solidFill>
                <a:latin typeface="Arial"/>
              </a:rPr>
              <a:t>того</a:t>
            </a:r>
            <a:r>
              <a:rPr lang="ru-RU" sz="900" b="0" i="0" dirty="0" smtClean="0">
                <a:solidFill>
                  <a:srgbClr val="000000"/>
                </a:solidFill>
              </a:rPr>
              <a:t>, </a:t>
            </a:r>
            <a:r>
              <a:rPr lang="ru-RU" sz="900" b="0" i="0" dirty="0" smtClean="0">
                <a:solidFill>
                  <a:srgbClr val="000000"/>
                </a:solidFill>
                <a:latin typeface="Arial"/>
              </a:rPr>
              <a:t>оно</a:t>
            </a:r>
            <a:r>
              <a:rPr lang="ru-RU" sz="900" b="0" i="0" dirty="0" smtClean="0">
                <a:solidFill>
                  <a:srgbClr val="000000"/>
                </a:solidFill>
              </a:rPr>
              <a:t> </a:t>
            </a:r>
            <a:r>
              <a:rPr lang="ru-RU" sz="900" b="0" i="0" dirty="0" smtClean="0">
                <a:solidFill>
                  <a:srgbClr val="000000"/>
                </a:solidFill>
                <a:latin typeface="Arial"/>
              </a:rPr>
              <a:t>позволяет</a:t>
            </a:r>
            <a:r>
              <a:rPr lang="ru-RU" sz="900" b="0" i="0" dirty="0" smtClean="0">
                <a:solidFill>
                  <a:srgbClr val="000000"/>
                </a:solidFill>
              </a:rPr>
              <a:t> </a:t>
            </a:r>
            <a:r>
              <a:rPr lang="ru-RU" sz="900" b="0" i="0" dirty="0" smtClean="0">
                <a:solidFill>
                  <a:srgbClr val="000000"/>
                </a:solidFill>
                <a:latin typeface="Arial"/>
              </a:rPr>
              <a:t>оценить</a:t>
            </a:r>
            <a:r>
              <a:rPr lang="ru-RU" sz="900" b="0" i="0" dirty="0" smtClean="0">
                <a:solidFill>
                  <a:srgbClr val="000000"/>
                </a:solidFill>
              </a:rPr>
              <a:t> </a:t>
            </a:r>
            <a:r>
              <a:rPr lang="ru-RU" sz="900" b="0" i="0" dirty="0" smtClean="0">
                <a:solidFill>
                  <a:srgbClr val="000000"/>
                </a:solidFill>
                <a:latin typeface="Arial"/>
              </a:rPr>
              <a:t>будущие</a:t>
            </a:r>
            <a:r>
              <a:rPr lang="ru-RU" sz="900" b="0" i="0" dirty="0" smtClean="0">
                <a:solidFill>
                  <a:srgbClr val="000000"/>
                </a:solidFill>
              </a:rPr>
              <a:t> </a:t>
            </a:r>
            <a:r>
              <a:rPr lang="ru-RU" sz="900" b="0" i="0" dirty="0" smtClean="0">
                <a:solidFill>
                  <a:srgbClr val="000000"/>
                </a:solidFill>
                <a:latin typeface="Arial"/>
              </a:rPr>
              <a:t>требования</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ресурсам</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помощью</a:t>
            </a:r>
            <a:r>
              <a:rPr lang="ru-RU" sz="900" b="0" i="0" dirty="0" smtClean="0">
                <a:solidFill>
                  <a:srgbClr val="000000"/>
                </a:solidFill>
              </a:rPr>
              <a:t> </a:t>
            </a:r>
            <a:r>
              <a:rPr lang="ru-RU" sz="900" b="0" i="0" dirty="0" smtClean="0">
                <a:solidFill>
                  <a:srgbClr val="000000"/>
                </a:solidFill>
                <a:latin typeface="Arial"/>
              </a:rPr>
              <a:t>планирования</a:t>
            </a:r>
            <a:r>
              <a:rPr lang="ru-RU" sz="900" b="0" i="0" dirty="0" smtClean="0">
                <a:solidFill>
                  <a:srgbClr val="000000"/>
                </a:solidFill>
              </a:rPr>
              <a:t> </a:t>
            </a:r>
            <a:r>
              <a:rPr lang="ru-RU" sz="900" b="0" i="0" dirty="0" smtClean="0">
                <a:solidFill>
                  <a:srgbClr val="000000"/>
                </a:solidFill>
                <a:latin typeface="Arial"/>
              </a:rPr>
              <a:t>руководители</a:t>
            </a:r>
            <a:r>
              <a:rPr lang="ru-RU" sz="900" b="0" i="0" dirty="0" smtClean="0">
                <a:solidFill>
                  <a:srgbClr val="000000"/>
                </a:solidFill>
              </a:rPr>
              <a:t> </a:t>
            </a:r>
            <a:r>
              <a:rPr lang="ru-RU" sz="900" b="0" i="0" dirty="0" smtClean="0">
                <a:solidFill>
                  <a:srgbClr val="000000"/>
                </a:solidFill>
                <a:latin typeface="Arial"/>
              </a:rPr>
              <a:t>центров</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также</a:t>
            </a:r>
            <a:r>
              <a:rPr lang="ru-RU" sz="900" b="0" i="0" dirty="0" smtClean="0">
                <a:solidFill>
                  <a:srgbClr val="000000"/>
                </a:solidFill>
              </a:rPr>
              <a:t> </a:t>
            </a:r>
            <a:r>
              <a:rPr lang="ru-RU" sz="900" b="0" i="0" u="sng" dirty="0" smtClean="0">
                <a:solidFill>
                  <a:srgbClr val="000000"/>
                </a:solidFill>
                <a:latin typeface="Arial"/>
              </a:rPr>
              <a:t>определяют</a:t>
            </a:r>
            <a:r>
              <a:rPr lang="ru-RU" sz="900" b="0" i="0" u="sng" dirty="0" smtClean="0">
                <a:solidFill>
                  <a:srgbClr val="000000"/>
                </a:solidFill>
              </a:rPr>
              <a:t> </a:t>
            </a:r>
            <a:r>
              <a:rPr lang="ru-RU" sz="900" b="0" i="0" u="sng" dirty="0" smtClean="0">
                <a:solidFill>
                  <a:srgbClr val="000000"/>
                </a:solidFill>
                <a:latin typeface="Arial"/>
              </a:rPr>
              <a:t>влияние</a:t>
            </a:r>
            <a:r>
              <a:rPr lang="ru-RU" sz="900" b="0" i="0" u="sng" dirty="0" smtClean="0">
                <a:solidFill>
                  <a:srgbClr val="000000"/>
                </a:solidFill>
              </a:rPr>
              <a:t> </a:t>
            </a:r>
            <a:r>
              <a:rPr lang="ru-RU" sz="900" b="0" i="0" u="sng" dirty="0" smtClean="0">
                <a:solidFill>
                  <a:srgbClr val="000000"/>
                </a:solidFill>
                <a:latin typeface="Arial"/>
              </a:rPr>
              <a:t>инцидентов</a:t>
            </a:r>
            <a:r>
              <a:rPr lang="ru-RU" sz="900" b="0" i="0" u="sng" dirty="0" smtClean="0">
                <a:solidFill>
                  <a:srgbClr val="000000"/>
                </a:solidFill>
              </a:rPr>
              <a:t> </a:t>
            </a:r>
            <a:r>
              <a:rPr lang="ru-RU" sz="900" b="0" i="0" u="sng" dirty="0" smtClean="0">
                <a:solidFill>
                  <a:srgbClr val="000000"/>
                </a:solidFill>
                <a:latin typeface="Arial"/>
              </a:rPr>
              <a:t>на</a:t>
            </a:r>
            <a:r>
              <a:rPr lang="ru-RU" sz="900" b="0" i="0" u="sng" dirty="0" smtClean="0">
                <a:solidFill>
                  <a:srgbClr val="000000"/>
                </a:solidFill>
              </a:rPr>
              <a:t> </a:t>
            </a:r>
            <a:r>
              <a:rPr lang="ru-RU" sz="900" b="0" i="0" u="sng" dirty="0" smtClean="0">
                <a:solidFill>
                  <a:srgbClr val="000000"/>
                </a:solidFill>
                <a:latin typeface="Arial"/>
              </a:rPr>
              <a:t>работу</a:t>
            </a:r>
            <a:r>
              <a:rPr lang="ru-RU" sz="900" b="0" i="0" u="sng" dirty="0" smtClean="0">
                <a:solidFill>
                  <a:srgbClr val="000000"/>
                </a:solidFill>
              </a:rPr>
              <a:t> </a:t>
            </a:r>
            <a:r>
              <a:rPr lang="ru-RU" sz="900" b="0" i="0" u="sng" dirty="0" smtClean="0">
                <a:solidFill>
                  <a:srgbClr val="000000"/>
                </a:solidFill>
                <a:latin typeface="Arial"/>
              </a:rPr>
              <a:t>центра</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составляют</a:t>
            </a:r>
            <a:r>
              <a:rPr lang="ru-RU" sz="900" b="0" i="0" u="sng" dirty="0" smtClean="0">
                <a:solidFill>
                  <a:srgbClr val="000000"/>
                </a:solidFill>
              </a:rPr>
              <a:t> </a:t>
            </a:r>
            <a:r>
              <a:rPr lang="ru-RU" sz="900" b="0" i="0" u="sng" dirty="0" smtClean="0">
                <a:solidFill>
                  <a:srgbClr val="000000"/>
                </a:solidFill>
                <a:latin typeface="Arial"/>
              </a:rPr>
              <a:t>планы</a:t>
            </a:r>
            <a:r>
              <a:rPr lang="ru-RU" sz="900" b="0" i="0" u="sng" dirty="0" smtClean="0">
                <a:solidFill>
                  <a:srgbClr val="000000"/>
                </a:solidFill>
              </a:rPr>
              <a:t> </a:t>
            </a:r>
            <a:r>
              <a:rPr lang="ru-RU" sz="900" b="0" i="0" u="sng" dirty="0" smtClean="0">
                <a:solidFill>
                  <a:srgbClr val="000000"/>
                </a:solidFill>
                <a:latin typeface="Arial"/>
              </a:rPr>
              <a:t>действий</a:t>
            </a:r>
            <a:r>
              <a:rPr lang="ru-RU" sz="900" b="0" i="0" u="sng" dirty="0" smtClean="0">
                <a:solidFill>
                  <a:srgbClr val="000000"/>
                </a:solidFill>
              </a:rPr>
              <a:t> </a:t>
            </a:r>
            <a:r>
              <a:rPr lang="ru-RU" sz="900" b="0" i="0" u="sng" dirty="0" smtClean="0">
                <a:solidFill>
                  <a:srgbClr val="000000"/>
                </a:solidFill>
                <a:latin typeface="Arial"/>
              </a:rPr>
              <a:t>в</a:t>
            </a:r>
            <a:r>
              <a:rPr lang="ru-RU" sz="900" b="0" i="0" u="sng" dirty="0" smtClean="0">
                <a:solidFill>
                  <a:srgbClr val="000000"/>
                </a:solidFill>
              </a:rPr>
              <a:t> </a:t>
            </a:r>
            <a:r>
              <a:rPr lang="ru-RU" sz="900" b="0" i="0" u="sng" dirty="0" smtClean="0">
                <a:solidFill>
                  <a:srgbClr val="000000"/>
                </a:solidFill>
                <a:latin typeface="Arial"/>
              </a:rPr>
              <a:t>чрезвычайных</a:t>
            </a:r>
            <a:r>
              <a:rPr lang="ru-RU" sz="900" b="0" i="0" u="sng" dirty="0" smtClean="0">
                <a:solidFill>
                  <a:srgbClr val="000000"/>
                </a:solidFill>
              </a:rPr>
              <a:t> </a:t>
            </a:r>
            <a:r>
              <a:rPr lang="ru-RU" sz="900" b="0" i="0" u="sng" dirty="0" smtClean="0">
                <a:solidFill>
                  <a:srgbClr val="000000"/>
                </a:solidFill>
                <a:latin typeface="Arial"/>
              </a:rPr>
              <a:t>ситуациях</a:t>
            </a:r>
            <a:r>
              <a:rPr lang="ru-RU" sz="900" b="0" i="0" u="sng" dirty="0" smtClean="0">
                <a:solidFill>
                  <a:srgbClr val="000000"/>
                </a:solidFill>
              </a:rPr>
              <a:t>, </a:t>
            </a:r>
            <a:r>
              <a:rPr lang="ru-RU" sz="900" b="0" i="0" u="sng" dirty="0" smtClean="0">
                <a:solidFill>
                  <a:srgbClr val="000000"/>
                </a:solidFill>
                <a:latin typeface="Arial"/>
              </a:rPr>
              <a:t>связанных</a:t>
            </a:r>
            <a:r>
              <a:rPr lang="ru-RU" sz="900" b="0" i="0" u="sng" dirty="0" smtClean="0">
                <a:solidFill>
                  <a:srgbClr val="000000"/>
                </a:solidFill>
              </a:rPr>
              <a:t> </a:t>
            </a:r>
            <a:r>
              <a:rPr lang="ru-RU" sz="900" b="0" i="0" u="sng" dirty="0" smtClean="0">
                <a:solidFill>
                  <a:srgbClr val="000000"/>
                </a:solidFill>
                <a:latin typeface="Arial"/>
              </a:rPr>
              <a:t>с</a:t>
            </a:r>
            <a:r>
              <a:rPr lang="ru-RU" sz="900" b="0" i="0" u="sng" dirty="0" smtClean="0">
                <a:solidFill>
                  <a:srgbClr val="000000"/>
                </a:solidFill>
              </a:rPr>
              <a:t> </a:t>
            </a:r>
            <a:r>
              <a:rPr lang="ru-RU" sz="900" b="0" i="0" u="sng" dirty="0" smtClean="0">
                <a:solidFill>
                  <a:srgbClr val="000000"/>
                </a:solidFill>
                <a:latin typeface="Arial"/>
              </a:rPr>
              <a:t>устройствами</a:t>
            </a:r>
            <a:r>
              <a:rPr lang="ru-RU" sz="900" b="0" i="0" u="sng" dirty="0" smtClean="0">
                <a:solidFill>
                  <a:srgbClr val="000000"/>
                </a:solidFill>
              </a:rPr>
              <a:t>, </a:t>
            </a:r>
            <a:r>
              <a:rPr lang="ru-RU" sz="900" b="0" i="0" u="sng" dirty="0" smtClean="0">
                <a:solidFill>
                  <a:srgbClr val="000000"/>
                </a:solidFill>
                <a:latin typeface="Arial"/>
              </a:rPr>
              <a:t>для</a:t>
            </a:r>
            <a:r>
              <a:rPr lang="ru-RU" sz="900" b="0" i="0" u="sng" dirty="0" smtClean="0">
                <a:solidFill>
                  <a:srgbClr val="000000"/>
                </a:solidFill>
              </a:rPr>
              <a:t> </a:t>
            </a:r>
            <a:r>
              <a:rPr lang="ru-RU" sz="900" b="0" i="0" u="sng" dirty="0" smtClean="0">
                <a:solidFill>
                  <a:srgbClr val="000000"/>
                </a:solidFill>
                <a:latin typeface="Arial"/>
              </a:rPr>
              <a:t>устранения</a:t>
            </a:r>
            <a:r>
              <a:rPr lang="ru-RU" sz="900" b="0" i="0" u="sng" dirty="0" smtClean="0">
                <a:solidFill>
                  <a:srgbClr val="000000"/>
                </a:solidFill>
              </a:rPr>
              <a:t> </a:t>
            </a:r>
            <a:r>
              <a:rPr lang="ru-RU" sz="900" b="0" i="0" u="sng" dirty="0" smtClean="0">
                <a:solidFill>
                  <a:srgbClr val="000000"/>
                </a:solidFill>
                <a:latin typeface="Arial"/>
              </a:rPr>
              <a:t>этих</a:t>
            </a:r>
            <a:r>
              <a:rPr lang="ru-RU" sz="900" b="0" i="0" u="sng" dirty="0" smtClean="0">
                <a:solidFill>
                  <a:srgbClr val="000000"/>
                </a:solidFill>
              </a:rPr>
              <a:t> </a:t>
            </a:r>
            <a:r>
              <a:rPr lang="ru-RU" sz="900" b="0" i="0" u="sng" dirty="0" smtClean="0">
                <a:solidFill>
                  <a:srgbClr val="000000"/>
                </a:solidFill>
                <a:latin typeface="Arial"/>
              </a:rPr>
              <a:t>инцидентов</a:t>
            </a:r>
            <a:r>
              <a:rPr lang="ru-RU" sz="900" b="0" i="0" dirty="0" smtClean="0">
                <a:solidFill>
                  <a:srgbClr val="000000"/>
                </a:solidFill>
              </a:rPr>
              <a:t>.</a:t>
            </a:r>
          </a:p>
          <a:p>
            <a:pPr marL="171450" lvl="1" indent="-171450"/>
            <a:r>
              <a:rPr lang="ru-RU" sz="900" b="1" i="0" dirty="0" smtClean="0">
                <a:solidFill>
                  <a:srgbClr val="000000"/>
                </a:solidFill>
                <a:latin typeface="Arial"/>
              </a:rPr>
              <a:t>Обслуживание</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u="sng" dirty="0" smtClean="0">
                <a:solidFill>
                  <a:srgbClr val="000000"/>
                </a:solidFill>
                <a:latin typeface="Arial"/>
              </a:rPr>
              <a:t>ряд</a:t>
            </a:r>
            <a:r>
              <a:rPr lang="ru-RU" sz="900" b="0" i="0" u="sng" dirty="0" smtClean="0">
                <a:solidFill>
                  <a:srgbClr val="000000"/>
                </a:solidFill>
              </a:rPr>
              <a:t> </a:t>
            </a:r>
            <a:r>
              <a:rPr lang="ru-RU" sz="900" b="0" i="0" u="sng" dirty="0" smtClean="0">
                <a:solidFill>
                  <a:srgbClr val="000000"/>
                </a:solidFill>
                <a:latin typeface="Arial"/>
              </a:rPr>
              <a:t>стандартных</a:t>
            </a:r>
            <a:r>
              <a:rPr lang="ru-RU" sz="900" b="0" i="0" u="sng" dirty="0" smtClean="0">
                <a:solidFill>
                  <a:srgbClr val="000000"/>
                </a:solidFill>
              </a:rPr>
              <a:t> </a:t>
            </a:r>
            <a:r>
              <a:rPr lang="ru-RU" sz="900" b="0" i="0" u="sng" dirty="0" smtClean="0">
                <a:solidFill>
                  <a:srgbClr val="000000"/>
                </a:solidFill>
                <a:latin typeface="Arial"/>
              </a:rPr>
              <a:t>повторяемых</a:t>
            </a:r>
            <a:r>
              <a:rPr lang="ru-RU" sz="900" b="0" i="0" u="sng" dirty="0" smtClean="0">
                <a:solidFill>
                  <a:srgbClr val="000000"/>
                </a:solidFill>
              </a:rPr>
              <a:t> </a:t>
            </a:r>
            <a:r>
              <a:rPr lang="ru-RU" sz="900" b="0" i="0" u="sng" dirty="0" smtClean="0">
                <a:solidFill>
                  <a:srgbClr val="000000"/>
                </a:solidFill>
                <a:latin typeface="Arial"/>
              </a:rPr>
              <a:t>действий</a:t>
            </a:r>
            <a:r>
              <a:rPr lang="ru-RU" sz="900" b="0" i="0" u="sng"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обеспечению</a:t>
            </a:r>
            <a:r>
              <a:rPr lang="ru-RU" sz="900" b="0" i="0" dirty="0" smtClean="0">
                <a:solidFill>
                  <a:srgbClr val="000000"/>
                </a:solidFill>
              </a:rPr>
              <a:t> </a:t>
            </a:r>
            <a:r>
              <a:rPr lang="ru-RU" sz="900" b="0" i="0" u="sng" dirty="0" smtClean="0">
                <a:solidFill>
                  <a:srgbClr val="000000"/>
                </a:solidFill>
                <a:latin typeface="Arial"/>
              </a:rPr>
              <a:t>работоспособности</a:t>
            </a:r>
            <a:r>
              <a:rPr lang="ru-RU" sz="900" b="0" i="0" u="sng" dirty="0" smtClean="0">
                <a:solidFill>
                  <a:srgbClr val="000000"/>
                </a:solidFill>
              </a:rPr>
              <a:t> </a:t>
            </a:r>
            <a:r>
              <a:rPr lang="ru-RU" sz="900" b="0" i="0" u="sng" dirty="0" smtClean="0">
                <a:solidFill>
                  <a:srgbClr val="000000"/>
                </a:solidFill>
                <a:latin typeface="Arial"/>
              </a:rPr>
              <a:t>центра</a:t>
            </a:r>
            <a:r>
              <a:rPr lang="ru-RU" sz="900" b="0" i="0" u="sng"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br>
              <a:rPr lang="ru-RU" sz="900" b="0" i="0" dirty="0" smtClean="0">
                <a:solidFill>
                  <a:srgbClr val="000000"/>
                </a:solidFill>
              </a:rPr>
            </a:br>
            <a:r>
              <a:rPr lang="ru-RU" sz="900" b="0" i="0" dirty="0" smtClean="0">
                <a:solidFill>
                  <a:srgbClr val="000000"/>
                </a:solidFill>
                <a:latin typeface="Arial"/>
              </a:rPr>
              <a:t>Обслуживание</a:t>
            </a:r>
            <a:r>
              <a:rPr lang="ru-RU" sz="900" b="0" i="0" dirty="0" smtClean="0">
                <a:solidFill>
                  <a:srgbClr val="000000"/>
                </a:solidFill>
              </a:rPr>
              <a:t> </a:t>
            </a:r>
            <a:r>
              <a:rPr lang="ru-RU" sz="900" b="0" i="0" dirty="0" smtClean="0">
                <a:solidFill>
                  <a:srgbClr val="000000"/>
                </a:solidFill>
                <a:latin typeface="Arial"/>
              </a:rPr>
              <a:t>включает</a:t>
            </a:r>
            <a:r>
              <a:rPr lang="ru-RU" sz="900" b="0" i="0" dirty="0" smtClean="0">
                <a:solidFill>
                  <a:srgbClr val="000000"/>
                </a:solidFill>
              </a:rPr>
              <a:t> </a:t>
            </a:r>
            <a:r>
              <a:rPr lang="ru-RU" sz="900" b="1" i="0" dirty="0" smtClean="0">
                <a:solidFill>
                  <a:srgbClr val="000000"/>
                </a:solidFill>
                <a:latin typeface="Arial"/>
              </a:rPr>
              <a:t>обеспечение</a:t>
            </a:r>
            <a:r>
              <a:rPr lang="ru-RU" sz="900" b="1" i="0" dirty="0" smtClean="0">
                <a:solidFill>
                  <a:srgbClr val="000000"/>
                </a:solidFill>
              </a:rPr>
              <a:t> </a:t>
            </a:r>
            <a:r>
              <a:rPr lang="ru-RU" sz="900" b="1" i="0" dirty="0" smtClean="0">
                <a:solidFill>
                  <a:srgbClr val="000000"/>
                </a:solidFill>
                <a:latin typeface="Arial"/>
              </a:rPr>
              <a:t>должного</a:t>
            </a:r>
            <a:r>
              <a:rPr lang="ru-RU" sz="900" b="1" i="0" dirty="0" smtClean="0">
                <a:solidFill>
                  <a:srgbClr val="000000"/>
                </a:solidFill>
              </a:rPr>
              <a:t> </a:t>
            </a:r>
            <a:r>
              <a:rPr lang="ru-RU" sz="900" b="1" i="0" dirty="0" smtClean="0">
                <a:solidFill>
                  <a:srgbClr val="000000"/>
                </a:solidFill>
                <a:latin typeface="Arial"/>
              </a:rPr>
              <a:t>функционирования</a:t>
            </a:r>
            <a:r>
              <a:rPr lang="ru-RU" sz="900" b="1" i="0" dirty="0" smtClean="0">
                <a:solidFill>
                  <a:srgbClr val="000000"/>
                </a:solidFill>
              </a:rPr>
              <a:t> </a:t>
            </a:r>
            <a:r>
              <a:rPr lang="ru-RU" sz="900" b="1" i="0" dirty="0" smtClean="0">
                <a:solidFill>
                  <a:srgbClr val="000000"/>
                </a:solidFill>
                <a:latin typeface="Arial"/>
              </a:rPr>
              <a:t>ресурсов</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устранение</a:t>
            </a:r>
            <a:r>
              <a:rPr lang="ru-RU" sz="900" b="1" i="0" dirty="0" smtClean="0">
                <a:solidFill>
                  <a:srgbClr val="000000"/>
                </a:solidFill>
              </a:rPr>
              <a:t> </a:t>
            </a:r>
            <a:r>
              <a:rPr lang="ru-RU" sz="900" b="1" i="0" dirty="0" smtClean="0">
                <a:solidFill>
                  <a:srgbClr val="000000"/>
                </a:solidFill>
                <a:latin typeface="Arial"/>
              </a:rPr>
              <a:t>инцидентов</a:t>
            </a:r>
            <a:r>
              <a:rPr lang="ru-RU" sz="900" b="1" i="0" dirty="0" smtClean="0">
                <a:solidFill>
                  <a:srgbClr val="000000"/>
                </a:solidFill>
              </a:rPr>
              <a:t>, </a:t>
            </a:r>
            <a:r>
              <a:rPr lang="ru-RU" sz="900" b="1" i="0" dirty="0" smtClean="0">
                <a:solidFill>
                  <a:srgbClr val="000000"/>
                </a:solidFill>
                <a:latin typeface="Arial"/>
              </a:rPr>
              <a:t>например</a:t>
            </a:r>
            <a:r>
              <a:rPr lang="ru-RU" sz="900" b="1" i="0" dirty="0" smtClean="0">
                <a:solidFill>
                  <a:srgbClr val="000000"/>
                </a:solidFill>
              </a:rPr>
              <a:t> </a:t>
            </a:r>
            <a:r>
              <a:rPr lang="ru-RU" sz="900" b="1" i="0" dirty="0" smtClean="0">
                <a:solidFill>
                  <a:srgbClr val="000000"/>
                </a:solidFill>
                <a:latin typeface="Arial"/>
              </a:rPr>
              <a:t>неисправностей</a:t>
            </a:r>
            <a:r>
              <a:rPr lang="ru-RU" sz="900" b="1" i="0" dirty="0" smtClean="0">
                <a:solidFill>
                  <a:srgbClr val="000000"/>
                </a:solidFill>
              </a:rPr>
              <a:t>, </a:t>
            </a:r>
            <a:r>
              <a:rPr lang="ru-RU" sz="900" b="1" i="0" dirty="0" smtClean="0">
                <a:solidFill>
                  <a:srgbClr val="000000"/>
                </a:solidFill>
                <a:latin typeface="Arial"/>
              </a:rPr>
              <a:t>простоев</a:t>
            </a:r>
            <a:r>
              <a:rPr lang="ru-RU" sz="900" b="1" i="0" dirty="0" smtClean="0">
                <a:solidFill>
                  <a:srgbClr val="000000"/>
                </a:solidFill>
              </a:rPr>
              <a:t> </a:t>
            </a:r>
            <a:r>
              <a:rPr lang="ru-RU" sz="900" b="1" i="0" dirty="0" smtClean="0">
                <a:solidFill>
                  <a:srgbClr val="000000"/>
                </a:solidFill>
                <a:latin typeface="Arial"/>
              </a:rPr>
              <a:t>и</a:t>
            </a:r>
            <a:r>
              <a:rPr lang="ru-RU" sz="900" b="1" i="0" dirty="0" smtClean="0">
                <a:solidFill>
                  <a:srgbClr val="000000"/>
                </a:solidFill>
              </a:rPr>
              <a:t> </a:t>
            </a:r>
            <a:r>
              <a:rPr lang="ru-RU" sz="900" b="1" i="0" dirty="0" smtClean="0">
                <a:solidFill>
                  <a:srgbClr val="000000"/>
                </a:solidFill>
                <a:latin typeface="Arial"/>
              </a:rPr>
              <a:t>выхода</a:t>
            </a:r>
            <a:r>
              <a:rPr lang="ru-RU" sz="900" b="1" i="0" dirty="0" smtClean="0">
                <a:solidFill>
                  <a:srgbClr val="000000"/>
                </a:solidFill>
              </a:rPr>
              <a:t> </a:t>
            </a:r>
            <a:r>
              <a:rPr lang="ru-RU" sz="900" b="1" i="0" dirty="0" smtClean="0">
                <a:solidFill>
                  <a:srgbClr val="000000"/>
                </a:solidFill>
                <a:latin typeface="Arial"/>
              </a:rPr>
              <a:t>из</a:t>
            </a:r>
            <a:r>
              <a:rPr lang="ru-RU" sz="900" b="1" i="0" dirty="0" smtClean="0">
                <a:solidFill>
                  <a:srgbClr val="000000"/>
                </a:solidFill>
              </a:rPr>
              <a:t> </a:t>
            </a:r>
            <a:r>
              <a:rPr lang="ru-RU" sz="900" b="1" i="0" dirty="0" smtClean="0">
                <a:solidFill>
                  <a:srgbClr val="000000"/>
                </a:solidFill>
                <a:latin typeface="Arial"/>
              </a:rPr>
              <a:t>строя</a:t>
            </a:r>
            <a:r>
              <a:rPr lang="ru-RU" sz="900" b="1" i="0" dirty="0" smtClean="0">
                <a:solidFill>
                  <a:srgbClr val="000000"/>
                </a:solidFill>
              </a:rPr>
              <a:t> </a:t>
            </a:r>
            <a:r>
              <a:rPr lang="ru-RU" sz="900" b="1" i="0" dirty="0" smtClean="0">
                <a:solidFill>
                  <a:srgbClr val="000000"/>
                </a:solidFill>
                <a:latin typeface="Arial"/>
              </a:rPr>
              <a:t>оборудования</a:t>
            </a:r>
            <a:r>
              <a:rPr lang="ru-RU" sz="900" b="0" i="0" dirty="0" smtClean="0">
                <a:solidFill>
                  <a:srgbClr val="000000"/>
                </a:solidFill>
              </a:rPr>
              <a:t>. </a:t>
            </a:r>
            <a:r>
              <a:rPr lang="ru-RU" sz="900" b="0" i="0" dirty="0" smtClean="0">
                <a:solidFill>
                  <a:srgbClr val="000000"/>
                </a:solidFill>
                <a:latin typeface="Arial"/>
              </a:rPr>
              <a:t>Кроме</a:t>
            </a:r>
            <a:r>
              <a:rPr lang="ru-RU" sz="900" b="0" i="0" dirty="0" smtClean="0">
                <a:solidFill>
                  <a:srgbClr val="000000"/>
                </a:solidFill>
              </a:rPr>
              <a:t> </a:t>
            </a:r>
            <a:r>
              <a:rPr lang="ru-RU" sz="900" b="0" i="0" dirty="0" smtClean="0">
                <a:solidFill>
                  <a:srgbClr val="000000"/>
                </a:solidFill>
                <a:latin typeface="Arial"/>
              </a:rPr>
              <a:t>того</a:t>
            </a:r>
            <a:r>
              <a:rPr lang="ru-RU" sz="900" b="0" i="0" dirty="0" smtClean="0">
                <a:solidFill>
                  <a:srgbClr val="000000"/>
                </a:solidFill>
              </a:rPr>
              <a:t>, </a:t>
            </a:r>
            <a:r>
              <a:rPr lang="ru-RU" sz="900" b="0" i="0" dirty="0" smtClean="0">
                <a:solidFill>
                  <a:srgbClr val="000000"/>
                </a:solidFill>
                <a:latin typeface="Arial"/>
              </a:rPr>
              <a:t>оно</a:t>
            </a:r>
            <a:r>
              <a:rPr lang="ru-RU" sz="900" b="0" i="0" dirty="0" smtClean="0">
                <a:solidFill>
                  <a:srgbClr val="000000"/>
                </a:solidFill>
              </a:rPr>
              <a:t> </a:t>
            </a:r>
            <a:r>
              <a:rPr lang="ru-RU" sz="900" b="0" i="0" dirty="0" smtClean="0">
                <a:solidFill>
                  <a:srgbClr val="000000"/>
                </a:solidFill>
                <a:latin typeface="Arial"/>
              </a:rPr>
              <a:t>включает</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себя</a:t>
            </a:r>
            <a:r>
              <a:rPr lang="ru-RU" sz="900" b="0" i="0" dirty="0" smtClean="0">
                <a:solidFill>
                  <a:srgbClr val="000000"/>
                </a:solidFill>
              </a:rPr>
              <a:t> </a:t>
            </a:r>
            <a:r>
              <a:rPr lang="ru-RU" sz="900" b="0" i="0" dirty="0" smtClean="0">
                <a:solidFill>
                  <a:srgbClr val="000000"/>
                </a:solidFill>
                <a:latin typeface="Arial"/>
              </a:rPr>
              <a:t>устранение</a:t>
            </a:r>
            <a:r>
              <a:rPr lang="ru-RU" sz="900" b="0" i="0" dirty="0" smtClean="0">
                <a:solidFill>
                  <a:srgbClr val="000000"/>
                </a:solidFill>
              </a:rPr>
              <a:t> </a:t>
            </a:r>
            <a:r>
              <a:rPr lang="ru-RU" sz="900" b="0" i="0" dirty="0" smtClean="0">
                <a:solidFill>
                  <a:srgbClr val="000000"/>
                </a:solidFill>
                <a:latin typeface="Arial"/>
              </a:rPr>
              <a:t>обнаруженных</a:t>
            </a:r>
            <a:r>
              <a:rPr lang="ru-RU" sz="900" b="0" i="0" dirty="0" smtClean="0">
                <a:solidFill>
                  <a:srgbClr val="000000"/>
                </a:solidFill>
              </a:rPr>
              <a:t> </a:t>
            </a:r>
            <a:r>
              <a:rPr lang="ru-RU" sz="900" b="0" i="0" dirty="0" smtClean="0">
                <a:solidFill>
                  <a:srgbClr val="000000"/>
                </a:solidFill>
                <a:latin typeface="Arial"/>
              </a:rPr>
              <a:t>проблем</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неисправностей</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центре</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также</a:t>
            </a:r>
            <a:r>
              <a:rPr lang="ru-RU" sz="900" b="0" i="0" dirty="0" smtClean="0">
                <a:solidFill>
                  <a:srgbClr val="000000"/>
                </a:solidFill>
              </a:rPr>
              <a:t> </a:t>
            </a:r>
            <a:r>
              <a:rPr lang="ru-RU" sz="900" b="0" i="0" dirty="0" smtClean="0">
                <a:solidFill>
                  <a:srgbClr val="000000"/>
                </a:solidFill>
                <a:latin typeface="Arial"/>
              </a:rPr>
              <a:t>внесение</a:t>
            </a:r>
            <a:r>
              <a:rPr lang="ru-RU" sz="900" b="0" i="0" dirty="0" smtClean="0">
                <a:solidFill>
                  <a:srgbClr val="000000"/>
                </a:solidFill>
              </a:rPr>
              <a:t> </a:t>
            </a:r>
            <a:r>
              <a:rPr lang="ru-RU" sz="900" b="0" i="0" dirty="0" smtClean="0">
                <a:solidFill>
                  <a:srgbClr val="000000"/>
                </a:solidFill>
                <a:latin typeface="Arial"/>
              </a:rPr>
              <a:t>изменений</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предотвращения</a:t>
            </a:r>
            <a:r>
              <a:rPr lang="ru-RU" sz="900" b="0" i="0" dirty="0" smtClean="0">
                <a:solidFill>
                  <a:srgbClr val="000000"/>
                </a:solidFill>
              </a:rPr>
              <a:t> </a:t>
            </a:r>
            <a:r>
              <a:rPr lang="ru-RU" sz="900" b="0" i="0" dirty="0" smtClean="0">
                <a:solidFill>
                  <a:srgbClr val="000000"/>
                </a:solidFill>
                <a:latin typeface="Arial"/>
              </a:rPr>
              <a:t>проблем</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будущем</a:t>
            </a:r>
            <a:r>
              <a:rPr lang="ru-RU" sz="900" b="0" i="0" dirty="0" smtClean="0">
                <a:solidFill>
                  <a:srgbClr val="000000"/>
                </a:solidFill>
              </a:rPr>
              <a:t>.</a:t>
            </a:r>
          </a:p>
        </p:txBody>
      </p:sp>
    </p:spTree>
    <p:extLst>
      <p:ext uri="{BB962C8B-B14F-4D97-AF65-F5344CB8AC3E}">
        <p14:creationId xmlns:p14="http://schemas.microsoft.com/office/powerpoint/2010/main" val="2207056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целом</a:t>
            </a:r>
            <a:r>
              <a:rPr lang="ru-RU" sz="900" b="0" i="0" dirty="0" smtClean="0">
                <a:solidFill>
                  <a:srgbClr val="000000"/>
                </a:solidFill>
              </a:rPr>
              <a:t> </a:t>
            </a:r>
            <a:r>
              <a:rPr lang="ru-RU" sz="900" b="0" i="0" dirty="0" smtClean="0">
                <a:solidFill>
                  <a:srgbClr val="000000"/>
                </a:solidFill>
                <a:latin typeface="Arial"/>
              </a:rPr>
              <a:t>термин</a:t>
            </a:r>
            <a:r>
              <a:rPr lang="ru-RU" sz="900" b="0" i="0" dirty="0" smtClean="0">
                <a:solidFill>
                  <a:srgbClr val="000000"/>
                </a:solidFill>
              </a:rPr>
              <a:t> «</a:t>
            </a:r>
            <a:r>
              <a:rPr lang="ru-RU" sz="900" b="0" i="0" dirty="0" smtClean="0">
                <a:solidFill>
                  <a:srgbClr val="000000"/>
                </a:solidFill>
                <a:latin typeface="Arial"/>
              </a:rPr>
              <a:t>платформа</a:t>
            </a:r>
            <a:r>
              <a:rPr lang="ru-RU" sz="900" b="0" i="0" dirty="0" smtClean="0">
                <a:solidFill>
                  <a:srgbClr val="000000"/>
                </a:solidFill>
              </a:rPr>
              <a:t>» </a:t>
            </a:r>
            <a:r>
              <a:rPr lang="ru-RU" sz="900" b="0" i="0" dirty="0" smtClean="0">
                <a:solidFill>
                  <a:srgbClr val="000000"/>
                </a:solidFill>
                <a:latin typeface="Arial"/>
              </a:rPr>
              <a:t>обозначает</a:t>
            </a:r>
            <a:r>
              <a:rPr lang="ru-RU" sz="900" b="0" i="0" dirty="0" smtClean="0">
                <a:solidFill>
                  <a:srgbClr val="000000"/>
                </a:solidFill>
              </a:rPr>
              <a:t> </a:t>
            </a:r>
            <a:r>
              <a:rPr lang="ru-RU" sz="900" b="0" i="0" dirty="0" smtClean="0">
                <a:solidFill>
                  <a:srgbClr val="000000"/>
                </a:solidFill>
                <a:latin typeface="Arial"/>
              </a:rPr>
              <a:t>оборудование</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программное</a:t>
            </a:r>
            <a:r>
              <a:rPr lang="ru-RU" sz="900" b="0" i="0" dirty="0" smtClean="0">
                <a:solidFill>
                  <a:srgbClr val="000000"/>
                </a:solidFill>
              </a:rPr>
              <a:t> </a:t>
            </a:r>
            <a:r>
              <a:rPr lang="ru-RU" sz="900" b="0" i="0" dirty="0" smtClean="0">
                <a:solidFill>
                  <a:srgbClr val="000000"/>
                </a:solidFill>
                <a:latin typeface="Arial"/>
              </a:rPr>
              <a:t>обеспечение</a:t>
            </a:r>
            <a:r>
              <a:rPr lang="ru-RU" sz="900" b="0" i="0" dirty="0" smtClean="0">
                <a:solidFill>
                  <a:srgbClr val="000000"/>
                </a:solidFill>
              </a:rPr>
              <a:t>, </a:t>
            </a:r>
            <a:r>
              <a:rPr lang="ru-RU" sz="900" b="0" i="0" dirty="0" smtClean="0">
                <a:solidFill>
                  <a:srgbClr val="000000"/>
                </a:solidFill>
                <a:latin typeface="Arial"/>
              </a:rPr>
              <a:t>связанное</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определенной</a:t>
            </a:r>
            <a:r>
              <a:rPr lang="ru-RU" sz="900" b="0" i="0" dirty="0" smtClean="0">
                <a:solidFill>
                  <a:srgbClr val="000000"/>
                </a:solidFill>
              </a:rPr>
              <a:t> </a:t>
            </a:r>
            <a:r>
              <a:rPr lang="ru-RU" sz="900" b="0" i="0" dirty="0" smtClean="0">
                <a:solidFill>
                  <a:srgbClr val="000000"/>
                </a:solidFill>
                <a:latin typeface="Arial"/>
              </a:rPr>
              <a:t>вычислительной</a:t>
            </a:r>
            <a:r>
              <a:rPr lang="ru-RU" sz="900" b="0" i="0" dirty="0" smtClean="0">
                <a:solidFill>
                  <a:srgbClr val="000000"/>
                </a:solidFill>
              </a:rPr>
              <a:t> </a:t>
            </a:r>
            <a:r>
              <a:rPr lang="ru-RU" sz="900" b="0" i="0" dirty="0" smtClean="0">
                <a:solidFill>
                  <a:srgbClr val="000000"/>
                </a:solidFill>
                <a:latin typeface="Arial"/>
              </a:rPr>
              <a:t>архитектурой</a:t>
            </a:r>
            <a:r>
              <a:rPr lang="ru-RU" sz="900" b="0" i="0" dirty="0" smtClean="0">
                <a:solidFill>
                  <a:srgbClr val="000000"/>
                </a:solidFill>
              </a:rPr>
              <a:t>, </a:t>
            </a:r>
            <a:r>
              <a:rPr lang="ru-RU" sz="900" b="0" i="0" dirty="0" smtClean="0">
                <a:solidFill>
                  <a:srgbClr val="000000"/>
                </a:solidFill>
                <a:latin typeface="Arial"/>
              </a:rPr>
              <a:t>развернутой</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центре</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Вычислительные</a:t>
            </a:r>
            <a:r>
              <a:rPr lang="ru-RU" sz="900" b="0" i="0" dirty="0" smtClean="0">
                <a:solidFill>
                  <a:srgbClr val="000000"/>
                </a:solidFill>
              </a:rPr>
              <a:t> </a:t>
            </a:r>
            <a:r>
              <a:rPr lang="ru-RU" sz="900" b="0" i="0" dirty="0" smtClean="0">
                <a:solidFill>
                  <a:srgbClr val="000000"/>
                </a:solidFill>
                <a:latin typeface="Arial"/>
              </a:rPr>
              <a:t>платформы</a:t>
            </a:r>
            <a:r>
              <a:rPr lang="ru-RU" sz="900" b="0" i="0" dirty="0" smtClean="0">
                <a:solidFill>
                  <a:srgbClr val="000000"/>
                </a:solidFill>
              </a:rPr>
              <a:t> </a:t>
            </a:r>
            <a:r>
              <a:rPr lang="ru-RU" sz="900" b="0" i="0" dirty="0" smtClean="0">
                <a:solidFill>
                  <a:srgbClr val="000000"/>
                </a:solidFill>
                <a:latin typeface="Arial"/>
              </a:rPr>
              <a:t>растут</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развиваются</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мере</a:t>
            </a:r>
            <a:r>
              <a:rPr lang="ru-RU" sz="900" b="0" i="0" dirty="0" smtClean="0">
                <a:solidFill>
                  <a:srgbClr val="000000"/>
                </a:solidFill>
              </a:rPr>
              <a:t> </a:t>
            </a:r>
            <a:r>
              <a:rPr lang="ru-RU" sz="900" b="0" i="0" dirty="0" smtClean="0">
                <a:solidFill>
                  <a:srgbClr val="000000"/>
                </a:solidFill>
                <a:latin typeface="Arial"/>
              </a:rPr>
              <a:t>внедрения</a:t>
            </a:r>
            <a:r>
              <a:rPr lang="ru-RU" sz="900" b="0" i="0" dirty="0" smtClean="0">
                <a:solidFill>
                  <a:srgbClr val="000000"/>
                </a:solidFill>
              </a:rPr>
              <a:t> </a:t>
            </a:r>
            <a:r>
              <a:rPr lang="ru-RU" sz="900" b="0" i="0" dirty="0" smtClean="0">
                <a:solidFill>
                  <a:srgbClr val="000000"/>
                </a:solidFill>
                <a:latin typeface="Arial"/>
              </a:rPr>
              <a:t>технологических</a:t>
            </a:r>
            <a:r>
              <a:rPr lang="ru-RU" sz="900" b="0" i="0" dirty="0" smtClean="0">
                <a:solidFill>
                  <a:srgbClr val="000000"/>
                </a:solidFill>
              </a:rPr>
              <a:t> </a:t>
            </a:r>
            <a:r>
              <a:rPr lang="ru-RU" sz="900" b="0" i="0" dirty="0" smtClean="0">
                <a:solidFill>
                  <a:srgbClr val="000000"/>
                </a:solidFill>
                <a:latin typeface="Arial"/>
              </a:rPr>
              <a:t>инноваций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изменений</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рисунке</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слайде</a:t>
            </a:r>
            <a:r>
              <a:rPr lang="ru-RU" sz="900" b="0" i="0" dirty="0" smtClean="0">
                <a:solidFill>
                  <a:srgbClr val="000000"/>
                </a:solidFill>
              </a:rPr>
              <a:t> </a:t>
            </a:r>
            <a:r>
              <a:rPr lang="ru-RU" sz="900" b="0" i="0" dirty="0" smtClean="0">
                <a:solidFill>
                  <a:srgbClr val="000000"/>
                </a:solidFill>
                <a:latin typeface="Arial"/>
              </a:rPr>
              <a:t>показаны</a:t>
            </a:r>
            <a:r>
              <a:rPr lang="ru-RU" sz="900" b="0" i="0" dirty="0" smtClean="0">
                <a:solidFill>
                  <a:srgbClr val="000000"/>
                </a:solidFill>
              </a:rPr>
              <a:t> </a:t>
            </a:r>
            <a:r>
              <a:rPr lang="ru-RU" sz="900" b="0" i="0" dirty="0" smtClean="0">
                <a:solidFill>
                  <a:srgbClr val="000000"/>
                </a:solidFill>
                <a:latin typeface="Arial"/>
              </a:rPr>
              <a:t>три</a:t>
            </a:r>
            <a:r>
              <a:rPr lang="ru-RU" sz="900" b="0" i="0" dirty="0" smtClean="0">
                <a:solidFill>
                  <a:srgbClr val="000000"/>
                </a:solidFill>
              </a:rPr>
              <a:t> </a:t>
            </a:r>
            <a:r>
              <a:rPr lang="ru-RU" sz="900" b="0" i="0" dirty="0" smtClean="0">
                <a:solidFill>
                  <a:srgbClr val="000000"/>
                </a:solidFill>
                <a:latin typeface="Arial"/>
              </a:rPr>
              <a:t>вычислительные</a:t>
            </a:r>
            <a:r>
              <a:rPr lang="ru-RU" sz="900" b="0" i="0" dirty="0" smtClean="0">
                <a:solidFill>
                  <a:srgbClr val="000000"/>
                </a:solidFill>
              </a:rPr>
              <a:t> </a:t>
            </a:r>
            <a:r>
              <a:rPr lang="ru-RU" sz="900" b="0" i="0" dirty="0" smtClean="0">
                <a:solidFill>
                  <a:srgbClr val="000000"/>
                </a:solidFill>
                <a:latin typeface="Arial"/>
              </a:rPr>
              <a:t>платформы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их</a:t>
            </a:r>
            <a:r>
              <a:rPr lang="ru-RU" sz="900" b="0" i="0" dirty="0" smtClean="0">
                <a:solidFill>
                  <a:srgbClr val="000000"/>
                </a:solidFill>
              </a:rPr>
              <a:t> </a:t>
            </a:r>
            <a:r>
              <a:rPr lang="ru-RU" sz="900" b="0" i="0" dirty="0" smtClean="0">
                <a:solidFill>
                  <a:srgbClr val="000000"/>
                </a:solidFill>
                <a:latin typeface="Arial"/>
              </a:rPr>
              <a:t>рост</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сфере</a:t>
            </a:r>
            <a:r>
              <a:rPr lang="ru-RU" sz="900" b="0" i="0" dirty="0" smtClean="0">
                <a:solidFill>
                  <a:srgbClr val="000000"/>
                </a:solidFill>
              </a:rPr>
              <a:t> </a:t>
            </a:r>
            <a:r>
              <a:rPr lang="ru-RU" sz="900" b="0" i="0" dirty="0" smtClean="0">
                <a:solidFill>
                  <a:srgbClr val="000000"/>
                </a:solidFill>
                <a:latin typeface="Arial"/>
              </a:rPr>
              <a:t>ИТ</a:t>
            </a:r>
            <a:r>
              <a:rPr lang="ru-RU" sz="900" b="0" i="0" dirty="0" smtClean="0">
                <a:solidFill>
                  <a:srgbClr val="000000"/>
                </a:solidFill>
              </a:rPr>
              <a:t>, </a:t>
            </a:r>
            <a:r>
              <a:rPr lang="ru-RU" sz="900" b="0" i="0" dirty="0" smtClean="0">
                <a:solidFill>
                  <a:srgbClr val="000000"/>
                </a:solidFill>
                <a:latin typeface="Arial"/>
              </a:rPr>
              <a:t>согласно</a:t>
            </a:r>
            <a:r>
              <a:rPr lang="ru-RU" sz="900" b="0" i="0" dirty="0" smtClean="0">
                <a:solidFill>
                  <a:srgbClr val="000000"/>
                </a:solidFill>
              </a:rPr>
              <a:t> </a:t>
            </a:r>
            <a:r>
              <a:rPr lang="ru-RU" sz="900" b="0" i="0" dirty="0" smtClean="0">
                <a:solidFill>
                  <a:srgbClr val="000000"/>
                </a:solidFill>
                <a:latin typeface="Arial"/>
              </a:rPr>
              <a:t>данным</a:t>
            </a:r>
            <a:r>
              <a:rPr lang="ru-RU" sz="900" b="0" i="0" dirty="0" smtClean="0">
                <a:solidFill>
                  <a:srgbClr val="000000"/>
                </a:solidFill>
              </a:rPr>
              <a:t> IDC. </a:t>
            </a:r>
          </a:p>
          <a:p>
            <a:pPr>
              <a:spcBef>
                <a:spcPts val="600"/>
              </a:spcBef>
            </a:pPr>
            <a:r>
              <a:rPr lang="ru-RU" sz="900" b="0" i="1" dirty="0" smtClean="0">
                <a:solidFill>
                  <a:srgbClr val="000000"/>
                </a:solidFill>
                <a:latin typeface="Arial"/>
              </a:rPr>
              <a:t>Первая</a:t>
            </a:r>
            <a:r>
              <a:rPr lang="ru-RU" sz="900" b="0" i="1" dirty="0" smtClean="0">
                <a:solidFill>
                  <a:srgbClr val="000000"/>
                </a:solidFill>
              </a:rPr>
              <a:t> </a:t>
            </a:r>
            <a:r>
              <a:rPr lang="ru-RU" sz="900" b="0" i="1" dirty="0" smtClean="0">
                <a:solidFill>
                  <a:srgbClr val="000000"/>
                </a:solidFill>
                <a:latin typeface="Arial"/>
              </a:rPr>
              <a:t>платформа</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платформа</a:t>
            </a:r>
            <a:r>
              <a:rPr lang="ru-RU" sz="900" b="0" i="0" dirty="0" smtClean="0">
                <a:solidFill>
                  <a:srgbClr val="000000"/>
                </a:solidFill>
              </a:rPr>
              <a:t> 1) </a:t>
            </a:r>
            <a:r>
              <a:rPr lang="ru-RU" sz="900" b="0" i="0" dirty="0" smtClean="0">
                <a:solidFill>
                  <a:srgbClr val="000000"/>
                </a:solidFill>
                <a:latin typeface="Arial"/>
              </a:rPr>
              <a:t>появилась</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заре</a:t>
            </a:r>
            <a:r>
              <a:rPr lang="ru-RU" sz="900" b="0" i="0" dirty="0" smtClean="0">
                <a:solidFill>
                  <a:srgbClr val="000000"/>
                </a:solidFill>
              </a:rPr>
              <a:t> </a:t>
            </a:r>
            <a:r>
              <a:rPr lang="ru-RU" sz="900" b="0" i="0" dirty="0" smtClean="0">
                <a:solidFill>
                  <a:srgbClr val="000000"/>
                </a:solidFill>
                <a:latin typeface="Arial"/>
              </a:rPr>
              <a:t>развития</a:t>
            </a:r>
            <a:r>
              <a:rPr lang="ru-RU" sz="900" b="0" i="0" dirty="0" smtClean="0">
                <a:solidFill>
                  <a:srgbClr val="000000"/>
                </a:solidFill>
              </a:rPr>
              <a:t> </a:t>
            </a:r>
            <a:r>
              <a:rPr lang="ru-RU" sz="900" b="0" i="0" dirty="0" smtClean="0">
                <a:solidFill>
                  <a:srgbClr val="000000"/>
                </a:solidFill>
                <a:latin typeface="Arial"/>
              </a:rPr>
              <a:t>вычислительных</a:t>
            </a:r>
            <a:r>
              <a:rPr lang="ru-RU" sz="900" b="0" i="0" dirty="0" smtClean="0">
                <a:solidFill>
                  <a:srgbClr val="000000"/>
                </a:solidFill>
              </a:rPr>
              <a:t> </a:t>
            </a:r>
            <a:r>
              <a:rPr lang="ru-RU" sz="900" b="0" i="0" dirty="0" smtClean="0">
                <a:solidFill>
                  <a:srgbClr val="000000"/>
                </a:solidFill>
                <a:latin typeface="Arial"/>
              </a:rPr>
              <a:t>технологий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основывалась</a:t>
            </a:r>
            <a:r>
              <a:rPr lang="ru-RU" sz="900" b="0" i="0" dirty="0" smtClean="0">
                <a:solidFill>
                  <a:srgbClr val="000000"/>
                </a:solidFill>
              </a:rPr>
              <a:t> </a:t>
            </a:r>
            <a:r>
              <a:rPr lang="ru-RU" sz="900" b="0" i="0" dirty="0" smtClean="0">
                <a:solidFill>
                  <a:srgbClr val="000000"/>
                </a:solidFill>
                <a:latin typeface="Arial"/>
              </a:rPr>
              <a:t>главным</a:t>
            </a:r>
            <a:r>
              <a:rPr lang="ru-RU" sz="900" b="0" i="0" dirty="0" smtClean="0">
                <a:solidFill>
                  <a:srgbClr val="000000"/>
                </a:solidFill>
              </a:rPr>
              <a:t> </a:t>
            </a:r>
            <a:r>
              <a:rPr lang="ru-RU" sz="900" b="0" i="0" dirty="0" smtClean="0">
                <a:solidFill>
                  <a:srgbClr val="000000"/>
                </a:solidFill>
                <a:latin typeface="Arial"/>
              </a:rPr>
              <a:t>образом</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мейнфреймах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терминалах</a:t>
            </a:r>
            <a:r>
              <a:rPr lang="ru-RU" sz="900" b="0" i="0" dirty="0" smtClean="0">
                <a:solidFill>
                  <a:srgbClr val="000000"/>
                </a:solidFill>
              </a:rPr>
              <a:t>. </a:t>
            </a:r>
          </a:p>
          <a:p>
            <a:pPr>
              <a:spcBef>
                <a:spcPts val="600"/>
              </a:spcBef>
            </a:pPr>
            <a:r>
              <a:rPr lang="ru-RU" sz="900" b="0" i="1" dirty="0" smtClean="0">
                <a:solidFill>
                  <a:srgbClr val="000000"/>
                </a:solidFill>
                <a:latin typeface="Arial"/>
              </a:rPr>
              <a:t>Вторая</a:t>
            </a:r>
            <a:r>
              <a:rPr lang="ru-RU" sz="900" b="0" i="1" dirty="0" smtClean="0">
                <a:solidFill>
                  <a:srgbClr val="000000"/>
                </a:solidFill>
              </a:rPr>
              <a:t> </a:t>
            </a:r>
            <a:r>
              <a:rPr lang="ru-RU" sz="900" b="0" i="1" dirty="0" smtClean="0">
                <a:solidFill>
                  <a:srgbClr val="000000"/>
                </a:solidFill>
                <a:latin typeface="Arial"/>
              </a:rPr>
              <a:t>платформа</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платформа</a:t>
            </a:r>
            <a:r>
              <a:rPr lang="ru-RU" sz="900" b="0" i="0" dirty="0" smtClean="0">
                <a:solidFill>
                  <a:srgbClr val="000000"/>
                </a:solidFill>
              </a:rPr>
              <a:t> 2) </a:t>
            </a:r>
            <a:r>
              <a:rPr lang="ru-RU" sz="900" b="0" i="0" dirty="0" smtClean="0">
                <a:solidFill>
                  <a:srgbClr val="000000"/>
                </a:solidFill>
                <a:latin typeface="Arial"/>
              </a:rPr>
              <a:t>была</a:t>
            </a:r>
            <a:r>
              <a:rPr lang="ru-RU" sz="900" b="0" i="0" dirty="0" smtClean="0">
                <a:solidFill>
                  <a:srgbClr val="000000"/>
                </a:solidFill>
              </a:rPr>
              <a:t> </a:t>
            </a:r>
            <a:r>
              <a:rPr lang="ru-RU" sz="900" b="0" i="0" dirty="0" smtClean="0">
                <a:solidFill>
                  <a:srgbClr val="000000"/>
                </a:solidFill>
                <a:latin typeface="Arial"/>
              </a:rPr>
              <a:t>создана</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появлением</a:t>
            </a:r>
            <a:r>
              <a:rPr lang="ru-RU" sz="900" b="0" i="0" dirty="0" smtClean="0">
                <a:solidFill>
                  <a:srgbClr val="000000"/>
                </a:solidFill>
              </a:rPr>
              <a:t> </a:t>
            </a:r>
            <a:r>
              <a:rPr lang="ru-RU" sz="900" b="0" i="0" dirty="0" smtClean="0">
                <a:solidFill>
                  <a:srgbClr val="000000"/>
                </a:solidFill>
                <a:latin typeface="Arial"/>
              </a:rPr>
              <a:t>персональных</a:t>
            </a:r>
            <a:r>
              <a:rPr lang="ru-RU" sz="900" b="0" i="0" dirty="0" smtClean="0">
                <a:solidFill>
                  <a:srgbClr val="000000"/>
                </a:solidFill>
              </a:rPr>
              <a:t> </a:t>
            </a:r>
            <a:r>
              <a:rPr lang="ru-RU" sz="900" b="0" i="0" dirty="0" smtClean="0">
                <a:solidFill>
                  <a:srgbClr val="000000"/>
                </a:solidFill>
                <a:latin typeface="Arial"/>
              </a:rPr>
              <a:t>компьютеров</a:t>
            </a:r>
            <a:r>
              <a:rPr lang="ru-RU" sz="900" b="0" i="0" dirty="0" smtClean="0">
                <a:solidFill>
                  <a:srgbClr val="000000"/>
                </a:solidFill>
              </a:rPr>
              <a:t> (</a:t>
            </a:r>
            <a:r>
              <a:rPr lang="ru-RU" sz="900" b="0" i="0" dirty="0" smtClean="0">
                <a:solidFill>
                  <a:srgbClr val="000000"/>
                </a:solidFill>
                <a:latin typeface="Arial"/>
              </a:rPr>
              <a:t>ПК</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1980-</a:t>
            </a:r>
            <a:r>
              <a:rPr lang="ru-RU" sz="900" b="0" i="0" dirty="0" smtClean="0">
                <a:solidFill>
                  <a:srgbClr val="000000"/>
                </a:solidFill>
                <a:latin typeface="Arial"/>
              </a:rPr>
              <a:t>х</a:t>
            </a:r>
            <a:r>
              <a:rPr lang="ru-RU" sz="900" b="0" i="0" dirty="0" smtClean="0">
                <a:solidFill>
                  <a:srgbClr val="000000"/>
                </a:solidFill>
              </a:rPr>
              <a:t> </a:t>
            </a:r>
            <a:r>
              <a:rPr lang="ru-RU" sz="900" b="0" i="0" dirty="0" smtClean="0">
                <a:solidFill>
                  <a:srgbClr val="000000"/>
                </a:solidFill>
                <a:latin typeface="Arial"/>
              </a:rPr>
              <a:t>годах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определялась</a:t>
            </a:r>
            <a:r>
              <a:rPr lang="ru-RU" sz="900" b="0" i="0" dirty="0" smtClean="0">
                <a:solidFill>
                  <a:srgbClr val="000000"/>
                </a:solidFill>
              </a:rPr>
              <a:t> </a:t>
            </a:r>
            <a:r>
              <a:rPr lang="ru-RU" sz="900" b="0" i="0" dirty="0" smtClean="0">
                <a:solidFill>
                  <a:srgbClr val="000000"/>
                </a:solidFill>
                <a:latin typeface="Arial"/>
              </a:rPr>
              <a:t>моделью</a:t>
            </a:r>
            <a:r>
              <a:rPr lang="ru-RU" sz="900" b="0" i="0" dirty="0" smtClean="0">
                <a:solidFill>
                  <a:srgbClr val="000000"/>
                </a:solidFill>
              </a:rPr>
              <a:t> «</a:t>
            </a:r>
            <a:r>
              <a:rPr lang="ru-RU" sz="900" b="0" i="0" dirty="0" smtClean="0">
                <a:solidFill>
                  <a:srgbClr val="000000"/>
                </a:solidFill>
                <a:latin typeface="Arial"/>
              </a:rPr>
              <a:t>клиент</a:t>
            </a:r>
            <a:r>
              <a:rPr lang="ru-RU" sz="900" b="0" i="0" dirty="0" smtClean="0">
                <a:solidFill>
                  <a:srgbClr val="000000"/>
                </a:solidFill>
              </a:rPr>
              <a:t>-</a:t>
            </a:r>
            <a:r>
              <a:rPr lang="ru-RU" sz="900" b="0" i="0" dirty="0" smtClean="0">
                <a:solidFill>
                  <a:srgbClr val="000000"/>
                </a:solidFill>
                <a:latin typeface="Arial"/>
              </a:rPr>
              <a:t>сервер</a:t>
            </a:r>
            <a:r>
              <a:rPr lang="ru-RU" sz="900" b="0" i="0" dirty="0" smtClean="0">
                <a:solidFill>
                  <a:srgbClr val="000000"/>
                </a:solidFill>
              </a:rPr>
              <a:t>», </a:t>
            </a:r>
            <a:r>
              <a:rPr lang="ru-RU" sz="900" b="0" i="0" dirty="0" smtClean="0">
                <a:solidFill>
                  <a:srgbClr val="000000"/>
                </a:solidFill>
                <a:latin typeface="Arial"/>
              </a:rPr>
              <a:t>сетью</a:t>
            </a:r>
            <a:r>
              <a:rPr lang="ru-RU" sz="900" b="0" i="0" dirty="0" smtClean="0">
                <a:solidFill>
                  <a:srgbClr val="000000"/>
                </a:solidFill>
              </a:rPr>
              <a:t> Ethernet, </a:t>
            </a:r>
            <a:r>
              <a:rPr lang="ru-RU" sz="900" b="0" i="0" dirty="0" smtClean="0">
                <a:solidFill>
                  <a:srgbClr val="000000"/>
                </a:solidFill>
                <a:latin typeface="Arial"/>
              </a:rPr>
              <a:t>СУРБД</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веб</a:t>
            </a:r>
            <a:r>
              <a:rPr lang="ru-RU" sz="900" b="0" i="0" dirty="0" smtClean="0">
                <a:solidFill>
                  <a:srgbClr val="000000"/>
                </a:solidFill>
              </a:rPr>
              <a:t>-</a:t>
            </a:r>
            <a:r>
              <a:rPr lang="ru-RU" sz="900" b="0" i="0" dirty="0" smtClean="0">
                <a:solidFill>
                  <a:srgbClr val="000000"/>
                </a:solidFill>
                <a:latin typeface="Arial"/>
              </a:rPr>
              <a:t>приложениями</a:t>
            </a:r>
            <a:r>
              <a:rPr lang="ru-RU" sz="900" b="0" i="0" dirty="0" smtClean="0">
                <a:solidFill>
                  <a:srgbClr val="000000"/>
                </a:solidFill>
              </a:rPr>
              <a:t>. </a:t>
            </a:r>
          </a:p>
          <a:p>
            <a:pPr>
              <a:spcBef>
                <a:spcPts val="600"/>
              </a:spcBef>
            </a:pPr>
            <a:r>
              <a:rPr lang="ru-RU" sz="900" b="0" i="0" dirty="0" smtClean="0">
                <a:solidFill>
                  <a:srgbClr val="000000"/>
                </a:solidFill>
                <a:latin typeface="Arial"/>
              </a:rPr>
              <a:t>Современная</a:t>
            </a:r>
            <a:r>
              <a:rPr lang="ru-RU" sz="900" b="0" i="0" dirty="0" smtClean="0">
                <a:solidFill>
                  <a:srgbClr val="000000"/>
                </a:solidFill>
              </a:rPr>
              <a:t> </a:t>
            </a:r>
            <a:r>
              <a:rPr lang="ru-RU" sz="900" b="0" i="1" dirty="0" smtClean="0">
                <a:solidFill>
                  <a:srgbClr val="000000"/>
                </a:solidFill>
                <a:latin typeface="Arial"/>
              </a:rPr>
              <a:t>третья</a:t>
            </a:r>
            <a:r>
              <a:rPr lang="ru-RU" sz="900" b="0" i="1" dirty="0" smtClean="0">
                <a:solidFill>
                  <a:srgbClr val="000000"/>
                </a:solidFill>
              </a:rPr>
              <a:t> </a:t>
            </a:r>
            <a:r>
              <a:rPr lang="ru-RU" sz="900" b="0" i="1" dirty="0" smtClean="0">
                <a:solidFill>
                  <a:srgbClr val="000000"/>
                </a:solidFill>
                <a:latin typeface="Arial"/>
              </a:rPr>
              <a:t>платформа</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платформа</a:t>
            </a:r>
            <a:r>
              <a:rPr lang="ru-RU" sz="900" b="0" i="0" dirty="0" smtClean="0">
                <a:solidFill>
                  <a:srgbClr val="000000"/>
                </a:solidFill>
              </a:rPr>
              <a:t> 3) </a:t>
            </a:r>
            <a:r>
              <a:rPr lang="ru-RU" sz="900" b="0" i="0" dirty="0" smtClean="0">
                <a:solidFill>
                  <a:srgbClr val="000000"/>
                </a:solidFill>
                <a:latin typeface="Arial"/>
              </a:rPr>
              <a:t>включает</a:t>
            </a:r>
            <a:r>
              <a:rPr lang="ru-RU" sz="900" b="0" i="0" dirty="0" smtClean="0">
                <a:solidFill>
                  <a:srgbClr val="000000"/>
                </a:solidFill>
              </a:rPr>
              <a:t> </a:t>
            </a:r>
            <a:r>
              <a:rPr lang="ru-RU" sz="900" b="0" i="0" dirty="0" smtClean="0">
                <a:solidFill>
                  <a:srgbClr val="000000"/>
                </a:solidFill>
                <a:latin typeface="Arial"/>
              </a:rPr>
              <a:t>облака</a:t>
            </a:r>
            <a:r>
              <a:rPr lang="ru-RU" sz="900" b="0" i="0" dirty="0" smtClean="0">
                <a:solidFill>
                  <a:srgbClr val="000000"/>
                </a:solidFill>
              </a:rPr>
              <a:t>, </a:t>
            </a:r>
            <a:r>
              <a:rPr lang="ru-RU" sz="900" b="0" i="0" dirty="0" smtClean="0">
                <a:solidFill>
                  <a:srgbClr val="000000"/>
                </a:solidFill>
                <a:latin typeface="Arial"/>
              </a:rPr>
              <a:t>большие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мобильные</a:t>
            </a:r>
            <a:r>
              <a:rPr lang="ru-RU" sz="900" b="0" i="0" dirty="0" smtClean="0">
                <a:solidFill>
                  <a:srgbClr val="000000"/>
                </a:solidFill>
              </a:rPr>
              <a:t> </a:t>
            </a:r>
            <a:r>
              <a:rPr lang="ru-RU" sz="900" b="0" i="0" dirty="0" smtClean="0">
                <a:solidFill>
                  <a:srgbClr val="000000"/>
                </a:solidFill>
                <a:latin typeface="Arial"/>
              </a:rPr>
              <a:t>технологии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социальные</a:t>
            </a:r>
            <a:r>
              <a:rPr lang="ru-RU" sz="900" b="0" i="0" dirty="0" smtClean="0">
                <a:solidFill>
                  <a:srgbClr val="000000"/>
                </a:solidFill>
              </a:rPr>
              <a:t> </a:t>
            </a:r>
            <a:r>
              <a:rPr lang="ru-RU" sz="900" b="0" i="0" dirty="0" smtClean="0">
                <a:solidFill>
                  <a:srgbClr val="000000"/>
                </a:solidFill>
                <a:latin typeface="Arial"/>
              </a:rPr>
              <a:t>сети</a:t>
            </a:r>
            <a:r>
              <a:rPr lang="ru-RU" sz="900" b="0" i="0" dirty="0" smtClean="0">
                <a:solidFill>
                  <a:srgbClr val="000000"/>
                </a:solidFill>
              </a:rPr>
              <a:t>. </a:t>
            </a:r>
          </a:p>
          <a:p>
            <a:pPr>
              <a:spcBef>
                <a:spcPts val="600"/>
              </a:spcBef>
            </a:pPr>
            <a:r>
              <a:rPr lang="ru-RU" sz="900" b="0" i="0" dirty="0" smtClean="0">
                <a:solidFill>
                  <a:srgbClr val="000000"/>
                </a:solidFill>
                <a:latin typeface="Arial"/>
              </a:rPr>
              <a:t>Каждая</a:t>
            </a:r>
            <a:r>
              <a:rPr lang="ru-RU" sz="900" b="0" i="0" dirty="0" smtClean="0">
                <a:solidFill>
                  <a:srgbClr val="000000"/>
                </a:solidFill>
              </a:rPr>
              <a:t> </a:t>
            </a:r>
            <a:r>
              <a:rPr lang="ru-RU" sz="900" b="0" i="0" dirty="0" smtClean="0">
                <a:solidFill>
                  <a:srgbClr val="000000"/>
                </a:solidFill>
                <a:latin typeface="Arial"/>
              </a:rPr>
              <a:t>вычислительная</a:t>
            </a:r>
            <a:r>
              <a:rPr lang="ru-RU" sz="900" b="0" i="0" dirty="0" smtClean="0">
                <a:solidFill>
                  <a:srgbClr val="000000"/>
                </a:solidFill>
              </a:rPr>
              <a:t> </a:t>
            </a:r>
            <a:r>
              <a:rPr lang="ru-RU" sz="900" b="0" i="0" u="sng" dirty="0" smtClean="0">
                <a:solidFill>
                  <a:srgbClr val="000000"/>
                </a:solidFill>
                <a:latin typeface="Arial"/>
              </a:rPr>
              <a:t>платформа</a:t>
            </a:r>
            <a:r>
              <a:rPr lang="ru-RU" sz="900" b="0" i="0" u="sng" dirty="0" smtClean="0">
                <a:solidFill>
                  <a:srgbClr val="000000"/>
                </a:solidFill>
              </a:rPr>
              <a:t> </a:t>
            </a:r>
            <a:r>
              <a:rPr lang="ru-RU" sz="900" b="0" i="0" u="sng" dirty="0" smtClean="0">
                <a:solidFill>
                  <a:srgbClr val="000000"/>
                </a:solidFill>
                <a:latin typeface="Arial"/>
              </a:rPr>
              <a:t>определяется</a:t>
            </a:r>
            <a:r>
              <a:rPr lang="ru-RU" sz="900" b="0" i="0" u="sng" dirty="0" smtClean="0">
                <a:solidFill>
                  <a:srgbClr val="000000"/>
                </a:solidFill>
              </a:rPr>
              <a:t> </a:t>
            </a:r>
            <a:r>
              <a:rPr lang="ru-RU" sz="900" b="0" i="0" u="sng" dirty="0" smtClean="0">
                <a:solidFill>
                  <a:srgbClr val="000000"/>
                </a:solidFill>
                <a:latin typeface="Arial"/>
              </a:rPr>
              <a:t>не</a:t>
            </a:r>
            <a:r>
              <a:rPr lang="ru-RU" sz="900" b="0" i="0" u="sng" dirty="0" smtClean="0">
                <a:solidFill>
                  <a:srgbClr val="000000"/>
                </a:solidFill>
              </a:rPr>
              <a:t> </a:t>
            </a:r>
            <a:r>
              <a:rPr lang="ru-RU" sz="900" b="0" i="0" u="sng" dirty="0" smtClean="0">
                <a:solidFill>
                  <a:srgbClr val="000000"/>
                </a:solidFill>
                <a:latin typeface="Arial"/>
              </a:rPr>
              <a:t>столько</a:t>
            </a:r>
            <a:r>
              <a:rPr lang="ru-RU" sz="900" b="0" i="0" u="sng" dirty="0" smtClean="0">
                <a:solidFill>
                  <a:srgbClr val="000000"/>
                </a:solidFill>
              </a:rPr>
              <a:t> </a:t>
            </a:r>
            <a:r>
              <a:rPr lang="ru-RU" sz="900" b="0" i="0" dirty="0" smtClean="0">
                <a:solidFill>
                  <a:srgbClr val="000000"/>
                </a:solidFill>
                <a:latin typeface="Arial"/>
              </a:rPr>
              <a:t>составляющими</a:t>
            </a:r>
            <a:r>
              <a:rPr lang="ru-RU" sz="900" b="0" i="0" dirty="0" smtClean="0">
                <a:solidFill>
                  <a:srgbClr val="000000"/>
                </a:solidFill>
              </a:rPr>
              <a:t> </a:t>
            </a:r>
            <a:r>
              <a:rPr lang="ru-RU" sz="900" b="0" i="0" dirty="0" smtClean="0">
                <a:solidFill>
                  <a:srgbClr val="000000"/>
                </a:solidFill>
                <a:latin typeface="Arial"/>
              </a:rPr>
              <a:t>ее</a:t>
            </a:r>
            <a:r>
              <a:rPr lang="ru-RU" sz="900" b="0" i="0" dirty="0" smtClean="0">
                <a:solidFill>
                  <a:srgbClr val="000000"/>
                </a:solidFill>
              </a:rPr>
              <a:t> </a:t>
            </a:r>
            <a:r>
              <a:rPr lang="ru-RU" sz="900" b="0" i="0" u="sng" dirty="0" smtClean="0">
                <a:solidFill>
                  <a:srgbClr val="000000"/>
                </a:solidFill>
                <a:latin typeface="Arial"/>
              </a:rPr>
              <a:t>технологиями</a:t>
            </a:r>
            <a:r>
              <a:rPr lang="ru-RU" sz="900" b="0" i="0" dirty="0" smtClean="0">
                <a:solidFill>
                  <a:srgbClr val="000000"/>
                </a:solidFill>
              </a:rPr>
              <a:t>, </a:t>
            </a:r>
            <a:r>
              <a:rPr lang="ru-RU" sz="900" b="0" i="0" dirty="0" smtClean="0">
                <a:solidFill>
                  <a:srgbClr val="000000"/>
                </a:solidFill>
                <a:latin typeface="Arial"/>
              </a:rPr>
              <a:t>сколько</a:t>
            </a:r>
            <a:r>
              <a:rPr lang="ru-RU" sz="900" b="0" i="0" dirty="0" smtClean="0">
                <a:solidFill>
                  <a:srgbClr val="000000"/>
                </a:solidFill>
              </a:rPr>
              <a:t> </a:t>
            </a:r>
            <a:r>
              <a:rPr lang="ru-RU" sz="900" b="0" i="0" u="sng" dirty="0" smtClean="0">
                <a:solidFill>
                  <a:srgbClr val="000000"/>
                </a:solidFill>
                <a:latin typeface="Arial"/>
              </a:rPr>
              <a:t>количеством</a:t>
            </a:r>
            <a:r>
              <a:rPr lang="ru-RU" sz="900" b="0" i="0" u="sng" dirty="0" smtClean="0">
                <a:solidFill>
                  <a:srgbClr val="000000"/>
                </a:solidFill>
              </a:rPr>
              <a:t> </a:t>
            </a:r>
            <a:r>
              <a:rPr lang="ru-RU" sz="900" b="0" i="0" u="sng" dirty="0" smtClean="0">
                <a:solidFill>
                  <a:srgbClr val="000000"/>
                </a:solidFill>
                <a:latin typeface="Arial"/>
              </a:rPr>
              <a:t>пользователей</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диапазоном</a:t>
            </a:r>
            <a:r>
              <a:rPr lang="ru-RU" sz="900" b="0" i="0" u="sng" dirty="0" smtClean="0">
                <a:solidFill>
                  <a:srgbClr val="000000"/>
                </a:solidFill>
              </a:rPr>
              <a:t> </a:t>
            </a:r>
            <a:r>
              <a:rPr lang="ru-RU" sz="900" b="0" i="0" u="sng" dirty="0" smtClean="0">
                <a:solidFill>
                  <a:srgbClr val="000000"/>
                </a:solidFill>
                <a:latin typeface="Arial"/>
              </a:rPr>
              <a:t>используемых</a:t>
            </a:r>
            <a:r>
              <a:rPr lang="ru-RU" sz="900" b="0" i="0" u="sng" dirty="0" smtClean="0">
                <a:solidFill>
                  <a:srgbClr val="000000"/>
                </a:solidFill>
              </a:rPr>
              <a:t> </a:t>
            </a:r>
            <a:r>
              <a:rPr lang="ru-RU" sz="900" b="0" i="0" u="sng" dirty="0" smtClean="0">
                <a:solidFill>
                  <a:srgbClr val="000000"/>
                </a:solidFill>
                <a:latin typeface="Arial"/>
              </a:rPr>
              <a:t>приложений</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технологий</a:t>
            </a:r>
            <a:r>
              <a:rPr lang="ru-RU" sz="900" b="0" i="0" dirty="0" smtClean="0">
                <a:solidFill>
                  <a:srgbClr val="000000"/>
                </a:solidFill>
              </a:rPr>
              <a:t>. </a:t>
            </a:r>
          </a:p>
          <a:p>
            <a:pPr>
              <a:spcBef>
                <a:spcPts val="600"/>
              </a:spcBef>
            </a:pPr>
            <a:r>
              <a:rPr lang="ru-RU" sz="900" b="1" i="0" dirty="0" smtClean="0">
                <a:solidFill>
                  <a:srgbClr val="000000"/>
                </a:solidFill>
                <a:latin typeface="Arial"/>
              </a:rPr>
              <a:t>Первая</a:t>
            </a:r>
            <a:r>
              <a:rPr lang="ru-RU" sz="900" b="1" i="0" dirty="0" smtClean="0">
                <a:solidFill>
                  <a:srgbClr val="000000"/>
                </a:solidFill>
              </a:rPr>
              <a:t> </a:t>
            </a:r>
            <a:r>
              <a:rPr lang="ru-RU" sz="900" b="1" i="0" dirty="0" smtClean="0">
                <a:solidFill>
                  <a:srgbClr val="000000"/>
                </a:solidFill>
                <a:latin typeface="Arial"/>
              </a:rPr>
              <a:t>платформа</a:t>
            </a:r>
            <a:r>
              <a:rPr lang="ru-RU" sz="900" b="1" i="0" dirty="0" smtClean="0">
                <a:solidFill>
                  <a:srgbClr val="000000"/>
                </a:solidFill>
              </a:rPr>
              <a:t> </a:t>
            </a:r>
            <a:r>
              <a:rPr lang="ru-RU" sz="900" b="0" i="0" dirty="0" smtClean="0">
                <a:solidFill>
                  <a:srgbClr val="000000"/>
                </a:solidFill>
                <a:latin typeface="Arial"/>
              </a:rPr>
              <a:t>поддерживала</a:t>
            </a:r>
            <a:r>
              <a:rPr lang="ru-RU" sz="900" b="0" i="0" dirty="0" smtClean="0">
                <a:solidFill>
                  <a:srgbClr val="000000"/>
                </a:solidFill>
              </a:rPr>
              <a:t> </a:t>
            </a:r>
            <a:r>
              <a:rPr lang="ru-RU" sz="900" b="0" i="0" u="sng" dirty="0" smtClean="0">
                <a:solidFill>
                  <a:srgbClr val="000000"/>
                </a:solidFill>
                <a:latin typeface="Arial"/>
              </a:rPr>
              <a:t>миллионы</a:t>
            </a:r>
            <a:r>
              <a:rPr lang="ru-RU" sz="900" b="0" i="0" u="sng" dirty="0" smtClean="0">
                <a:solidFill>
                  <a:srgbClr val="000000"/>
                </a:solidFill>
              </a:rPr>
              <a:t> </a:t>
            </a:r>
            <a:r>
              <a:rPr lang="ru-RU" sz="900" b="0" i="0" u="sng" dirty="0" smtClean="0">
                <a:solidFill>
                  <a:srgbClr val="000000"/>
                </a:solidFill>
                <a:latin typeface="Arial"/>
              </a:rPr>
              <a:t>пользователей</a:t>
            </a:r>
            <a:r>
              <a:rPr lang="ru-RU" sz="900" b="0" i="0" u="sng"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всего</a:t>
            </a:r>
            <a:r>
              <a:rPr lang="ru-RU" sz="900" b="0" i="0" dirty="0" smtClean="0">
                <a:solidFill>
                  <a:srgbClr val="000000"/>
                </a:solidFill>
              </a:rPr>
              <a:t> </a:t>
            </a:r>
            <a:r>
              <a:rPr lang="ru-RU" sz="900" b="0" i="0" dirty="0" smtClean="0">
                <a:solidFill>
                  <a:srgbClr val="000000"/>
                </a:solidFill>
                <a:latin typeface="Arial"/>
              </a:rPr>
              <a:t>несколько</a:t>
            </a:r>
            <a:r>
              <a:rPr lang="ru-RU" sz="900" b="0" i="0" dirty="0" smtClean="0">
                <a:solidFill>
                  <a:srgbClr val="000000"/>
                </a:solidFill>
              </a:rPr>
              <a:t> </a:t>
            </a:r>
            <a:r>
              <a:rPr lang="ru-RU" sz="900" b="0" i="0" dirty="0" smtClean="0">
                <a:solidFill>
                  <a:srgbClr val="000000"/>
                </a:solidFill>
                <a:latin typeface="Arial"/>
              </a:rPr>
              <a:t>тысяч</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решений</a:t>
            </a:r>
            <a:r>
              <a:rPr lang="ru-RU" sz="900" b="0" i="0" dirty="0" smtClean="0">
                <a:solidFill>
                  <a:srgbClr val="000000"/>
                </a:solidFill>
              </a:rPr>
              <a:t>. </a:t>
            </a:r>
          </a:p>
          <a:p>
            <a:pPr>
              <a:spcBef>
                <a:spcPts val="600"/>
              </a:spcBef>
            </a:pPr>
            <a:r>
              <a:rPr lang="ru-RU" sz="900" b="1" i="0" dirty="0" smtClean="0">
                <a:solidFill>
                  <a:srgbClr val="000000"/>
                </a:solidFill>
                <a:latin typeface="Arial"/>
              </a:rPr>
              <a:t>Вторая</a:t>
            </a:r>
            <a:r>
              <a:rPr lang="ru-RU" sz="900" b="1" i="0" dirty="0" smtClean="0">
                <a:solidFill>
                  <a:srgbClr val="000000"/>
                </a:solidFill>
              </a:rPr>
              <a:t> </a:t>
            </a:r>
            <a:r>
              <a:rPr lang="ru-RU" sz="900" b="1" i="0" dirty="0" smtClean="0">
                <a:solidFill>
                  <a:srgbClr val="000000"/>
                </a:solidFill>
                <a:latin typeface="Arial"/>
              </a:rPr>
              <a:t>платформа</a:t>
            </a:r>
            <a:r>
              <a:rPr lang="ru-RU" sz="900" b="1" i="0" dirty="0" smtClean="0">
                <a:solidFill>
                  <a:srgbClr val="000000"/>
                </a:solidFill>
              </a:rPr>
              <a:t> </a:t>
            </a:r>
            <a:r>
              <a:rPr lang="ru-RU" sz="900" b="0" i="0" dirty="0" smtClean="0">
                <a:solidFill>
                  <a:srgbClr val="000000"/>
                </a:solidFill>
                <a:latin typeface="Arial"/>
              </a:rPr>
              <a:t>поддерживала</a:t>
            </a:r>
            <a:r>
              <a:rPr lang="ru-RU" sz="900" b="0" i="0" dirty="0" smtClean="0">
                <a:solidFill>
                  <a:srgbClr val="000000"/>
                </a:solidFill>
              </a:rPr>
              <a:t> </a:t>
            </a:r>
            <a:r>
              <a:rPr lang="ru-RU" sz="900" b="0" i="0" u="sng" dirty="0" smtClean="0">
                <a:solidFill>
                  <a:srgbClr val="000000"/>
                </a:solidFill>
                <a:latin typeface="Arial"/>
              </a:rPr>
              <a:t>сотни</a:t>
            </a:r>
            <a:r>
              <a:rPr lang="ru-RU" sz="900" b="0" i="0" u="sng" dirty="0" smtClean="0">
                <a:solidFill>
                  <a:srgbClr val="000000"/>
                </a:solidFill>
              </a:rPr>
              <a:t> </a:t>
            </a:r>
            <a:r>
              <a:rPr lang="ru-RU" sz="900" b="0" i="0" u="sng" dirty="0" smtClean="0">
                <a:solidFill>
                  <a:srgbClr val="000000"/>
                </a:solidFill>
                <a:latin typeface="Arial"/>
              </a:rPr>
              <a:t>миллионов</a:t>
            </a:r>
            <a:r>
              <a:rPr lang="ru-RU" sz="900" b="0" i="0" u="sng" dirty="0" smtClean="0">
                <a:solidFill>
                  <a:srgbClr val="000000"/>
                </a:solidFill>
              </a:rPr>
              <a:t> </a:t>
            </a:r>
            <a:r>
              <a:rPr lang="ru-RU" sz="900" b="0" i="0" u="sng" dirty="0" smtClean="0">
                <a:solidFill>
                  <a:srgbClr val="000000"/>
                </a:solidFill>
                <a:latin typeface="Arial"/>
              </a:rPr>
              <a:t>пользователей</a:t>
            </a:r>
            <a:r>
              <a:rPr lang="ru-RU" sz="900" b="0" i="0" u="sng"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десятки</a:t>
            </a:r>
            <a:r>
              <a:rPr lang="ru-RU" sz="900" b="0" i="0" dirty="0" smtClean="0">
                <a:solidFill>
                  <a:srgbClr val="000000"/>
                </a:solidFill>
              </a:rPr>
              <a:t> </a:t>
            </a:r>
            <a:r>
              <a:rPr lang="ru-RU" sz="900" b="0" i="0" dirty="0" smtClean="0">
                <a:solidFill>
                  <a:srgbClr val="000000"/>
                </a:solidFill>
                <a:latin typeface="Arial"/>
              </a:rPr>
              <a:t>тысяч</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p>
          <a:p>
            <a:pPr>
              <a:spcBef>
                <a:spcPts val="600"/>
              </a:spcBef>
            </a:pPr>
            <a:r>
              <a:rPr lang="ru-RU" sz="900" b="1" i="0" dirty="0" smtClean="0">
                <a:solidFill>
                  <a:srgbClr val="000000"/>
                </a:solidFill>
                <a:latin typeface="Arial"/>
              </a:rPr>
              <a:t>Третья</a:t>
            </a:r>
            <a:r>
              <a:rPr lang="ru-RU" sz="900" b="1" i="0" dirty="0" smtClean="0">
                <a:solidFill>
                  <a:srgbClr val="000000"/>
                </a:solidFill>
              </a:rPr>
              <a:t> </a:t>
            </a:r>
            <a:r>
              <a:rPr lang="ru-RU" sz="900" b="1" i="0" dirty="0" smtClean="0">
                <a:solidFill>
                  <a:srgbClr val="000000"/>
                </a:solidFill>
                <a:latin typeface="Arial"/>
              </a:rPr>
              <a:t>платформа</a:t>
            </a:r>
            <a:r>
              <a:rPr lang="ru-RU" sz="900" b="1" i="0" dirty="0" smtClean="0">
                <a:solidFill>
                  <a:srgbClr val="000000"/>
                </a:solidFill>
              </a:rPr>
              <a:t> </a:t>
            </a:r>
            <a:r>
              <a:rPr lang="ru-RU" sz="900" b="0" i="0" dirty="0" smtClean="0">
                <a:solidFill>
                  <a:srgbClr val="000000"/>
                </a:solidFill>
                <a:latin typeface="Arial"/>
              </a:rPr>
              <a:t>уже</a:t>
            </a:r>
            <a:r>
              <a:rPr lang="ru-RU" sz="900" b="0" i="0" dirty="0" smtClean="0">
                <a:solidFill>
                  <a:srgbClr val="000000"/>
                </a:solidFill>
              </a:rPr>
              <a:t> </a:t>
            </a:r>
            <a:r>
              <a:rPr lang="ru-RU" sz="900" b="0" i="0" dirty="0" smtClean="0">
                <a:solidFill>
                  <a:srgbClr val="000000"/>
                </a:solidFill>
                <a:latin typeface="Arial"/>
              </a:rPr>
              <a:t>поддерживает</a:t>
            </a:r>
            <a:r>
              <a:rPr lang="ru-RU" sz="900" b="0" i="0" dirty="0" smtClean="0">
                <a:solidFill>
                  <a:srgbClr val="000000"/>
                </a:solidFill>
              </a:rPr>
              <a:t> </a:t>
            </a:r>
            <a:r>
              <a:rPr lang="ru-RU" sz="900" b="0" i="0" u="sng" dirty="0" smtClean="0">
                <a:solidFill>
                  <a:srgbClr val="000000"/>
                </a:solidFill>
                <a:latin typeface="Arial"/>
              </a:rPr>
              <a:t>несколько</a:t>
            </a:r>
            <a:r>
              <a:rPr lang="ru-RU" sz="900" b="0" i="0" u="sng" dirty="0" smtClean="0">
                <a:solidFill>
                  <a:srgbClr val="000000"/>
                </a:solidFill>
              </a:rPr>
              <a:t> </a:t>
            </a:r>
            <a:r>
              <a:rPr lang="ru-RU" sz="900" b="0" i="0" u="sng" dirty="0" smtClean="0">
                <a:solidFill>
                  <a:srgbClr val="000000"/>
                </a:solidFill>
                <a:latin typeface="Arial"/>
              </a:rPr>
              <a:t>миллиардов</a:t>
            </a:r>
            <a:r>
              <a:rPr lang="ru-RU" sz="900" b="0" i="0" u="sng" dirty="0" smtClean="0">
                <a:solidFill>
                  <a:srgbClr val="000000"/>
                </a:solidFill>
              </a:rPr>
              <a:t> </a:t>
            </a:r>
            <a:r>
              <a:rPr lang="ru-RU" sz="900" b="0" i="0" u="sng" dirty="0" smtClean="0">
                <a:solidFill>
                  <a:srgbClr val="000000"/>
                </a:solidFill>
                <a:latin typeface="Arial"/>
              </a:rPr>
              <a:t>пользователей</a:t>
            </a:r>
            <a:r>
              <a:rPr lang="ru-RU" sz="900" b="0" i="0" u="sng"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миллионы</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решений</a:t>
            </a:r>
            <a:r>
              <a:rPr lang="ru-RU" sz="900" b="0" i="0" dirty="0" smtClean="0">
                <a:solidFill>
                  <a:srgbClr val="000000"/>
                </a:solidFill>
              </a:rPr>
              <a:t>. </a:t>
            </a:r>
          </a:p>
          <a:p>
            <a:pPr>
              <a:spcBef>
                <a:spcPts val="600"/>
              </a:spcBef>
            </a:pPr>
            <a:r>
              <a:rPr lang="ru-RU" sz="900" b="0" i="0" dirty="0" smtClean="0">
                <a:solidFill>
                  <a:srgbClr val="000000"/>
                </a:solidFill>
                <a:latin typeface="Arial"/>
              </a:rPr>
              <a:t>Об</a:t>
            </a:r>
            <a:r>
              <a:rPr lang="ru-RU" sz="900" b="0" i="0" dirty="0" smtClean="0">
                <a:solidFill>
                  <a:srgbClr val="000000"/>
                </a:solidFill>
              </a:rPr>
              <a:t> </a:t>
            </a:r>
            <a:r>
              <a:rPr lang="ru-RU" sz="900" b="0" i="0" dirty="0" smtClean="0">
                <a:solidFill>
                  <a:srgbClr val="000000"/>
                </a:solidFill>
                <a:latin typeface="Arial"/>
              </a:rPr>
              <a:t>этом</a:t>
            </a:r>
            <a:r>
              <a:rPr lang="ru-RU" sz="900" b="0" i="0" dirty="0" smtClean="0">
                <a:solidFill>
                  <a:srgbClr val="000000"/>
                </a:solidFill>
              </a:rPr>
              <a:t> </a:t>
            </a:r>
            <a:r>
              <a:rPr lang="ru-RU" sz="900" b="0" i="0" dirty="0" smtClean="0">
                <a:solidFill>
                  <a:srgbClr val="000000"/>
                </a:solidFill>
                <a:latin typeface="Arial"/>
              </a:rPr>
              <a:t>свидетельствует</a:t>
            </a:r>
            <a:r>
              <a:rPr lang="ru-RU" sz="900" b="0" i="0" dirty="0" smtClean="0">
                <a:solidFill>
                  <a:srgbClr val="000000"/>
                </a:solidFill>
              </a:rPr>
              <a:t> </a:t>
            </a:r>
            <a:r>
              <a:rPr lang="ru-RU" sz="900" b="0" i="0" dirty="0" smtClean="0">
                <a:solidFill>
                  <a:srgbClr val="000000"/>
                </a:solidFill>
                <a:latin typeface="Arial"/>
              </a:rPr>
              <a:t>тот</a:t>
            </a:r>
            <a:r>
              <a:rPr lang="ru-RU" sz="900" b="0" i="0" dirty="0" smtClean="0">
                <a:solidFill>
                  <a:srgbClr val="000000"/>
                </a:solidFill>
              </a:rPr>
              <a:t> </a:t>
            </a:r>
            <a:r>
              <a:rPr lang="ru-RU" sz="900" b="0" i="0" dirty="0" smtClean="0">
                <a:solidFill>
                  <a:srgbClr val="000000"/>
                </a:solidFill>
                <a:latin typeface="Arial"/>
              </a:rPr>
              <a:t>факт</a:t>
            </a:r>
            <a:r>
              <a:rPr lang="ru-RU" sz="900" b="0" i="0" dirty="0" smtClean="0">
                <a:solidFill>
                  <a:srgbClr val="000000"/>
                </a:solidFill>
              </a:rPr>
              <a:t>, </a:t>
            </a:r>
            <a:r>
              <a:rPr lang="ru-RU" sz="900" b="0" i="0" dirty="0" smtClean="0">
                <a:solidFill>
                  <a:srgbClr val="000000"/>
                </a:solidFill>
                <a:latin typeface="Arial"/>
              </a:rPr>
              <a:t>что</a:t>
            </a:r>
            <a:r>
              <a:rPr lang="ru-RU" sz="900" b="0" i="0" dirty="0" smtClean="0">
                <a:solidFill>
                  <a:srgbClr val="000000"/>
                </a:solidFill>
              </a:rPr>
              <a:t> </a:t>
            </a:r>
            <a:r>
              <a:rPr lang="ru-RU" sz="900" b="0" i="0" dirty="0" smtClean="0">
                <a:solidFill>
                  <a:srgbClr val="000000"/>
                </a:solidFill>
                <a:latin typeface="Arial"/>
              </a:rPr>
              <a:t>более</a:t>
            </a:r>
            <a:r>
              <a:rPr lang="ru-RU" sz="900" b="0" i="0" dirty="0" smtClean="0">
                <a:solidFill>
                  <a:srgbClr val="000000"/>
                </a:solidFill>
              </a:rPr>
              <a:t> 2,4 </a:t>
            </a:r>
            <a:r>
              <a:rPr lang="ru-RU" sz="900" b="0" i="0" dirty="0" smtClean="0">
                <a:solidFill>
                  <a:srgbClr val="000000"/>
                </a:solidFill>
                <a:latin typeface="Arial"/>
              </a:rPr>
              <a:t>млрд</a:t>
            </a:r>
            <a:r>
              <a:rPr lang="ru-RU" sz="900" b="0" i="0" dirty="0" smtClean="0">
                <a:solidFill>
                  <a:srgbClr val="000000"/>
                </a:solidFill>
              </a:rPr>
              <a:t> </a:t>
            </a:r>
            <a:r>
              <a:rPr lang="ru-RU" sz="900" b="0" i="0" dirty="0" smtClean="0">
                <a:solidFill>
                  <a:srgbClr val="000000"/>
                </a:solidFill>
                <a:latin typeface="Arial"/>
              </a:rPr>
              <a:t>людей</a:t>
            </a:r>
            <a:r>
              <a:rPr lang="ru-RU" sz="900" b="0" i="0" dirty="0" smtClean="0">
                <a:solidFill>
                  <a:srgbClr val="000000"/>
                </a:solidFill>
              </a:rPr>
              <a:t> (</a:t>
            </a:r>
            <a:r>
              <a:rPr lang="ru-RU" sz="900" b="0" i="0" u="sng" dirty="0" smtClean="0">
                <a:solidFill>
                  <a:srgbClr val="000000"/>
                </a:solidFill>
                <a:latin typeface="Arial"/>
              </a:rPr>
              <a:t>около</a:t>
            </a:r>
            <a:r>
              <a:rPr lang="ru-RU" sz="900" b="0" i="0" u="sng" dirty="0" smtClean="0">
                <a:solidFill>
                  <a:srgbClr val="000000"/>
                </a:solidFill>
              </a:rPr>
              <a:t> 36% </a:t>
            </a:r>
            <a:r>
              <a:rPr lang="ru-RU" sz="900" b="0" i="0" u="sng" dirty="0" smtClean="0">
                <a:solidFill>
                  <a:srgbClr val="000000"/>
                </a:solidFill>
                <a:latin typeface="Arial"/>
              </a:rPr>
              <a:t>населения</a:t>
            </a:r>
            <a:r>
              <a:rPr lang="ru-RU" sz="900" b="0" i="0" u="sng" dirty="0" smtClean="0">
                <a:solidFill>
                  <a:srgbClr val="000000"/>
                </a:solidFill>
              </a:rPr>
              <a:t> </a:t>
            </a:r>
            <a:r>
              <a:rPr lang="ru-RU" sz="900" b="0" i="0" u="sng" dirty="0" smtClean="0">
                <a:solidFill>
                  <a:srgbClr val="000000"/>
                </a:solidFill>
                <a:latin typeface="Arial"/>
              </a:rPr>
              <a:t>Земли</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настоящее</a:t>
            </a:r>
            <a:r>
              <a:rPr lang="ru-RU" sz="900" b="0" i="0" dirty="0" smtClean="0">
                <a:solidFill>
                  <a:srgbClr val="000000"/>
                </a:solidFill>
              </a:rPr>
              <a:t> </a:t>
            </a:r>
            <a:r>
              <a:rPr lang="ru-RU" sz="900" b="0" i="0" dirty="0" smtClean="0">
                <a:solidFill>
                  <a:srgbClr val="000000"/>
                </a:solidFill>
                <a:latin typeface="Arial"/>
              </a:rPr>
              <a:t>время</a:t>
            </a:r>
            <a:r>
              <a:rPr lang="ru-RU" sz="900" b="0" i="0" dirty="0" smtClean="0">
                <a:solidFill>
                  <a:srgbClr val="000000"/>
                </a:solidFill>
              </a:rPr>
              <a:t> </a:t>
            </a:r>
            <a:r>
              <a:rPr lang="ru-RU" sz="900" b="0" i="0" dirty="0" smtClean="0">
                <a:solidFill>
                  <a:srgbClr val="000000"/>
                </a:solidFill>
                <a:latin typeface="Arial"/>
              </a:rPr>
              <a:t>подключены</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Интернету</a:t>
            </a:r>
            <a:r>
              <a:rPr lang="ru-RU" sz="900" b="0" i="0" dirty="0" smtClean="0">
                <a:solidFill>
                  <a:srgbClr val="000000"/>
                </a:solidFill>
              </a:rPr>
              <a:t> (</a:t>
            </a:r>
            <a:r>
              <a:rPr lang="ru-RU" sz="900" b="0" i="0" dirty="0" smtClean="0">
                <a:solidFill>
                  <a:srgbClr val="000000"/>
                </a:solidFill>
                <a:latin typeface="Arial"/>
              </a:rPr>
              <a:t>более</a:t>
            </a:r>
            <a:r>
              <a:rPr lang="ru-RU" sz="900" b="0" i="0" dirty="0" smtClean="0">
                <a:solidFill>
                  <a:srgbClr val="000000"/>
                </a:solidFill>
              </a:rPr>
              <a:t> </a:t>
            </a:r>
            <a:r>
              <a:rPr lang="ru-RU" sz="900" b="0" i="0" dirty="0" smtClean="0">
                <a:solidFill>
                  <a:srgbClr val="000000"/>
                </a:solidFill>
                <a:latin typeface="Arial"/>
              </a:rPr>
              <a:t>половины</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них</a:t>
            </a:r>
            <a:r>
              <a:rPr lang="ru-RU" sz="900" b="0" i="0" dirty="0" smtClean="0">
                <a:solidFill>
                  <a:srgbClr val="000000"/>
                </a:solidFill>
              </a:rPr>
              <a:t> </a:t>
            </a:r>
            <a:r>
              <a:rPr lang="ru-RU" sz="900" b="0" i="0" dirty="0" smtClean="0">
                <a:solidFill>
                  <a:srgbClr val="000000"/>
                </a:solidFill>
                <a:latin typeface="Arial"/>
              </a:rPr>
              <a:t>через</a:t>
            </a:r>
            <a:r>
              <a:rPr lang="ru-RU" sz="900" b="0" i="0" dirty="0" smtClean="0">
                <a:solidFill>
                  <a:srgbClr val="000000"/>
                </a:solidFill>
              </a:rPr>
              <a:t> </a:t>
            </a:r>
            <a:r>
              <a:rPr lang="ru-RU" sz="900" b="0" i="0" dirty="0" smtClean="0">
                <a:solidFill>
                  <a:srgbClr val="000000"/>
                </a:solidFill>
                <a:latin typeface="Arial"/>
              </a:rPr>
              <a:t>мобильные</a:t>
            </a:r>
            <a:r>
              <a:rPr lang="ru-RU" sz="900" b="0" i="0" dirty="0" smtClean="0">
                <a:solidFill>
                  <a:srgbClr val="000000"/>
                </a:solidFill>
              </a:rPr>
              <a:t> </a:t>
            </a:r>
            <a:r>
              <a:rPr lang="ru-RU" sz="900" b="0" i="0" dirty="0" smtClean="0">
                <a:solidFill>
                  <a:srgbClr val="000000"/>
                </a:solidFill>
                <a:latin typeface="Arial"/>
              </a:rPr>
              <a:t>устройства</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более</a:t>
            </a:r>
            <a:r>
              <a:rPr lang="ru-RU" sz="900" b="0" i="0" dirty="0" smtClean="0">
                <a:solidFill>
                  <a:srgbClr val="000000"/>
                </a:solidFill>
              </a:rPr>
              <a:t> </a:t>
            </a:r>
            <a:r>
              <a:rPr lang="ru-RU" sz="900" b="0" i="0" dirty="0" smtClean="0">
                <a:solidFill>
                  <a:srgbClr val="000000"/>
                </a:solidFill>
                <a:latin typeface="Arial"/>
              </a:rPr>
              <a:t>миллиона</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доступны</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устройств</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платформах</a:t>
            </a:r>
            <a:r>
              <a:rPr lang="ru-RU" sz="900" b="0" i="0" dirty="0" smtClean="0">
                <a:solidFill>
                  <a:srgbClr val="000000"/>
                </a:solidFill>
              </a:rPr>
              <a:t> iOS </a:t>
            </a:r>
            <a:r>
              <a:rPr lang="ru-RU" sz="900" b="0" i="0" dirty="0" smtClean="0">
                <a:solidFill>
                  <a:srgbClr val="000000"/>
                </a:solidFill>
                <a:latin typeface="Arial"/>
              </a:rPr>
              <a:t>и</a:t>
            </a:r>
            <a:r>
              <a:rPr lang="ru-RU" sz="900" b="0" i="0" dirty="0" smtClean="0">
                <a:solidFill>
                  <a:srgbClr val="000000"/>
                </a:solidFill>
              </a:rPr>
              <a:t> Android.</a:t>
            </a:r>
          </a:p>
        </p:txBody>
      </p:sp>
    </p:spTree>
    <p:extLst>
      <p:ext uri="{BB962C8B-B14F-4D97-AF65-F5344CB8AC3E}">
        <p14:creationId xmlns:p14="http://schemas.microsoft.com/office/powerpoint/2010/main" val="2771307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sz="900" b="0" i="1" dirty="0" smtClean="0">
                <a:solidFill>
                  <a:srgbClr val="000000"/>
                </a:solidFill>
                <a:latin typeface="Arial"/>
              </a:rPr>
              <a:t>Мейнфреймы</a:t>
            </a:r>
            <a:r>
              <a:rPr lang="ru-RU" sz="900" b="0" i="0" dirty="0" smtClean="0">
                <a:solidFill>
                  <a:srgbClr val="000000"/>
                </a:solidFill>
              </a:rPr>
              <a:t> </a:t>
            </a:r>
            <a:r>
              <a:rPr lang="ru-RU" sz="900" b="0" i="0" dirty="0" smtClean="0">
                <a:solidFill>
                  <a:srgbClr val="000000"/>
                </a:solidFill>
                <a:latin typeface="Arial"/>
              </a:rPr>
              <a:t>—</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вычислительные</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очень</a:t>
            </a:r>
            <a:r>
              <a:rPr lang="ru-RU" sz="900" b="0" i="0" dirty="0" smtClean="0">
                <a:solidFill>
                  <a:srgbClr val="000000"/>
                </a:solidFill>
              </a:rPr>
              <a:t> </a:t>
            </a:r>
            <a:r>
              <a:rPr lang="ru-RU" sz="900" b="0" i="0" dirty="0" smtClean="0">
                <a:solidFill>
                  <a:srgbClr val="000000"/>
                </a:solidFill>
                <a:latin typeface="Arial"/>
              </a:rPr>
              <a:t>высокой</a:t>
            </a:r>
            <a:r>
              <a:rPr lang="ru-RU" sz="900" b="0" i="0" dirty="0" smtClean="0">
                <a:solidFill>
                  <a:srgbClr val="000000"/>
                </a:solidFill>
              </a:rPr>
              <a:t> </a:t>
            </a:r>
            <a:r>
              <a:rPr lang="ru-RU" sz="900" b="0" i="0" dirty="0" smtClean="0">
                <a:solidFill>
                  <a:srgbClr val="000000"/>
                </a:solidFill>
                <a:latin typeface="Arial"/>
              </a:rPr>
              <a:t>вычислительной</a:t>
            </a:r>
            <a:r>
              <a:rPr lang="ru-RU" sz="900" b="0" i="0" dirty="0" smtClean="0">
                <a:solidFill>
                  <a:srgbClr val="000000"/>
                </a:solidFill>
              </a:rPr>
              <a:t> </a:t>
            </a:r>
            <a:r>
              <a:rPr lang="ru-RU" sz="900" b="0" i="0" dirty="0" smtClean="0">
                <a:solidFill>
                  <a:srgbClr val="000000"/>
                </a:solidFill>
                <a:latin typeface="Arial"/>
              </a:rPr>
              <a:t>мощностью</a:t>
            </a:r>
            <a:r>
              <a:rPr lang="ru-RU" sz="900" b="0" i="0" dirty="0" smtClean="0">
                <a:solidFill>
                  <a:srgbClr val="000000"/>
                </a:solidFill>
              </a:rPr>
              <a:t>, </a:t>
            </a:r>
            <a:r>
              <a:rPr lang="ru-RU" sz="900" b="0" i="0" dirty="0" smtClean="0">
                <a:solidFill>
                  <a:srgbClr val="000000"/>
                </a:solidFill>
                <a:latin typeface="Arial"/>
              </a:rPr>
              <a:t>большим</a:t>
            </a:r>
            <a:r>
              <a:rPr lang="ru-RU" sz="900" b="0" i="0" dirty="0" smtClean="0">
                <a:solidFill>
                  <a:srgbClr val="000000"/>
                </a:solidFill>
              </a:rPr>
              <a:t> </a:t>
            </a:r>
            <a:r>
              <a:rPr lang="ru-RU" sz="900" b="0" i="0" dirty="0" smtClean="0">
                <a:solidFill>
                  <a:srgbClr val="000000"/>
                </a:solidFill>
                <a:latin typeface="Arial"/>
              </a:rPr>
              <a:t>объемом</a:t>
            </a:r>
            <a:r>
              <a:rPr lang="ru-RU" sz="900" b="0" i="0" dirty="0" smtClean="0">
                <a:solidFill>
                  <a:srgbClr val="000000"/>
                </a:solidFill>
              </a:rPr>
              <a:t> </a:t>
            </a:r>
            <a:r>
              <a:rPr lang="ru-RU" sz="900" b="0" i="0" dirty="0" smtClean="0">
                <a:solidFill>
                  <a:srgbClr val="000000"/>
                </a:solidFill>
                <a:latin typeface="Arial"/>
              </a:rPr>
              <a:t>памяти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емкостью</a:t>
            </a:r>
            <a:r>
              <a:rPr lang="ru-RU" sz="900" b="0" i="0" dirty="0" smtClean="0">
                <a:solidFill>
                  <a:srgbClr val="000000"/>
                </a:solidFill>
              </a:rPr>
              <a:t> </a:t>
            </a:r>
            <a:r>
              <a:rPr lang="ru-RU" sz="900" b="0" i="0" dirty="0" smtClean="0">
                <a:solidFill>
                  <a:srgbClr val="000000"/>
                </a:solidFill>
                <a:latin typeface="Arial"/>
              </a:rPr>
              <a:t>хранения</a:t>
            </a:r>
            <a:r>
              <a:rPr lang="ru-RU" sz="900" b="0" i="0" dirty="0" smtClean="0">
                <a:solidFill>
                  <a:srgbClr val="000000"/>
                </a:solidFill>
              </a:rPr>
              <a:t>. </a:t>
            </a:r>
            <a:r>
              <a:rPr lang="ru-RU" sz="900" b="0" i="0" dirty="0" smtClean="0">
                <a:solidFill>
                  <a:srgbClr val="000000"/>
                </a:solidFill>
                <a:latin typeface="Arial"/>
              </a:rPr>
              <a:t>Они</a:t>
            </a:r>
            <a:r>
              <a:rPr lang="ru-RU" sz="900" b="0" i="0" dirty="0" smtClean="0">
                <a:solidFill>
                  <a:srgbClr val="000000"/>
                </a:solidFill>
              </a:rPr>
              <a:t> </a:t>
            </a:r>
            <a:r>
              <a:rPr lang="ru-RU" sz="900" b="0" i="0" dirty="0" smtClean="0">
                <a:solidFill>
                  <a:srgbClr val="000000"/>
                </a:solidFill>
                <a:latin typeface="Arial"/>
              </a:rPr>
              <a:t>главным</a:t>
            </a:r>
            <a:r>
              <a:rPr lang="ru-RU" sz="900" b="0" i="0" dirty="0" smtClean="0">
                <a:solidFill>
                  <a:srgbClr val="000000"/>
                </a:solidFill>
              </a:rPr>
              <a:t> </a:t>
            </a:r>
            <a:r>
              <a:rPr lang="ru-RU" sz="900" b="0" i="0" dirty="0" smtClean="0">
                <a:solidFill>
                  <a:srgbClr val="000000"/>
                </a:solidFill>
                <a:latin typeface="Arial"/>
              </a:rPr>
              <a:t>образом</a:t>
            </a:r>
            <a:r>
              <a:rPr lang="ru-RU" sz="900" b="0" i="0" dirty="0" smtClean="0">
                <a:solidFill>
                  <a:srgbClr val="000000"/>
                </a:solidFill>
              </a:rPr>
              <a:t> </a:t>
            </a:r>
            <a:r>
              <a:rPr lang="ru-RU" sz="900" b="0" i="0" dirty="0" smtClean="0">
                <a:solidFill>
                  <a:srgbClr val="000000"/>
                </a:solidFill>
                <a:latin typeface="Arial"/>
              </a:rPr>
              <a:t>используются</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централизованного</a:t>
            </a:r>
            <a:r>
              <a:rPr lang="ru-RU" sz="900" b="0" i="0" dirty="0" smtClean="0">
                <a:solidFill>
                  <a:srgbClr val="000000"/>
                </a:solidFill>
              </a:rPr>
              <a:t> </a:t>
            </a:r>
            <a:r>
              <a:rPr lang="ru-RU" sz="900" b="0" i="0" dirty="0" smtClean="0">
                <a:solidFill>
                  <a:srgbClr val="000000"/>
                </a:solidFill>
                <a:latin typeface="Arial"/>
              </a:rPr>
              <a:t>размещения</a:t>
            </a:r>
            <a:r>
              <a:rPr lang="ru-RU" sz="900" b="0" i="0" dirty="0" smtClean="0">
                <a:solidFill>
                  <a:srgbClr val="000000"/>
                </a:solidFill>
              </a:rPr>
              <a:t> </a:t>
            </a:r>
            <a:r>
              <a:rPr lang="ru-RU" sz="900" b="0" i="0" dirty="0" smtClean="0">
                <a:solidFill>
                  <a:srgbClr val="000000"/>
                </a:solidFill>
                <a:latin typeface="Arial"/>
              </a:rPr>
              <a:t>критически</a:t>
            </a:r>
            <a:r>
              <a:rPr lang="ru-RU" sz="900" b="0" i="0" dirty="0" smtClean="0">
                <a:solidFill>
                  <a:srgbClr val="000000"/>
                </a:solidFill>
              </a:rPr>
              <a:t> </a:t>
            </a:r>
            <a:r>
              <a:rPr lang="ru-RU" sz="900" b="0" i="0" dirty="0" smtClean="0">
                <a:solidFill>
                  <a:srgbClr val="000000"/>
                </a:solidFill>
                <a:latin typeface="Arial"/>
              </a:rPr>
              <a:t>важных</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баз</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центре</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Множество</a:t>
            </a:r>
            <a:r>
              <a:rPr lang="ru-RU" sz="900" b="0" i="0" dirty="0" smtClean="0">
                <a:solidFill>
                  <a:srgbClr val="000000"/>
                </a:solidFill>
              </a:rPr>
              <a:t> </a:t>
            </a:r>
            <a:r>
              <a:rPr lang="ru-RU" sz="900" b="0" i="0" dirty="0" smtClean="0">
                <a:solidFill>
                  <a:srgbClr val="000000"/>
                </a:solidFill>
                <a:latin typeface="Arial"/>
              </a:rPr>
              <a:t>пользователей</a:t>
            </a:r>
            <a:r>
              <a:rPr lang="ru-RU" sz="900" b="0" i="0" dirty="0" smtClean="0">
                <a:solidFill>
                  <a:srgbClr val="000000"/>
                </a:solidFill>
              </a:rPr>
              <a:t> </a:t>
            </a:r>
            <a:r>
              <a:rPr lang="ru-RU" sz="900" b="0" i="0" dirty="0" smtClean="0">
                <a:solidFill>
                  <a:srgbClr val="000000"/>
                </a:solidFill>
                <a:latin typeface="Arial"/>
              </a:rPr>
              <a:t>одновременно</a:t>
            </a:r>
            <a:r>
              <a:rPr lang="ru-RU" sz="900" b="0" i="0" dirty="0" smtClean="0">
                <a:solidFill>
                  <a:srgbClr val="000000"/>
                </a:solidFill>
              </a:rPr>
              <a:t> </a:t>
            </a:r>
            <a:r>
              <a:rPr lang="ru-RU" sz="900" b="0" i="0" dirty="0" smtClean="0">
                <a:solidFill>
                  <a:srgbClr val="000000"/>
                </a:solidFill>
                <a:latin typeface="Arial"/>
              </a:rPr>
              <a:t>подключаются</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мейнфреймам</a:t>
            </a:r>
            <a:r>
              <a:rPr lang="ru-RU" sz="900" b="0" i="0" dirty="0" smtClean="0">
                <a:solidFill>
                  <a:srgbClr val="000000"/>
                </a:solidFill>
              </a:rPr>
              <a:t> </a:t>
            </a:r>
            <a:r>
              <a:rPr lang="ru-RU" sz="900" b="0" i="0" dirty="0" smtClean="0">
                <a:solidFill>
                  <a:srgbClr val="000000"/>
                </a:solidFill>
                <a:latin typeface="Arial"/>
              </a:rPr>
              <a:t>через</a:t>
            </a:r>
            <a:r>
              <a:rPr lang="ru-RU" sz="900" b="0" i="0" dirty="0" smtClean="0">
                <a:solidFill>
                  <a:srgbClr val="000000"/>
                </a:solidFill>
              </a:rPr>
              <a:t> </a:t>
            </a:r>
            <a:r>
              <a:rPr lang="ru-RU" sz="900" b="0" i="0" dirty="0" smtClean="0">
                <a:solidFill>
                  <a:srgbClr val="000000"/>
                </a:solidFill>
                <a:latin typeface="Arial"/>
              </a:rPr>
              <a:t>менее</a:t>
            </a:r>
            <a:r>
              <a:rPr lang="ru-RU" sz="900" b="0" i="0" dirty="0" smtClean="0">
                <a:solidFill>
                  <a:srgbClr val="000000"/>
                </a:solidFill>
              </a:rPr>
              <a:t> </a:t>
            </a:r>
            <a:r>
              <a:rPr lang="ru-RU" sz="900" b="0" i="0" dirty="0" smtClean="0">
                <a:solidFill>
                  <a:srgbClr val="000000"/>
                </a:solidFill>
                <a:latin typeface="Arial"/>
              </a:rPr>
              <a:t>мощные</a:t>
            </a:r>
            <a:r>
              <a:rPr lang="ru-RU" sz="900" b="0" i="0" dirty="0" smtClean="0">
                <a:solidFill>
                  <a:srgbClr val="000000"/>
                </a:solidFill>
              </a:rPr>
              <a:t> </a:t>
            </a:r>
            <a:r>
              <a:rPr lang="ru-RU" sz="900" b="0" i="0" dirty="0" smtClean="0">
                <a:solidFill>
                  <a:srgbClr val="000000"/>
                </a:solidFill>
                <a:latin typeface="Arial"/>
              </a:rPr>
              <a:t>устройства</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рабочие</a:t>
            </a:r>
            <a:r>
              <a:rPr lang="ru-RU" sz="900" b="0" i="0" dirty="0" smtClean="0">
                <a:solidFill>
                  <a:srgbClr val="000000"/>
                </a:solidFill>
              </a:rPr>
              <a:t> </a:t>
            </a:r>
            <a:r>
              <a:rPr lang="ru-RU" sz="900" b="0" i="0" dirty="0" smtClean="0">
                <a:solidFill>
                  <a:srgbClr val="000000"/>
                </a:solidFill>
                <a:latin typeface="Arial"/>
              </a:rPr>
              <a:t>станции</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терминалы</a:t>
            </a:r>
            <a:r>
              <a:rPr lang="ru-RU" sz="900" b="0" i="0" dirty="0" smtClean="0">
                <a:solidFill>
                  <a:srgbClr val="000000"/>
                </a:solidFill>
              </a:rPr>
              <a:t>. </a:t>
            </a:r>
          </a:p>
          <a:p>
            <a:pPr>
              <a:spcBef>
                <a:spcPts val="600"/>
              </a:spcBef>
            </a:pPr>
            <a:r>
              <a:rPr lang="ru-RU" sz="900" b="0" i="0" dirty="0" smtClean="0">
                <a:solidFill>
                  <a:srgbClr val="000000"/>
                </a:solidFill>
                <a:latin typeface="Arial"/>
              </a:rPr>
              <a:t>Все</a:t>
            </a:r>
            <a:r>
              <a:rPr lang="ru-RU" sz="900" b="0" i="0" dirty="0" smtClean="0">
                <a:solidFill>
                  <a:srgbClr val="000000"/>
                </a:solidFill>
              </a:rPr>
              <a:t> </a:t>
            </a:r>
            <a:r>
              <a:rPr lang="ru-RU" sz="900" b="0" i="0" dirty="0" smtClean="0">
                <a:solidFill>
                  <a:srgbClr val="000000"/>
                </a:solidFill>
                <a:latin typeface="Arial"/>
              </a:rPr>
              <a:t>операции</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обработке</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выполняются</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мейнфрейме</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терминалы</a:t>
            </a:r>
            <a:r>
              <a:rPr lang="ru-RU" sz="900" b="0" i="0" dirty="0" smtClean="0">
                <a:solidFill>
                  <a:srgbClr val="000000"/>
                </a:solidFill>
              </a:rPr>
              <a:t> </a:t>
            </a:r>
            <a:r>
              <a:rPr lang="ru-RU" sz="900" b="0" i="0" dirty="0" smtClean="0">
                <a:solidFill>
                  <a:srgbClr val="000000"/>
                </a:solidFill>
                <a:latin typeface="Arial"/>
              </a:rPr>
              <a:t>только</a:t>
            </a:r>
            <a:r>
              <a:rPr lang="ru-RU" sz="900" b="0" i="0" dirty="0" smtClean="0">
                <a:solidFill>
                  <a:srgbClr val="000000"/>
                </a:solidFill>
              </a:rPr>
              <a:t> </a:t>
            </a:r>
            <a:r>
              <a:rPr lang="ru-RU" sz="900" b="0" i="0" dirty="0" smtClean="0">
                <a:solidFill>
                  <a:srgbClr val="000000"/>
                </a:solidFill>
                <a:latin typeface="Arial"/>
              </a:rPr>
              <a:t>предоставляют</a:t>
            </a:r>
            <a:r>
              <a:rPr lang="ru-RU" sz="900" b="0" i="0" dirty="0" smtClean="0">
                <a:solidFill>
                  <a:srgbClr val="000000"/>
                </a:solidFill>
              </a:rPr>
              <a:t> </a:t>
            </a:r>
            <a:r>
              <a:rPr lang="ru-RU" sz="900" b="0" i="0" dirty="0" smtClean="0">
                <a:solidFill>
                  <a:srgbClr val="000000"/>
                </a:solidFill>
                <a:latin typeface="Arial"/>
              </a:rPr>
              <a:t>интерфейс</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использования</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обеспечивают</a:t>
            </a:r>
            <a:r>
              <a:rPr lang="ru-RU" sz="900" b="0" i="0" dirty="0" smtClean="0">
                <a:solidFill>
                  <a:srgbClr val="000000"/>
                </a:solidFill>
              </a:rPr>
              <a:t> </a:t>
            </a:r>
            <a:r>
              <a:rPr lang="ru-RU" sz="900" b="0" i="0" dirty="0" smtClean="0">
                <a:solidFill>
                  <a:srgbClr val="000000"/>
                </a:solidFill>
                <a:latin typeface="Arial"/>
              </a:rPr>
              <a:t>представление</a:t>
            </a:r>
            <a:r>
              <a:rPr lang="ru-RU" sz="900" b="0" i="0" dirty="0" smtClean="0">
                <a:solidFill>
                  <a:srgbClr val="000000"/>
                </a:solidFill>
              </a:rPr>
              <a:t> </a:t>
            </a:r>
            <a:r>
              <a:rPr lang="ru-RU" sz="900" b="0" i="0" dirty="0" smtClean="0">
                <a:solidFill>
                  <a:srgbClr val="000000"/>
                </a:solidFill>
                <a:latin typeface="Arial"/>
              </a:rPr>
              <a:t>результатов</a:t>
            </a:r>
            <a:r>
              <a:rPr lang="ru-RU" sz="900" b="0" i="0" dirty="0" smtClean="0">
                <a:solidFill>
                  <a:srgbClr val="000000"/>
                </a:solidFill>
              </a:rPr>
              <a:t>. </a:t>
            </a:r>
            <a:r>
              <a:rPr lang="ru-RU" sz="900" b="0" i="0" dirty="0" smtClean="0">
                <a:solidFill>
                  <a:srgbClr val="000000"/>
                </a:solidFill>
                <a:latin typeface="Arial"/>
              </a:rPr>
              <a:t>Хотя</a:t>
            </a:r>
            <a:r>
              <a:rPr lang="ru-RU" sz="900" b="0" i="0" dirty="0" smtClean="0">
                <a:solidFill>
                  <a:srgbClr val="000000"/>
                </a:solidFill>
              </a:rPr>
              <a:t> </a:t>
            </a:r>
            <a:r>
              <a:rPr lang="ru-RU" sz="900" b="0" i="0" dirty="0" smtClean="0">
                <a:solidFill>
                  <a:srgbClr val="000000"/>
                </a:solidFill>
                <a:latin typeface="Arial"/>
              </a:rPr>
              <a:t>мейнфреймы</a:t>
            </a:r>
            <a:r>
              <a:rPr lang="ru-RU" sz="900" b="0" i="0" dirty="0" smtClean="0">
                <a:solidFill>
                  <a:srgbClr val="000000"/>
                </a:solidFill>
              </a:rPr>
              <a:t> </a:t>
            </a:r>
            <a:r>
              <a:rPr lang="ru-RU" sz="900" b="0" i="0" dirty="0" smtClean="0">
                <a:solidFill>
                  <a:srgbClr val="000000"/>
                </a:solidFill>
                <a:latin typeface="Arial"/>
              </a:rPr>
              <a:t>обеспечивают</a:t>
            </a:r>
            <a:r>
              <a:rPr lang="ru-RU" sz="900" b="0" i="0" dirty="0" smtClean="0">
                <a:solidFill>
                  <a:srgbClr val="000000"/>
                </a:solidFill>
              </a:rPr>
              <a:t> </a:t>
            </a:r>
            <a:r>
              <a:rPr lang="ru-RU" sz="900" b="0" i="0" dirty="0" smtClean="0">
                <a:solidFill>
                  <a:srgbClr val="000000"/>
                </a:solidFill>
                <a:latin typeface="Arial"/>
              </a:rPr>
              <a:t>высокую</a:t>
            </a:r>
            <a:r>
              <a:rPr lang="ru-RU" sz="900" b="0" i="0" dirty="0" smtClean="0">
                <a:solidFill>
                  <a:srgbClr val="000000"/>
                </a:solidFill>
              </a:rPr>
              <a:t> </a:t>
            </a:r>
            <a:r>
              <a:rPr lang="ru-RU" sz="900" b="0" i="0" dirty="0" smtClean="0">
                <a:solidFill>
                  <a:srgbClr val="000000"/>
                </a:solidFill>
                <a:latin typeface="Arial"/>
              </a:rPr>
              <a:t>надежность</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безопасность</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ними</a:t>
            </a:r>
            <a:r>
              <a:rPr lang="ru-RU" sz="900" b="0" i="0" dirty="0" smtClean="0">
                <a:solidFill>
                  <a:srgbClr val="000000"/>
                </a:solidFill>
              </a:rPr>
              <a:t> </a:t>
            </a:r>
            <a:r>
              <a:rPr lang="ru-RU" sz="900" b="0" i="0" dirty="0" smtClean="0">
                <a:solidFill>
                  <a:srgbClr val="000000"/>
                </a:solidFill>
                <a:latin typeface="Arial"/>
              </a:rPr>
              <a:t>связан</a:t>
            </a:r>
            <a:r>
              <a:rPr lang="ru-RU" sz="900" b="0" i="0" dirty="0" smtClean="0">
                <a:solidFill>
                  <a:srgbClr val="000000"/>
                </a:solidFill>
              </a:rPr>
              <a:t> </a:t>
            </a:r>
            <a:r>
              <a:rPr lang="ru-RU" sz="900" b="0" i="0" dirty="0" smtClean="0">
                <a:solidFill>
                  <a:srgbClr val="000000"/>
                </a:solidFill>
                <a:latin typeface="Arial"/>
              </a:rPr>
              <a:t>ряд</a:t>
            </a:r>
            <a:r>
              <a:rPr lang="ru-RU" sz="900" b="0" i="0" dirty="0" smtClean="0">
                <a:solidFill>
                  <a:srgbClr val="000000"/>
                </a:solidFill>
              </a:rPr>
              <a:t> </a:t>
            </a:r>
            <a:r>
              <a:rPr lang="ru-RU" sz="900" b="0" i="0" u="sng" dirty="0" smtClean="0">
                <a:solidFill>
                  <a:srgbClr val="000000"/>
                </a:solidFill>
                <a:latin typeface="Arial"/>
              </a:rPr>
              <a:t>проблем</a:t>
            </a:r>
            <a:r>
              <a:rPr lang="ru-RU" sz="900" b="0" i="0" u="sng" dirty="0" smtClean="0">
                <a:solidFill>
                  <a:srgbClr val="000000"/>
                </a:solidFill>
              </a:rPr>
              <a:t> </a:t>
            </a:r>
            <a:r>
              <a:rPr lang="ru-RU" sz="900" b="0" i="0" u="sng" dirty="0" smtClean="0">
                <a:solidFill>
                  <a:srgbClr val="000000"/>
                </a:solidFill>
                <a:latin typeface="Arial"/>
              </a:rPr>
              <a:t>высокой</a:t>
            </a:r>
            <a:r>
              <a:rPr lang="ru-RU" sz="900" b="0" i="0" u="sng" dirty="0" smtClean="0">
                <a:solidFill>
                  <a:srgbClr val="000000"/>
                </a:solidFill>
              </a:rPr>
              <a:t> </a:t>
            </a:r>
            <a:r>
              <a:rPr lang="ru-RU" sz="900" b="0" i="0" u="sng" dirty="0" smtClean="0">
                <a:solidFill>
                  <a:srgbClr val="000000"/>
                </a:solidFill>
                <a:latin typeface="Arial"/>
              </a:rPr>
              <a:t>стоимости</a:t>
            </a:r>
            <a:r>
              <a:rPr lang="ru-RU" sz="900" b="0" i="0" dirty="0" smtClean="0">
                <a:solidFill>
                  <a:srgbClr val="000000"/>
                </a:solidFill>
              </a:rPr>
              <a:t>. </a:t>
            </a:r>
          </a:p>
          <a:p>
            <a:pPr>
              <a:spcBef>
                <a:spcPts val="600"/>
              </a:spcBef>
            </a:pPr>
            <a:r>
              <a:rPr lang="ru-RU" sz="900" b="0" i="0" dirty="0" err="1" smtClean="0">
                <a:solidFill>
                  <a:srgbClr val="000000"/>
                </a:solidFill>
                <a:latin typeface="Arial"/>
              </a:rPr>
              <a:t>Мейнфреймы</a:t>
            </a:r>
            <a:r>
              <a:rPr lang="ru-RU" sz="900" b="0" i="0" dirty="0" smtClean="0">
                <a:solidFill>
                  <a:srgbClr val="000000"/>
                </a:solidFill>
              </a:rPr>
              <a:t> </a:t>
            </a:r>
            <a:r>
              <a:rPr lang="ru-RU" sz="900" b="0" i="0" dirty="0" smtClean="0">
                <a:solidFill>
                  <a:srgbClr val="000000"/>
                </a:solidFill>
                <a:latin typeface="Arial"/>
              </a:rPr>
              <a:t>требуют</a:t>
            </a:r>
            <a:r>
              <a:rPr lang="ru-RU" sz="900" b="0" i="0" dirty="0" smtClean="0">
                <a:solidFill>
                  <a:srgbClr val="000000"/>
                </a:solidFill>
              </a:rPr>
              <a:t> </a:t>
            </a:r>
            <a:r>
              <a:rPr lang="ru-RU" sz="900" b="0" i="0" u="sng" dirty="0" smtClean="0">
                <a:solidFill>
                  <a:srgbClr val="000000"/>
                </a:solidFill>
                <a:latin typeface="Arial"/>
              </a:rPr>
              <a:t>высоких</a:t>
            </a:r>
            <a:r>
              <a:rPr lang="ru-RU" sz="900" b="0" i="0" u="sng" dirty="0" smtClean="0">
                <a:solidFill>
                  <a:srgbClr val="000000"/>
                </a:solidFill>
              </a:rPr>
              <a:t> </a:t>
            </a:r>
            <a:r>
              <a:rPr lang="ru-RU" sz="900" b="0" i="0" u="sng" dirty="0" smtClean="0">
                <a:solidFill>
                  <a:srgbClr val="000000"/>
                </a:solidFill>
                <a:latin typeface="Arial"/>
              </a:rPr>
              <a:t>затрат</a:t>
            </a:r>
            <a:r>
              <a:rPr lang="ru-RU" sz="900" b="0" i="0" u="sng" dirty="0" smtClean="0">
                <a:solidFill>
                  <a:srgbClr val="000000"/>
                </a:solidFill>
              </a:rPr>
              <a:t> </a:t>
            </a:r>
            <a:r>
              <a:rPr lang="ru-RU" sz="900" b="0" i="0" u="sng" dirty="0" smtClean="0">
                <a:solidFill>
                  <a:srgbClr val="000000"/>
                </a:solidFill>
                <a:latin typeface="Arial"/>
              </a:rPr>
              <a:t>на</a:t>
            </a:r>
            <a:r>
              <a:rPr lang="ru-RU" sz="900" b="0" i="0" u="sng" dirty="0" smtClean="0">
                <a:solidFill>
                  <a:srgbClr val="000000"/>
                </a:solidFill>
              </a:rPr>
              <a:t> </a:t>
            </a:r>
            <a:r>
              <a:rPr lang="ru-RU" sz="900" b="0" i="0" u="sng" dirty="0" smtClean="0">
                <a:solidFill>
                  <a:srgbClr val="000000"/>
                </a:solidFill>
                <a:latin typeface="Arial"/>
              </a:rPr>
              <a:t>приобретение</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большой</a:t>
            </a:r>
            <a:r>
              <a:rPr lang="ru-RU" sz="900" b="0" i="0" u="sng" dirty="0" smtClean="0">
                <a:solidFill>
                  <a:srgbClr val="000000"/>
                </a:solidFill>
              </a:rPr>
              <a:t> </a:t>
            </a:r>
            <a:r>
              <a:rPr lang="ru-RU" sz="900" b="0" i="0" u="sng" dirty="0" smtClean="0">
                <a:solidFill>
                  <a:srgbClr val="000000"/>
                </a:solidFill>
                <a:latin typeface="Arial"/>
              </a:rPr>
              <a:t>пощади</a:t>
            </a:r>
            <a:r>
              <a:rPr lang="ru-RU" sz="900" b="0" i="0" u="sng" dirty="0" smtClean="0">
                <a:solidFill>
                  <a:srgbClr val="000000"/>
                </a:solidFill>
              </a:rPr>
              <a:t> </a:t>
            </a:r>
            <a:r>
              <a:rPr lang="ru-RU" sz="900" b="0" i="0" u="sng" dirty="0" smtClean="0">
                <a:solidFill>
                  <a:srgbClr val="000000"/>
                </a:solidFill>
                <a:latin typeface="Arial"/>
              </a:rPr>
              <a:t>для</a:t>
            </a:r>
            <a:r>
              <a:rPr lang="ru-RU" sz="900" b="0" i="0" u="sng" dirty="0" smtClean="0">
                <a:solidFill>
                  <a:srgbClr val="000000"/>
                </a:solidFill>
              </a:rPr>
              <a:t> </a:t>
            </a:r>
            <a:r>
              <a:rPr lang="ru-RU" sz="900" b="0" i="0" u="sng" dirty="0" smtClean="0">
                <a:solidFill>
                  <a:srgbClr val="000000"/>
                </a:solidFill>
                <a:latin typeface="Arial"/>
              </a:rPr>
              <a:t>размещения</a:t>
            </a:r>
            <a:r>
              <a:rPr lang="ru-RU" sz="900" b="0" i="0" u="sng" dirty="0" smtClean="0">
                <a:solidFill>
                  <a:srgbClr val="000000"/>
                </a:solidFill>
              </a:rPr>
              <a:t>, </a:t>
            </a:r>
            <a:r>
              <a:rPr lang="ru-RU" sz="900" b="0" i="0" u="sng" dirty="0" smtClean="0">
                <a:solidFill>
                  <a:srgbClr val="000000"/>
                </a:solidFill>
                <a:latin typeface="Arial"/>
              </a:rPr>
              <a:t>а</a:t>
            </a:r>
            <a:r>
              <a:rPr lang="ru-RU" sz="900" b="0" i="0" u="sng" dirty="0" smtClean="0">
                <a:solidFill>
                  <a:srgbClr val="000000"/>
                </a:solidFill>
              </a:rPr>
              <a:t> </a:t>
            </a:r>
            <a:r>
              <a:rPr lang="ru-RU" sz="900" b="0" i="0" u="sng" dirty="0" smtClean="0">
                <a:solidFill>
                  <a:srgbClr val="000000"/>
                </a:solidFill>
                <a:latin typeface="Arial"/>
              </a:rPr>
              <a:t>также</a:t>
            </a:r>
            <a:r>
              <a:rPr lang="ru-RU" sz="900" b="0" i="0" u="sng" dirty="0" smtClean="0">
                <a:solidFill>
                  <a:srgbClr val="000000"/>
                </a:solidFill>
              </a:rPr>
              <a:t> </a:t>
            </a:r>
            <a:r>
              <a:rPr lang="ru-RU" sz="900" b="0" i="0" u="sng" dirty="0" smtClean="0">
                <a:solidFill>
                  <a:srgbClr val="000000"/>
                </a:solidFill>
                <a:latin typeface="Arial"/>
              </a:rPr>
              <a:t>потребляют</a:t>
            </a:r>
            <a:r>
              <a:rPr lang="ru-RU" sz="900" b="0" i="0" u="sng" dirty="0" smtClean="0">
                <a:solidFill>
                  <a:srgbClr val="000000"/>
                </a:solidFill>
              </a:rPr>
              <a:t> </a:t>
            </a:r>
            <a:r>
              <a:rPr lang="ru-RU" sz="900" b="0" i="0" u="sng" dirty="0" smtClean="0">
                <a:solidFill>
                  <a:srgbClr val="000000"/>
                </a:solidFill>
                <a:latin typeface="Arial"/>
              </a:rPr>
              <a:t>много</a:t>
            </a:r>
            <a:r>
              <a:rPr lang="ru-RU" sz="900" b="0" i="0" u="sng" dirty="0" smtClean="0">
                <a:solidFill>
                  <a:srgbClr val="000000"/>
                </a:solidFill>
              </a:rPr>
              <a:t> </a:t>
            </a:r>
            <a:r>
              <a:rPr lang="ru-RU" sz="900" b="0" i="0" u="sng" dirty="0" smtClean="0">
                <a:solidFill>
                  <a:srgbClr val="000000"/>
                </a:solidFill>
                <a:latin typeface="Arial"/>
              </a:rPr>
              <a:t>электроэнергии</a:t>
            </a:r>
            <a:r>
              <a:rPr lang="ru-RU" sz="900" b="0" i="0" u="sng"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Развертывание</a:t>
            </a:r>
            <a:r>
              <a:rPr lang="ru-RU" sz="900" b="0" i="0" dirty="0" smtClean="0">
                <a:solidFill>
                  <a:srgbClr val="000000"/>
                </a:solidFill>
              </a:rPr>
              <a:t> </a:t>
            </a:r>
            <a:r>
              <a:rPr lang="ru-RU" sz="900" b="0" i="0" dirty="0" smtClean="0">
                <a:solidFill>
                  <a:srgbClr val="000000"/>
                </a:solidFill>
                <a:latin typeface="Arial"/>
              </a:rPr>
              <a:t>мейнфреймов</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центре</a:t>
            </a:r>
            <a:r>
              <a:rPr lang="ru-RU" sz="900" b="0" i="0" dirty="0" smtClean="0">
                <a:solidFill>
                  <a:srgbClr val="000000"/>
                </a:solidFill>
              </a:rPr>
              <a:t> </a:t>
            </a:r>
            <a:r>
              <a:rPr lang="ru-RU" sz="900" b="0" i="0" dirty="0" smtClean="0">
                <a:solidFill>
                  <a:srgbClr val="000000"/>
                </a:solidFill>
                <a:latin typeface="Arial"/>
              </a:rPr>
              <a:t>обработки</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может</a:t>
            </a:r>
            <a:r>
              <a:rPr lang="ru-RU" sz="900" b="0" i="0" dirty="0" smtClean="0">
                <a:solidFill>
                  <a:srgbClr val="000000"/>
                </a:solidFill>
              </a:rPr>
              <a:t> </a:t>
            </a:r>
            <a:r>
              <a:rPr lang="ru-RU" sz="900" b="0" i="0" dirty="0" smtClean="0">
                <a:solidFill>
                  <a:srgbClr val="000000"/>
                </a:solidFill>
                <a:latin typeface="Arial"/>
              </a:rPr>
              <a:t>быть</a:t>
            </a:r>
            <a:r>
              <a:rPr lang="ru-RU" sz="900" b="0" i="0" dirty="0" smtClean="0">
                <a:solidFill>
                  <a:srgbClr val="000000"/>
                </a:solidFill>
              </a:rPr>
              <a:t> </a:t>
            </a:r>
            <a:r>
              <a:rPr lang="ru-RU" sz="900" b="0" i="0" dirty="0" smtClean="0">
                <a:solidFill>
                  <a:srgbClr val="000000"/>
                </a:solidFill>
                <a:latin typeface="Arial"/>
              </a:rPr>
              <a:t>сопряжено</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высокими</a:t>
            </a:r>
            <a:r>
              <a:rPr lang="ru-RU" sz="900" b="0" i="0" dirty="0" smtClean="0">
                <a:solidFill>
                  <a:srgbClr val="000000"/>
                </a:solidFill>
              </a:rPr>
              <a:t> </a:t>
            </a:r>
            <a:r>
              <a:rPr lang="ru-RU" sz="900" b="0" i="0" dirty="0" smtClean="0">
                <a:solidFill>
                  <a:srgbClr val="000000"/>
                </a:solidFill>
                <a:latin typeface="Arial"/>
              </a:rPr>
              <a:t>капитальными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операционными</a:t>
            </a:r>
            <a:r>
              <a:rPr lang="ru-RU" sz="900" b="0" i="0" dirty="0" smtClean="0">
                <a:solidFill>
                  <a:srgbClr val="000000"/>
                </a:solidFill>
              </a:rPr>
              <a:t> </a:t>
            </a:r>
            <a:r>
              <a:rPr lang="ru-RU" sz="900" b="0" i="0" dirty="0" smtClean="0">
                <a:solidFill>
                  <a:srgbClr val="000000"/>
                </a:solidFill>
                <a:latin typeface="Arial"/>
              </a:rPr>
              <a:t>издержками</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прошлом</a:t>
            </a:r>
            <a:r>
              <a:rPr lang="ru-RU" sz="900" b="0" i="0" dirty="0" smtClean="0">
                <a:solidFill>
                  <a:srgbClr val="000000"/>
                </a:solidFill>
              </a:rPr>
              <a:t> </a:t>
            </a:r>
            <a:r>
              <a:rPr lang="ru-RU" sz="900" b="0" i="0" dirty="0" smtClean="0">
                <a:solidFill>
                  <a:srgbClr val="000000"/>
                </a:solidFill>
                <a:latin typeface="Arial"/>
              </a:rPr>
              <a:t>крупные</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банки</a:t>
            </a:r>
            <a:r>
              <a:rPr lang="ru-RU" sz="900" b="0" i="0" dirty="0" smtClean="0">
                <a:solidFill>
                  <a:srgbClr val="000000"/>
                </a:solidFill>
              </a:rPr>
              <a:t>, </a:t>
            </a:r>
            <a:r>
              <a:rPr lang="ru-RU" sz="900" b="0" i="0" dirty="0" smtClean="0">
                <a:solidFill>
                  <a:srgbClr val="000000"/>
                </a:solidFill>
                <a:latin typeface="Arial"/>
              </a:rPr>
              <a:t>страховые</a:t>
            </a:r>
            <a:r>
              <a:rPr lang="ru-RU" sz="900" b="0" i="0" dirty="0" smtClean="0">
                <a:solidFill>
                  <a:srgbClr val="000000"/>
                </a:solidFill>
              </a:rPr>
              <a:t> </a:t>
            </a:r>
            <a:r>
              <a:rPr lang="ru-RU" sz="900" b="0" i="0" dirty="0" smtClean="0">
                <a:solidFill>
                  <a:srgbClr val="000000"/>
                </a:solidFill>
                <a:latin typeface="Arial"/>
              </a:rPr>
              <a:t>агентства</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государственные</a:t>
            </a:r>
            <a:r>
              <a:rPr lang="ru-RU" sz="900" b="0" i="0" dirty="0" smtClean="0">
                <a:solidFill>
                  <a:srgbClr val="000000"/>
                </a:solidFill>
              </a:rPr>
              <a:t> </a:t>
            </a:r>
            <a:r>
              <a:rPr lang="ru-RU" sz="900" b="0" i="0" dirty="0" smtClean="0">
                <a:solidFill>
                  <a:srgbClr val="000000"/>
                </a:solidFill>
                <a:latin typeface="Arial"/>
              </a:rPr>
              <a:t>учреждения</a:t>
            </a:r>
            <a:r>
              <a:rPr lang="ru-RU" sz="900" b="0" i="0" dirty="0" smtClean="0">
                <a:solidFill>
                  <a:srgbClr val="000000"/>
                </a:solidFill>
              </a:rPr>
              <a:t>, </a:t>
            </a:r>
            <a:r>
              <a:rPr lang="ru-RU" sz="900" b="0" i="0" dirty="0" smtClean="0">
                <a:solidFill>
                  <a:srgbClr val="000000"/>
                </a:solidFill>
                <a:latin typeface="Arial"/>
              </a:rPr>
              <a:t>использовали</a:t>
            </a:r>
            <a:r>
              <a:rPr lang="ru-RU" sz="900" b="0" i="0" dirty="0" smtClean="0">
                <a:solidFill>
                  <a:srgbClr val="000000"/>
                </a:solidFill>
              </a:rPr>
              <a:t> </a:t>
            </a:r>
            <a:r>
              <a:rPr lang="ru-RU" sz="900" b="0" i="0" dirty="0" smtClean="0">
                <a:solidFill>
                  <a:srgbClr val="000000"/>
                </a:solidFill>
                <a:latin typeface="Arial"/>
              </a:rPr>
              <a:t>мейнфреймы</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своих</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операций</a:t>
            </a:r>
            <a:r>
              <a:rPr lang="ru-RU" sz="900" b="0" i="0" dirty="0" smtClean="0">
                <a:solidFill>
                  <a:srgbClr val="000000"/>
                </a:solidFill>
              </a:rPr>
              <a:t>.</a:t>
            </a:r>
          </a:p>
        </p:txBody>
      </p:sp>
    </p:spTree>
    <p:extLst>
      <p:ext uri="{BB962C8B-B14F-4D97-AF65-F5344CB8AC3E}">
        <p14:creationId xmlns:p14="http://schemas.microsoft.com/office/powerpoint/2010/main" val="1967482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indent="457200">
              <a:spcBef>
                <a:spcPts val="600"/>
              </a:spcBef>
            </a:pPr>
            <a:r>
              <a:rPr lang="ru-RU" sz="900" b="0" i="1" dirty="0" smtClean="0">
                <a:solidFill>
                  <a:srgbClr val="000000"/>
                </a:solidFill>
                <a:latin typeface="Arial"/>
              </a:rPr>
              <a:t>Модель</a:t>
            </a:r>
            <a:r>
              <a:rPr lang="ru-RU" sz="900" b="0" i="1" dirty="0" smtClean="0">
                <a:solidFill>
                  <a:srgbClr val="000000"/>
                </a:solidFill>
              </a:rPr>
              <a:t> «</a:t>
            </a:r>
            <a:r>
              <a:rPr lang="ru-RU" sz="900" b="0" i="1" dirty="0" smtClean="0">
                <a:solidFill>
                  <a:srgbClr val="000000"/>
                </a:solidFill>
                <a:latin typeface="Arial"/>
              </a:rPr>
              <a:t>клиент</a:t>
            </a:r>
            <a:r>
              <a:rPr lang="ru-RU" sz="900" b="0" i="1" dirty="0" smtClean="0">
                <a:solidFill>
                  <a:srgbClr val="000000"/>
                </a:solidFill>
              </a:rPr>
              <a:t>-</a:t>
            </a:r>
            <a:r>
              <a:rPr lang="ru-RU" sz="900" b="0" i="1" dirty="0" smtClean="0">
                <a:solidFill>
                  <a:srgbClr val="000000"/>
                </a:solidFill>
                <a:latin typeface="Arial"/>
              </a:rPr>
              <a:t>сервер</a:t>
            </a:r>
            <a:r>
              <a:rPr lang="ru-RU" sz="900" b="0" i="1" dirty="0" smtClean="0">
                <a:solidFill>
                  <a:srgbClr val="000000"/>
                </a:solidFill>
              </a:rPr>
              <a:t>»</a:t>
            </a:r>
            <a:r>
              <a:rPr lang="ru-RU" sz="900" b="0" i="0" dirty="0" smtClean="0">
                <a:solidFill>
                  <a:srgbClr val="000000"/>
                </a:solidFill>
              </a:rPr>
              <a:t> </a:t>
            </a:r>
            <a:r>
              <a:rPr lang="ru-RU" sz="900" b="0" i="0" dirty="0" smtClean="0">
                <a:solidFill>
                  <a:srgbClr val="000000"/>
                </a:solidFill>
                <a:latin typeface="Arial"/>
              </a:rPr>
              <a:t>использует</a:t>
            </a:r>
            <a:r>
              <a:rPr lang="ru-RU" sz="900" b="0" i="0" dirty="0" smtClean="0">
                <a:solidFill>
                  <a:srgbClr val="000000"/>
                </a:solidFill>
              </a:rPr>
              <a:t> </a:t>
            </a:r>
            <a:r>
              <a:rPr lang="ru-RU" sz="900" b="0" i="0" dirty="0" smtClean="0">
                <a:solidFill>
                  <a:srgbClr val="000000"/>
                </a:solidFill>
                <a:latin typeface="Arial"/>
              </a:rPr>
              <a:t>распределенную</a:t>
            </a:r>
            <a:r>
              <a:rPr lang="ru-RU" sz="900" b="0" i="0" dirty="0" smtClean="0">
                <a:solidFill>
                  <a:srgbClr val="000000"/>
                </a:solidFill>
              </a:rPr>
              <a:t> </a:t>
            </a:r>
            <a:r>
              <a:rPr lang="ru-RU" sz="900" b="0" i="0" dirty="0" smtClean="0">
                <a:solidFill>
                  <a:srgbClr val="000000"/>
                </a:solidFill>
                <a:latin typeface="Arial"/>
              </a:rPr>
              <a:t>архитектуру</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которой</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вычислительной</a:t>
            </a:r>
            <a:r>
              <a:rPr lang="ru-RU" sz="900" b="0" i="0" dirty="0" smtClean="0">
                <a:solidFill>
                  <a:srgbClr val="000000"/>
                </a:solidFill>
              </a:rPr>
              <a:t> </a:t>
            </a:r>
            <a:r>
              <a:rPr lang="ru-RU" sz="900" b="0" i="0" dirty="0" smtClean="0">
                <a:solidFill>
                  <a:srgbClr val="000000"/>
                </a:solidFill>
                <a:latin typeface="Arial"/>
              </a:rPr>
              <a:t>системе</a:t>
            </a:r>
            <a:r>
              <a:rPr lang="ru-RU" sz="900" b="0" i="0" dirty="0" smtClean="0">
                <a:solidFill>
                  <a:srgbClr val="000000"/>
                </a:solidFill>
              </a:rPr>
              <a:t>, </a:t>
            </a:r>
            <a:r>
              <a:rPr lang="ru-RU" sz="900" b="0" i="0" dirty="0" smtClean="0">
                <a:solidFill>
                  <a:srgbClr val="000000"/>
                </a:solidFill>
                <a:latin typeface="Arial"/>
              </a:rPr>
              <a:t>называемой</a:t>
            </a:r>
            <a:r>
              <a:rPr lang="ru-RU" sz="900" b="0" i="0" dirty="0" smtClean="0">
                <a:solidFill>
                  <a:srgbClr val="000000"/>
                </a:solidFill>
              </a:rPr>
              <a:t> «</a:t>
            </a:r>
            <a:r>
              <a:rPr lang="ru-RU" sz="900" b="0" i="0" dirty="0" smtClean="0">
                <a:solidFill>
                  <a:srgbClr val="000000"/>
                </a:solidFill>
                <a:latin typeface="Arial"/>
              </a:rPr>
              <a:t>сервером</a:t>
            </a:r>
            <a:r>
              <a:rPr lang="ru-RU" sz="900" b="0" i="0" dirty="0" smtClean="0">
                <a:solidFill>
                  <a:srgbClr val="000000"/>
                </a:solidFill>
              </a:rPr>
              <a:t>», </a:t>
            </a:r>
            <a:r>
              <a:rPr lang="ru-RU" sz="900" b="0" i="0" dirty="0" smtClean="0">
                <a:solidFill>
                  <a:srgbClr val="000000"/>
                </a:solidFill>
                <a:latin typeface="Arial"/>
              </a:rPr>
              <a:t>работает</a:t>
            </a:r>
            <a:r>
              <a:rPr lang="ru-RU" sz="900" b="0" i="0" dirty="0" smtClean="0">
                <a:solidFill>
                  <a:srgbClr val="000000"/>
                </a:solidFill>
              </a:rPr>
              <a:t> </a:t>
            </a:r>
            <a:r>
              <a:rPr lang="ru-RU" sz="900" b="0" i="0" dirty="0" smtClean="0">
                <a:solidFill>
                  <a:srgbClr val="000000"/>
                </a:solidFill>
                <a:latin typeface="Arial"/>
              </a:rPr>
              <a:t>программа</a:t>
            </a:r>
            <a:r>
              <a:rPr lang="ru-RU" sz="900" b="0" i="0" dirty="0" smtClean="0">
                <a:solidFill>
                  <a:srgbClr val="000000"/>
                </a:solidFill>
              </a:rPr>
              <a:t>, </a:t>
            </a:r>
            <a:r>
              <a:rPr lang="ru-RU" sz="900" b="0" i="0" dirty="0" smtClean="0">
                <a:solidFill>
                  <a:srgbClr val="000000"/>
                </a:solidFill>
                <a:latin typeface="Arial"/>
              </a:rPr>
              <a:t>предоставляющая</a:t>
            </a:r>
            <a:r>
              <a:rPr lang="ru-RU" sz="900" b="0" i="0" dirty="0" smtClean="0">
                <a:solidFill>
                  <a:srgbClr val="000000"/>
                </a:solidFill>
              </a:rPr>
              <a:t> </a:t>
            </a:r>
            <a:r>
              <a:rPr lang="ru-RU" sz="900" b="0" i="0" dirty="0" smtClean="0">
                <a:solidFill>
                  <a:srgbClr val="000000"/>
                </a:solidFill>
                <a:latin typeface="Arial"/>
              </a:rPr>
              <a:t>услуги</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сети</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других</a:t>
            </a:r>
            <a:r>
              <a:rPr lang="ru-RU" sz="900" b="0" i="0" dirty="0" smtClean="0">
                <a:solidFill>
                  <a:srgbClr val="000000"/>
                </a:solidFill>
              </a:rPr>
              <a:t> </a:t>
            </a:r>
            <a:r>
              <a:rPr lang="ru-RU" sz="900" b="0" i="0" dirty="0" smtClean="0">
                <a:solidFill>
                  <a:srgbClr val="000000"/>
                </a:solidFill>
                <a:latin typeface="Arial"/>
              </a:rPr>
              <a:t>программ</a:t>
            </a:r>
            <a:r>
              <a:rPr lang="ru-RU" sz="900" b="0"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dirty="0" smtClean="0">
                <a:solidFill>
                  <a:srgbClr val="000000"/>
                </a:solidFill>
                <a:latin typeface="Arial"/>
              </a:rPr>
              <a:t>работают</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различных</a:t>
            </a:r>
            <a:r>
              <a:rPr lang="ru-RU" sz="900" b="0" i="0" dirty="0" smtClean="0">
                <a:solidFill>
                  <a:srgbClr val="000000"/>
                </a:solidFill>
              </a:rPr>
              <a:t> </a:t>
            </a:r>
            <a:r>
              <a:rPr lang="ru-RU" sz="900" b="0" i="0" dirty="0" smtClean="0">
                <a:solidFill>
                  <a:srgbClr val="000000"/>
                </a:solidFill>
                <a:latin typeface="Arial"/>
              </a:rPr>
              <a:t>конечных</a:t>
            </a:r>
            <a:r>
              <a:rPr lang="ru-RU" sz="900" b="0" i="0" dirty="0" smtClean="0">
                <a:solidFill>
                  <a:srgbClr val="000000"/>
                </a:solidFill>
              </a:rPr>
              <a:t> </a:t>
            </a:r>
            <a:r>
              <a:rPr lang="ru-RU" sz="900" b="0" i="0" dirty="0" smtClean="0">
                <a:solidFill>
                  <a:srgbClr val="000000"/>
                </a:solidFill>
                <a:latin typeface="Arial"/>
              </a:rPr>
              <a:t>устройствах</a:t>
            </a:r>
            <a:r>
              <a:rPr lang="ru-RU" sz="900" b="0" i="0" dirty="0" smtClean="0">
                <a:solidFill>
                  <a:srgbClr val="000000"/>
                </a:solidFill>
              </a:rPr>
              <a:t>, </a:t>
            </a:r>
            <a:r>
              <a:rPr lang="ru-RU" sz="900" b="0" i="0" dirty="0" smtClean="0">
                <a:solidFill>
                  <a:srgbClr val="000000"/>
                </a:solidFill>
                <a:latin typeface="Arial"/>
              </a:rPr>
              <a:t>называемых</a:t>
            </a:r>
            <a:r>
              <a:rPr lang="ru-RU" sz="900" b="0" i="0" dirty="0" smtClean="0">
                <a:solidFill>
                  <a:srgbClr val="000000"/>
                </a:solidFill>
              </a:rPr>
              <a:t> «</a:t>
            </a:r>
            <a:r>
              <a:rPr lang="ru-RU" sz="900" b="0" i="0" dirty="0" smtClean="0">
                <a:solidFill>
                  <a:srgbClr val="000000"/>
                </a:solidFill>
                <a:latin typeface="Arial"/>
              </a:rPr>
              <a:t>клиентами</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Серверные</a:t>
            </a:r>
            <a:r>
              <a:rPr lang="ru-RU" sz="900" b="0" i="0" dirty="0" smtClean="0">
                <a:solidFill>
                  <a:srgbClr val="000000"/>
                </a:solidFill>
              </a:rPr>
              <a:t> </a:t>
            </a:r>
            <a:r>
              <a:rPr lang="ru-RU" sz="900" b="0" i="0" dirty="0" smtClean="0">
                <a:solidFill>
                  <a:srgbClr val="000000"/>
                </a:solidFill>
                <a:latin typeface="Arial"/>
              </a:rPr>
              <a:t>программы</a:t>
            </a:r>
            <a:r>
              <a:rPr lang="ru-RU" sz="900" b="0" i="0" dirty="0" smtClean="0">
                <a:solidFill>
                  <a:srgbClr val="000000"/>
                </a:solidFill>
              </a:rPr>
              <a:t> </a:t>
            </a:r>
            <a:r>
              <a:rPr lang="ru-RU" sz="900" b="0" i="0" dirty="0" smtClean="0">
                <a:solidFill>
                  <a:srgbClr val="000000"/>
                </a:solidFill>
                <a:latin typeface="Arial"/>
              </a:rPr>
              <a:t>получают</a:t>
            </a:r>
            <a:r>
              <a:rPr lang="ru-RU" sz="900" b="0" i="0" dirty="0" smtClean="0">
                <a:solidFill>
                  <a:srgbClr val="000000"/>
                </a:solidFill>
              </a:rPr>
              <a:t> </a:t>
            </a:r>
            <a:r>
              <a:rPr lang="ru-RU" sz="900" b="0" i="0" dirty="0" smtClean="0">
                <a:solidFill>
                  <a:srgbClr val="000000"/>
                </a:solidFill>
                <a:latin typeface="Arial"/>
              </a:rPr>
              <a:t>запросы</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ресурсы</a:t>
            </a:r>
            <a:r>
              <a:rPr lang="ru-RU" sz="900" b="0" i="0" dirty="0" smtClean="0">
                <a:solidFill>
                  <a:srgbClr val="000000"/>
                </a:solidFill>
              </a:rPr>
              <a:t> </a:t>
            </a:r>
            <a:r>
              <a:rPr lang="ru-RU" sz="900" b="0" i="0" dirty="0" smtClean="0">
                <a:solidFill>
                  <a:srgbClr val="000000"/>
                </a:solidFill>
                <a:latin typeface="Arial"/>
              </a:rPr>
              <a:t>от</a:t>
            </a:r>
            <a:r>
              <a:rPr lang="ru-RU" sz="900" b="0" i="0" dirty="0" smtClean="0">
                <a:solidFill>
                  <a:srgbClr val="000000"/>
                </a:solidFill>
              </a:rPr>
              <a:t> </a:t>
            </a:r>
            <a:r>
              <a:rPr lang="ru-RU" sz="900" b="0" i="0" dirty="0" smtClean="0">
                <a:solidFill>
                  <a:srgbClr val="000000"/>
                </a:solidFill>
                <a:latin typeface="Arial"/>
              </a:rPr>
              <a:t>клиентских</a:t>
            </a:r>
            <a:r>
              <a:rPr lang="ru-RU" sz="900" b="0" i="0" dirty="0" smtClean="0">
                <a:solidFill>
                  <a:srgbClr val="000000"/>
                </a:solidFill>
              </a:rPr>
              <a:t> </a:t>
            </a:r>
            <a:r>
              <a:rPr lang="ru-RU" sz="900" b="0" i="0" dirty="0" smtClean="0">
                <a:solidFill>
                  <a:srgbClr val="000000"/>
                </a:solidFill>
                <a:latin typeface="Arial"/>
              </a:rPr>
              <a:t>программ</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ответ</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эти</a:t>
            </a:r>
            <a:r>
              <a:rPr lang="ru-RU" sz="900" b="0" i="0" dirty="0" smtClean="0">
                <a:solidFill>
                  <a:srgbClr val="000000"/>
                </a:solidFill>
              </a:rPr>
              <a:t> </a:t>
            </a:r>
            <a:r>
              <a:rPr lang="ru-RU" sz="900" b="0" i="0" dirty="0" smtClean="0">
                <a:solidFill>
                  <a:srgbClr val="000000"/>
                </a:solidFill>
                <a:latin typeface="Arial"/>
              </a:rPr>
              <a:t>запросы</a:t>
            </a:r>
            <a:r>
              <a:rPr lang="ru-RU" sz="900" b="0" i="0" dirty="0" smtClean="0">
                <a:solidFill>
                  <a:srgbClr val="000000"/>
                </a:solidFill>
              </a:rPr>
              <a:t>, </a:t>
            </a:r>
            <a:r>
              <a:rPr lang="ru-RU" sz="900" b="0" i="0" dirty="0" smtClean="0">
                <a:solidFill>
                  <a:srgbClr val="000000"/>
                </a:solidFill>
                <a:latin typeface="Arial"/>
              </a:rPr>
              <a:t>клиенты</a:t>
            </a:r>
            <a:r>
              <a:rPr lang="ru-RU" sz="900" b="0" i="0" dirty="0" smtClean="0">
                <a:solidFill>
                  <a:srgbClr val="000000"/>
                </a:solidFill>
              </a:rPr>
              <a:t> </a:t>
            </a:r>
            <a:r>
              <a:rPr lang="ru-RU" sz="900" b="0" i="0" dirty="0" smtClean="0">
                <a:solidFill>
                  <a:srgbClr val="000000"/>
                </a:solidFill>
                <a:latin typeface="Arial"/>
              </a:rPr>
              <a:t>получают</a:t>
            </a:r>
            <a:r>
              <a:rPr lang="ru-RU" sz="900" b="0" i="0" dirty="0" smtClean="0">
                <a:solidFill>
                  <a:srgbClr val="000000"/>
                </a:solidFill>
              </a:rPr>
              <a:t> </a:t>
            </a:r>
            <a:r>
              <a:rPr lang="ru-RU" sz="900" b="0" i="0" dirty="0" smtClean="0">
                <a:solidFill>
                  <a:srgbClr val="000000"/>
                </a:solidFill>
                <a:latin typeface="Arial"/>
              </a:rPr>
              <a:t>доступ</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ресурсам</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приложениям</a:t>
            </a:r>
            <a:r>
              <a:rPr lang="ru-RU" sz="900" b="0" i="0" dirty="0" smtClean="0">
                <a:solidFill>
                  <a:srgbClr val="000000"/>
                </a:solidFill>
              </a:rPr>
              <a:t> </a:t>
            </a:r>
            <a:r>
              <a:rPr lang="ru-RU" sz="900" b="0" i="0" dirty="0" smtClean="0">
                <a:solidFill>
                  <a:srgbClr val="000000"/>
                </a:solidFill>
                <a:latin typeface="Arial"/>
              </a:rPr>
              <a:t>электронной</a:t>
            </a:r>
            <a:r>
              <a:rPr lang="ru-RU" sz="900" b="0" i="0" dirty="0" smtClean="0">
                <a:solidFill>
                  <a:srgbClr val="000000"/>
                </a:solidFill>
              </a:rPr>
              <a:t> </a:t>
            </a:r>
            <a:r>
              <a:rPr lang="ru-RU" sz="900" b="0" i="0" dirty="0" smtClean="0">
                <a:solidFill>
                  <a:srgbClr val="000000"/>
                </a:solidFill>
                <a:latin typeface="Arial"/>
              </a:rPr>
              <a:t>почты</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приложениям</a:t>
            </a:r>
            <a:r>
              <a:rPr lang="ru-RU" sz="900" b="0" i="0" dirty="0" smtClean="0">
                <a:solidFill>
                  <a:srgbClr val="000000"/>
                </a:solidFill>
              </a:rPr>
              <a:t>, </a:t>
            </a:r>
            <a:r>
              <a:rPr lang="ru-RU" sz="900" b="0" i="0" dirty="0" smtClean="0">
                <a:solidFill>
                  <a:srgbClr val="000000"/>
                </a:solidFill>
                <a:latin typeface="Arial"/>
              </a:rPr>
              <a:t>веб</a:t>
            </a:r>
            <a:r>
              <a:rPr lang="ru-RU" sz="900" b="0" i="0" dirty="0" smtClean="0">
                <a:solidFill>
                  <a:srgbClr val="000000"/>
                </a:solidFill>
              </a:rPr>
              <a:t>-</a:t>
            </a:r>
            <a:r>
              <a:rPr lang="ru-RU" sz="900" b="0" i="0" dirty="0" smtClean="0">
                <a:solidFill>
                  <a:srgbClr val="000000"/>
                </a:solidFill>
                <a:latin typeface="Arial"/>
              </a:rPr>
              <a:t>приложениям</a:t>
            </a:r>
            <a:r>
              <a:rPr lang="ru-RU" sz="900" b="0" i="0" dirty="0" smtClean="0">
                <a:solidFill>
                  <a:srgbClr val="000000"/>
                </a:solidFill>
              </a:rPr>
              <a:t>, </a:t>
            </a:r>
            <a:r>
              <a:rPr lang="ru-RU" sz="900" b="0" i="0" dirty="0" smtClean="0">
                <a:solidFill>
                  <a:srgbClr val="000000"/>
                </a:solidFill>
                <a:latin typeface="Arial"/>
              </a:rPr>
              <a:t>базам</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файлам</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принтерам</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Клиентскими</a:t>
            </a:r>
            <a:r>
              <a:rPr lang="ru-RU" sz="900" b="0" i="0" dirty="0" smtClean="0">
                <a:solidFill>
                  <a:srgbClr val="000000"/>
                </a:solidFill>
              </a:rPr>
              <a:t> </a:t>
            </a:r>
            <a:r>
              <a:rPr lang="ru-RU" sz="900" b="0" i="0" dirty="0" smtClean="0">
                <a:solidFill>
                  <a:srgbClr val="000000"/>
                </a:solidFill>
                <a:latin typeface="Arial"/>
              </a:rPr>
              <a:t>устройствами</a:t>
            </a:r>
            <a:r>
              <a:rPr lang="ru-RU" sz="900" b="0" i="0" dirty="0" smtClean="0">
                <a:solidFill>
                  <a:srgbClr val="000000"/>
                </a:solidFill>
              </a:rPr>
              <a:t> </a:t>
            </a:r>
            <a:r>
              <a:rPr lang="ru-RU" sz="900" b="0" i="0" dirty="0" smtClean="0">
                <a:solidFill>
                  <a:srgbClr val="000000"/>
                </a:solidFill>
                <a:latin typeface="Arial"/>
              </a:rPr>
              <a:t>могут</a:t>
            </a:r>
            <a:r>
              <a:rPr lang="ru-RU" sz="900" b="0" i="0" dirty="0" smtClean="0">
                <a:solidFill>
                  <a:srgbClr val="000000"/>
                </a:solidFill>
              </a:rPr>
              <a:t> </a:t>
            </a:r>
            <a:r>
              <a:rPr lang="ru-RU" sz="900" b="0" i="0" dirty="0" smtClean="0">
                <a:solidFill>
                  <a:srgbClr val="000000"/>
                </a:solidFill>
                <a:latin typeface="Arial"/>
              </a:rPr>
              <a:t>быть</a:t>
            </a:r>
            <a:r>
              <a:rPr lang="ru-RU" sz="900" b="0" i="0" dirty="0" smtClean="0">
                <a:solidFill>
                  <a:srgbClr val="000000"/>
                </a:solidFill>
              </a:rPr>
              <a:t> </a:t>
            </a:r>
            <a:r>
              <a:rPr lang="ru-RU" sz="900" b="0" i="0" dirty="0" smtClean="0">
                <a:solidFill>
                  <a:srgbClr val="000000"/>
                </a:solidFill>
                <a:latin typeface="Arial"/>
              </a:rPr>
              <a:t>настольные</a:t>
            </a:r>
            <a:r>
              <a:rPr lang="ru-RU" sz="900" b="0" i="0" dirty="0" smtClean="0">
                <a:solidFill>
                  <a:srgbClr val="000000"/>
                </a:solidFill>
              </a:rPr>
              <a:t> </a:t>
            </a:r>
            <a:r>
              <a:rPr lang="ru-RU" sz="900" b="0" i="0" dirty="0" smtClean="0">
                <a:solidFill>
                  <a:srgbClr val="000000"/>
                </a:solidFill>
                <a:latin typeface="Arial"/>
              </a:rPr>
              <a:t>ПК</a:t>
            </a:r>
            <a:r>
              <a:rPr lang="ru-RU" sz="900" b="0" i="0" dirty="0" smtClean="0">
                <a:solidFill>
                  <a:srgbClr val="000000"/>
                </a:solidFill>
              </a:rPr>
              <a:t>, </a:t>
            </a:r>
            <a:r>
              <a:rPr lang="ru-RU" sz="900" b="0" i="0" dirty="0" smtClean="0">
                <a:solidFill>
                  <a:srgbClr val="000000"/>
                </a:solidFill>
                <a:latin typeface="Arial"/>
              </a:rPr>
              <a:t>ноутбуки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мобильные</a:t>
            </a:r>
            <a:r>
              <a:rPr lang="ru-RU" sz="900" b="0" i="0" dirty="0" smtClean="0">
                <a:solidFill>
                  <a:srgbClr val="000000"/>
                </a:solidFill>
              </a:rPr>
              <a:t> </a:t>
            </a:r>
            <a:r>
              <a:rPr lang="ru-RU" sz="900" b="0" i="0" dirty="0" smtClean="0">
                <a:solidFill>
                  <a:srgbClr val="000000"/>
                </a:solidFill>
                <a:latin typeface="Arial"/>
              </a:rPr>
              <a:t>устройства</a:t>
            </a:r>
            <a:r>
              <a:rPr lang="ru-RU" sz="900" b="0" i="0" dirty="0" smtClean="0">
                <a:solidFill>
                  <a:srgbClr val="000000"/>
                </a:solidFill>
              </a:rPr>
              <a:t>. </a:t>
            </a:r>
            <a:r>
              <a:rPr lang="ru-RU" sz="900" b="0" i="0" dirty="0" smtClean="0">
                <a:solidFill>
                  <a:srgbClr val="000000"/>
                </a:solidFill>
                <a:latin typeface="Arial"/>
              </a:rPr>
              <a:t>Обычно</a:t>
            </a:r>
            <a:r>
              <a:rPr lang="ru-RU" sz="900" b="0" i="0" dirty="0" smtClean="0">
                <a:solidFill>
                  <a:srgbClr val="000000"/>
                </a:solidFill>
              </a:rPr>
              <a:t> </a:t>
            </a:r>
            <a:r>
              <a:rPr lang="ru-RU" sz="900" b="0" i="0" dirty="0" smtClean="0">
                <a:solidFill>
                  <a:srgbClr val="000000"/>
                </a:solidFill>
                <a:latin typeface="Arial"/>
              </a:rPr>
              <a:t>клиенты</a:t>
            </a:r>
            <a:r>
              <a:rPr lang="ru-RU" sz="900" b="0" i="0" dirty="0" smtClean="0">
                <a:solidFill>
                  <a:srgbClr val="000000"/>
                </a:solidFill>
              </a:rPr>
              <a:t> </a:t>
            </a:r>
            <a:r>
              <a:rPr lang="ru-RU" sz="900" b="0" i="0" dirty="0" smtClean="0">
                <a:solidFill>
                  <a:srgbClr val="000000"/>
                </a:solidFill>
                <a:latin typeface="Arial"/>
              </a:rPr>
              <a:t>подключаются</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серверам</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локальной</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глобальной</a:t>
            </a:r>
            <a:r>
              <a:rPr lang="ru-RU" sz="900" b="0" i="0" dirty="0" smtClean="0">
                <a:solidFill>
                  <a:srgbClr val="000000"/>
                </a:solidFill>
              </a:rPr>
              <a:t> </a:t>
            </a:r>
            <a:r>
              <a:rPr lang="ru-RU" sz="900" b="0" i="0" dirty="0" smtClean="0">
                <a:solidFill>
                  <a:srgbClr val="000000"/>
                </a:solidFill>
                <a:latin typeface="Arial"/>
              </a:rPr>
              <a:t>сети</a:t>
            </a:r>
            <a:r>
              <a:rPr lang="ru-RU" sz="900" b="0" i="0" dirty="0" smtClean="0">
                <a:solidFill>
                  <a:srgbClr val="000000"/>
                </a:solidFill>
              </a:rPr>
              <a:t>. </a:t>
            </a:r>
            <a:r>
              <a:rPr lang="ru-RU" sz="900" b="0" i="0" dirty="0" smtClean="0">
                <a:solidFill>
                  <a:srgbClr val="000000"/>
                </a:solidFill>
                <a:latin typeface="Arial"/>
              </a:rPr>
              <a:t>При</a:t>
            </a:r>
            <a:r>
              <a:rPr lang="ru-RU" sz="900" b="0" i="0" dirty="0" smtClean="0">
                <a:solidFill>
                  <a:srgbClr val="000000"/>
                </a:solidFill>
              </a:rPr>
              <a:t> </a:t>
            </a:r>
            <a:r>
              <a:rPr lang="ru-RU" sz="900" b="0" i="0" dirty="0" smtClean="0">
                <a:solidFill>
                  <a:srgbClr val="000000"/>
                </a:solidFill>
                <a:latin typeface="Arial"/>
              </a:rPr>
              <a:t>этом</a:t>
            </a:r>
            <a:r>
              <a:rPr lang="ru-RU" sz="900" b="0" i="0" dirty="0" smtClean="0">
                <a:solidFill>
                  <a:srgbClr val="000000"/>
                </a:solidFill>
              </a:rPr>
              <a:t> </a:t>
            </a:r>
            <a:r>
              <a:rPr lang="ru-RU" sz="900" b="0" i="0" dirty="0" smtClean="0">
                <a:solidFill>
                  <a:srgbClr val="000000"/>
                </a:solidFill>
                <a:latin typeface="Arial"/>
              </a:rPr>
              <a:t>пользователи</a:t>
            </a:r>
            <a:r>
              <a:rPr lang="ru-RU" sz="900" b="0" i="0" dirty="0" smtClean="0">
                <a:solidFill>
                  <a:srgbClr val="000000"/>
                </a:solidFill>
              </a:rPr>
              <a:t> </a:t>
            </a:r>
            <a:r>
              <a:rPr lang="ru-RU" sz="900" b="0" i="0" dirty="0" smtClean="0">
                <a:solidFill>
                  <a:srgbClr val="000000"/>
                </a:solidFill>
                <a:latin typeface="Arial"/>
              </a:rPr>
              <a:t>используют</a:t>
            </a:r>
            <a:r>
              <a:rPr lang="ru-RU" sz="900" b="0" i="0" dirty="0" smtClean="0">
                <a:solidFill>
                  <a:srgbClr val="000000"/>
                </a:solidFill>
              </a:rPr>
              <a:t> </a:t>
            </a:r>
            <a:r>
              <a:rPr lang="ru-RU" sz="900" b="0" i="0" dirty="0" smtClean="0">
                <a:solidFill>
                  <a:srgbClr val="000000"/>
                </a:solidFill>
                <a:latin typeface="Arial"/>
              </a:rPr>
              <a:t>клиентские</a:t>
            </a:r>
            <a:r>
              <a:rPr lang="ru-RU" sz="900" b="0" i="0" dirty="0" smtClean="0">
                <a:solidFill>
                  <a:srgbClr val="000000"/>
                </a:solidFill>
              </a:rPr>
              <a:t> </a:t>
            </a:r>
            <a:r>
              <a:rPr lang="ru-RU" sz="900" b="0" i="0" dirty="0" smtClean="0">
                <a:solidFill>
                  <a:srgbClr val="000000"/>
                </a:solidFill>
                <a:latin typeface="Arial"/>
              </a:rPr>
              <a:t>приложения</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веб</a:t>
            </a:r>
            <a:r>
              <a:rPr lang="ru-RU" sz="900" b="0" i="0" dirty="0" smtClean="0">
                <a:solidFill>
                  <a:srgbClr val="000000"/>
                </a:solidFill>
              </a:rPr>
              <a:t>-</a:t>
            </a:r>
            <a:r>
              <a:rPr lang="ru-RU" sz="900" b="0" i="0" dirty="0" smtClean="0">
                <a:solidFill>
                  <a:srgbClr val="000000"/>
                </a:solidFill>
                <a:latin typeface="Arial"/>
              </a:rPr>
              <a:t>интерфейс</a:t>
            </a:r>
            <a:r>
              <a:rPr lang="ru-RU" sz="900" b="0" i="0" dirty="0" smtClean="0">
                <a:solidFill>
                  <a:srgbClr val="000000"/>
                </a:solidFill>
              </a:rPr>
              <a:t> </a:t>
            </a:r>
            <a:r>
              <a:rPr lang="ru-RU" sz="900" b="0" i="0" dirty="0" smtClean="0">
                <a:solidFill>
                  <a:srgbClr val="000000"/>
                </a:solidFill>
                <a:latin typeface="Arial"/>
              </a:rPr>
              <a:t>браузера</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модели</a:t>
            </a:r>
            <a:r>
              <a:rPr lang="ru-RU" sz="900" b="0" i="0" dirty="0" smtClean="0">
                <a:solidFill>
                  <a:srgbClr val="000000"/>
                </a:solidFill>
              </a:rPr>
              <a:t> «</a:t>
            </a:r>
            <a:r>
              <a:rPr lang="ru-RU" sz="900" b="0" i="0" dirty="0" smtClean="0">
                <a:solidFill>
                  <a:srgbClr val="000000"/>
                </a:solidFill>
                <a:latin typeface="Arial"/>
              </a:rPr>
              <a:t>клиент</a:t>
            </a:r>
            <a:r>
              <a:rPr lang="ru-RU" sz="900" b="0" i="0" dirty="0" smtClean="0">
                <a:solidFill>
                  <a:srgbClr val="000000"/>
                </a:solidFill>
              </a:rPr>
              <a:t>-</a:t>
            </a:r>
            <a:r>
              <a:rPr lang="ru-RU" sz="900" b="0" i="0" dirty="0" smtClean="0">
                <a:solidFill>
                  <a:srgbClr val="000000"/>
                </a:solidFill>
                <a:latin typeface="Arial"/>
              </a:rPr>
              <a:t>сервер</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клиенты</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серверы</a:t>
            </a:r>
            <a:r>
              <a:rPr lang="ru-RU" sz="900" b="0" i="0" dirty="0" smtClean="0">
                <a:solidFill>
                  <a:srgbClr val="000000"/>
                </a:solidFill>
              </a:rPr>
              <a:t> </a:t>
            </a:r>
            <a:r>
              <a:rPr lang="ru-RU" sz="900" b="0" i="0" dirty="0" smtClean="0">
                <a:solidFill>
                  <a:srgbClr val="000000"/>
                </a:solidFill>
                <a:latin typeface="Arial"/>
              </a:rPr>
              <a:t>могут</a:t>
            </a:r>
            <a:r>
              <a:rPr lang="ru-RU" sz="900" b="0" i="0" dirty="0" smtClean="0">
                <a:solidFill>
                  <a:srgbClr val="000000"/>
                </a:solidFill>
              </a:rPr>
              <a:t> </a:t>
            </a:r>
            <a:r>
              <a:rPr lang="ru-RU" sz="900" b="0" i="0" dirty="0" smtClean="0">
                <a:solidFill>
                  <a:srgbClr val="000000"/>
                </a:solidFill>
                <a:latin typeface="Arial"/>
              </a:rPr>
              <a:t>выполнять</a:t>
            </a:r>
            <a:r>
              <a:rPr lang="ru-RU" sz="900" b="0" i="0" dirty="0" smtClean="0">
                <a:solidFill>
                  <a:srgbClr val="000000"/>
                </a:solidFill>
              </a:rPr>
              <a:t> </a:t>
            </a:r>
            <a:r>
              <a:rPr lang="ru-RU" sz="900" b="0" i="0" dirty="0" smtClean="0">
                <a:solidFill>
                  <a:srgbClr val="000000"/>
                </a:solidFill>
                <a:latin typeface="Arial"/>
              </a:rPr>
              <a:t>четко</a:t>
            </a:r>
            <a:r>
              <a:rPr lang="ru-RU" sz="900" b="0" i="0" dirty="0" smtClean="0">
                <a:solidFill>
                  <a:srgbClr val="000000"/>
                </a:solidFill>
              </a:rPr>
              <a:t> </a:t>
            </a:r>
            <a:r>
              <a:rPr lang="ru-RU" sz="900" b="0" i="0" dirty="0" smtClean="0">
                <a:solidFill>
                  <a:srgbClr val="000000"/>
                </a:solidFill>
                <a:latin typeface="Arial"/>
              </a:rPr>
              <a:t>определенные</a:t>
            </a:r>
            <a:r>
              <a:rPr lang="ru-RU" sz="900" b="0" i="0" dirty="0" smtClean="0">
                <a:solidFill>
                  <a:srgbClr val="000000"/>
                </a:solidFill>
              </a:rPr>
              <a:t> </a:t>
            </a:r>
            <a:r>
              <a:rPr lang="ru-RU" sz="900" b="0" i="0" dirty="0" smtClean="0">
                <a:solidFill>
                  <a:srgbClr val="000000"/>
                </a:solidFill>
                <a:latin typeface="Arial"/>
              </a:rPr>
              <a:t>рутинные</a:t>
            </a:r>
            <a:r>
              <a:rPr lang="ru-RU" sz="900" b="0" i="0" dirty="0" smtClean="0">
                <a:solidFill>
                  <a:srgbClr val="000000"/>
                </a:solidFill>
              </a:rPr>
              <a:t> </a:t>
            </a:r>
            <a:r>
              <a:rPr lang="ru-RU" sz="900" b="0" i="0" dirty="0" smtClean="0">
                <a:solidFill>
                  <a:srgbClr val="000000"/>
                </a:solidFill>
                <a:latin typeface="Arial"/>
              </a:rPr>
              <a:t>задачи</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обработке</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клиент</a:t>
            </a:r>
            <a:r>
              <a:rPr lang="ru-RU" sz="900" b="0" i="0" dirty="0" smtClean="0">
                <a:solidFill>
                  <a:srgbClr val="000000"/>
                </a:solidFill>
              </a:rPr>
              <a:t> </a:t>
            </a:r>
            <a:r>
              <a:rPr lang="ru-RU" sz="900" b="0" i="0" dirty="0" smtClean="0">
                <a:solidFill>
                  <a:srgbClr val="000000"/>
                </a:solidFill>
                <a:latin typeface="Arial"/>
              </a:rPr>
              <a:t>может</a:t>
            </a:r>
            <a:r>
              <a:rPr lang="ru-RU" sz="900" b="0" i="0" dirty="0" smtClean="0">
                <a:solidFill>
                  <a:srgbClr val="000000"/>
                </a:solidFill>
              </a:rPr>
              <a:t> </a:t>
            </a:r>
            <a:r>
              <a:rPr lang="ru-RU" sz="900" b="0" i="0" dirty="0" smtClean="0">
                <a:solidFill>
                  <a:srgbClr val="000000"/>
                </a:solidFill>
                <a:latin typeface="Arial"/>
              </a:rPr>
              <a:t>использовать</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приложение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то</a:t>
            </a:r>
            <a:r>
              <a:rPr lang="ru-RU" sz="900" b="0" i="0" dirty="0" smtClean="0">
                <a:solidFill>
                  <a:srgbClr val="000000"/>
                </a:solidFill>
              </a:rPr>
              <a:t> </a:t>
            </a:r>
            <a:r>
              <a:rPr lang="ru-RU" sz="900" b="0" i="0" dirty="0" smtClean="0">
                <a:solidFill>
                  <a:srgbClr val="000000"/>
                </a:solidFill>
                <a:latin typeface="Arial"/>
              </a:rPr>
              <a:t>время</a:t>
            </a:r>
            <a:r>
              <a:rPr lang="ru-RU" sz="900" b="0" i="0" dirty="0" smtClean="0">
                <a:solidFill>
                  <a:srgbClr val="000000"/>
                </a:solidFill>
              </a:rPr>
              <a:t> </a:t>
            </a:r>
            <a:r>
              <a:rPr lang="ru-RU" sz="900" b="0" i="0" dirty="0" smtClean="0">
                <a:solidFill>
                  <a:srgbClr val="000000"/>
                </a:solidFill>
                <a:latin typeface="Arial"/>
              </a:rPr>
              <a:t>как</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сервере</a:t>
            </a:r>
            <a:r>
              <a:rPr lang="ru-RU" sz="900" b="0" i="0" dirty="0" smtClean="0">
                <a:solidFill>
                  <a:srgbClr val="000000"/>
                </a:solidFill>
              </a:rPr>
              <a:t> </a:t>
            </a:r>
            <a:r>
              <a:rPr lang="ru-RU" sz="900" b="0" i="0" dirty="0" smtClean="0">
                <a:solidFill>
                  <a:srgbClr val="000000"/>
                </a:solidFill>
                <a:latin typeface="Arial"/>
              </a:rPr>
              <a:t>может</a:t>
            </a:r>
            <a:r>
              <a:rPr lang="ru-RU" sz="900" b="0" i="0" dirty="0" smtClean="0">
                <a:solidFill>
                  <a:srgbClr val="000000"/>
                </a:solidFill>
              </a:rPr>
              <a:t> </a:t>
            </a:r>
            <a:r>
              <a:rPr lang="ru-RU" sz="900" b="0" i="0" dirty="0" smtClean="0">
                <a:solidFill>
                  <a:srgbClr val="000000"/>
                </a:solidFill>
                <a:latin typeface="Arial"/>
              </a:rPr>
              <a:t>быть</a:t>
            </a:r>
            <a:r>
              <a:rPr lang="ru-RU" sz="900" b="0" i="0" dirty="0" smtClean="0">
                <a:solidFill>
                  <a:srgbClr val="000000"/>
                </a:solidFill>
              </a:rPr>
              <a:t> </a:t>
            </a:r>
            <a:r>
              <a:rPr lang="ru-RU" sz="900" b="0" i="0" dirty="0" smtClean="0">
                <a:solidFill>
                  <a:srgbClr val="000000"/>
                </a:solidFill>
                <a:latin typeface="Arial"/>
              </a:rPr>
              <a:t>запущена</a:t>
            </a:r>
            <a:r>
              <a:rPr lang="ru-RU" sz="900" b="0" i="0" dirty="0" smtClean="0">
                <a:solidFill>
                  <a:srgbClr val="000000"/>
                </a:solidFill>
              </a:rPr>
              <a:t> </a:t>
            </a:r>
            <a:r>
              <a:rPr lang="ru-RU" sz="900" b="0" i="0" dirty="0" smtClean="0">
                <a:solidFill>
                  <a:srgbClr val="000000"/>
                </a:solidFill>
                <a:latin typeface="Arial"/>
              </a:rPr>
              <a:t>система</a:t>
            </a:r>
            <a:r>
              <a:rPr lang="ru-RU" sz="900" b="0" i="0" dirty="0" smtClean="0">
                <a:solidFill>
                  <a:srgbClr val="000000"/>
                </a:solidFill>
              </a:rPr>
              <a:t> </a:t>
            </a:r>
            <a:r>
              <a:rPr lang="ru-RU" sz="900" b="0" i="0" dirty="0" smtClean="0">
                <a:solidFill>
                  <a:srgbClr val="000000"/>
                </a:solidFill>
                <a:latin typeface="Arial"/>
              </a:rPr>
              <a:t>управления</a:t>
            </a:r>
            <a:r>
              <a:rPr lang="ru-RU" sz="900" b="0" i="0" dirty="0" smtClean="0">
                <a:solidFill>
                  <a:srgbClr val="000000"/>
                </a:solidFill>
              </a:rPr>
              <a:t> </a:t>
            </a:r>
            <a:r>
              <a:rPr lang="ru-RU" sz="900" b="0" i="0" dirty="0" smtClean="0">
                <a:solidFill>
                  <a:srgbClr val="000000"/>
                </a:solidFill>
                <a:latin typeface="Arial"/>
              </a:rPr>
              <a:t>базой</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которая</a:t>
            </a:r>
            <a:r>
              <a:rPr lang="ru-RU" sz="900" b="0" i="0" dirty="0" smtClean="0">
                <a:solidFill>
                  <a:srgbClr val="000000"/>
                </a:solidFill>
              </a:rPr>
              <a:t> </a:t>
            </a:r>
            <a:r>
              <a:rPr lang="ru-RU" sz="900" b="0" i="0" dirty="0" smtClean="0">
                <a:solidFill>
                  <a:srgbClr val="000000"/>
                </a:solidFill>
                <a:latin typeface="Arial"/>
              </a:rPr>
              <a:t>управляет</a:t>
            </a:r>
            <a:r>
              <a:rPr lang="ru-RU" sz="900" b="0" i="0" dirty="0" smtClean="0">
                <a:solidFill>
                  <a:srgbClr val="000000"/>
                </a:solidFill>
              </a:rPr>
              <a:t> </a:t>
            </a:r>
            <a:r>
              <a:rPr lang="ru-RU" sz="900" b="0" i="0" dirty="0" smtClean="0">
                <a:solidFill>
                  <a:srgbClr val="000000"/>
                </a:solidFill>
                <a:latin typeface="Arial"/>
              </a:rPr>
              <a:t>хранением</a:t>
            </a:r>
            <a:r>
              <a:rPr lang="ru-RU" sz="900" b="0" i="0" dirty="0" smtClean="0">
                <a:solidFill>
                  <a:srgbClr val="000000"/>
                </a:solidFill>
              </a:rPr>
              <a:t>, </a:t>
            </a:r>
            <a:r>
              <a:rPr lang="ru-RU" sz="900" b="0" i="0" dirty="0" smtClean="0">
                <a:solidFill>
                  <a:srgbClr val="000000"/>
                </a:solidFill>
                <a:latin typeface="Arial"/>
              </a:rPr>
              <a:t>извлекает</a:t>
            </a:r>
            <a:r>
              <a:rPr lang="ru-RU" sz="900" b="0" i="0" dirty="0" smtClean="0">
                <a:solidFill>
                  <a:srgbClr val="000000"/>
                </a:solidFill>
              </a:rPr>
              <a:t> </a:t>
            </a:r>
            <a:r>
              <a:rPr lang="ru-RU" sz="900" b="0" i="0" dirty="0" smtClean="0">
                <a:solidFill>
                  <a:srgbClr val="000000"/>
                </a:solidFill>
                <a:latin typeface="Arial"/>
              </a:rPr>
              <a:t>информацию</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базы</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вносит</a:t>
            </a:r>
            <a:r>
              <a:rPr lang="ru-RU" sz="900" b="0" i="0" dirty="0" smtClean="0">
                <a:solidFill>
                  <a:srgbClr val="000000"/>
                </a:solidFill>
              </a:rPr>
              <a:t> </a:t>
            </a:r>
            <a:r>
              <a:rPr lang="ru-RU" sz="900" b="0" i="0" dirty="0" smtClean="0">
                <a:solidFill>
                  <a:srgbClr val="000000"/>
                </a:solidFill>
                <a:latin typeface="Arial"/>
              </a:rPr>
              <a:t>ее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эту</a:t>
            </a:r>
            <a:r>
              <a:rPr lang="ru-RU" sz="900" b="0" i="0" dirty="0" smtClean="0">
                <a:solidFill>
                  <a:srgbClr val="000000"/>
                </a:solidFill>
              </a:rPr>
              <a:t> </a:t>
            </a:r>
            <a:r>
              <a:rPr lang="ru-RU" sz="900" b="0" i="0" dirty="0" smtClean="0">
                <a:solidFill>
                  <a:srgbClr val="000000"/>
                </a:solidFill>
                <a:latin typeface="Arial"/>
              </a:rPr>
              <a:t>базу</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называется</a:t>
            </a:r>
            <a:r>
              <a:rPr lang="ru-RU" sz="900" b="0" i="0" dirty="0" smtClean="0">
                <a:solidFill>
                  <a:srgbClr val="000000"/>
                </a:solidFill>
              </a:rPr>
              <a:t> </a:t>
            </a:r>
            <a:r>
              <a:rPr lang="ru-RU" sz="900" b="0" i="1" dirty="0" smtClean="0">
                <a:solidFill>
                  <a:srgbClr val="000000"/>
                </a:solidFill>
                <a:latin typeface="Arial"/>
              </a:rPr>
              <a:t>двухуровневой</a:t>
            </a:r>
            <a:r>
              <a:rPr lang="ru-RU" sz="900" b="0" i="1" dirty="0" smtClean="0">
                <a:solidFill>
                  <a:srgbClr val="000000"/>
                </a:solidFill>
              </a:rPr>
              <a:t> </a:t>
            </a:r>
            <a:r>
              <a:rPr lang="ru-RU" sz="900" b="0" i="1" dirty="0" smtClean="0">
                <a:solidFill>
                  <a:srgbClr val="000000"/>
                </a:solidFill>
                <a:latin typeface="Arial"/>
              </a:rPr>
              <a:t>архитектурой</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Кроме</a:t>
            </a:r>
            <a:r>
              <a:rPr lang="ru-RU" sz="900" b="0" i="0" dirty="0" smtClean="0">
                <a:solidFill>
                  <a:srgbClr val="000000"/>
                </a:solidFill>
              </a:rPr>
              <a:t> </a:t>
            </a:r>
            <a:r>
              <a:rPr lang="ru-RU" sz="900" b="0" i="0" dirty="0" smtClean="0">
                <a:solidFill>
                  <a:srgbClr val="000000"/>
                </a:solidFill>
                <a:latin typeface="Arial"/>
              </a:rPr>
              <a:t>того</a:t>
            </a:r>
            <a:r>
              <a:rPr lang="ru-RU" sz="900" b="0" i="0" dirty="0" smtClean="0">
                <a:solidFill>
                  <a:srgbClr val="000000"/>
                </a:solidFill>
              </a:rPr>
              <a:t>, </a:t>
            </a:r>
            <a:r>
              <a:rPr lang="ru-RU" sz="900" b="0" i="0" dirty="0" smtClean="0">
                <a:solidFill>
                  <a:srgbClr val="000000"/>
                </a:solidFill>
                <a:latin typeface="Arial"/>
              </a:rPr>
              <a:t>клиент</a:t>
            </a:r>
            <a:r>
              <a:rPr lang="ru-RU" sz="900" b="0" i="0" dirty="0" smtClean="0">
                <a:solidFill>
                  <a:srgbClr val="000000"/>
                </a:solidFill>
              </a:rPr>
              <a:t> </a:t>
            </a:r>
            <a:r>
              <a:rPr lang="ru-RU" sz="900" b="0" i="0" dirty="0" smtClean="0">
                <a:solidFill>
                  <a:srgbClr val="000000"/>
                </a:solidFill>
                <a:latin typeface="Arial"/>
              </a:rPr>
              <a:t>может</a:t>
            </a:r>
            <a:r>
              <a:rPr lang="ru-RU" sz="900" b="0" i="0" dirty="0" smtClean="0">
                <a:solidFill>
                  <a:srgbClr val="000000"/>
                </a:solidFill>
              </a:rPr>
              <a:t> </a:t>
            </a:r>
            <a:r>
              <a:rPr lang="ru-RU" sz="900" b="0" i="0" dirty="0" smtClean="0">
                <a:solidFill>
                  <a:srgbClr val="000000"/>
                </a:solidFill>
                <a:latin typeface="Arial"/>
              </a:rPr>
              <a:t>использовать</a:t>
            </a:r>
            <a:r>
              <a:rPr lang="ru-RU" sz="900" b="0" i="0" dirty="0" smtClean="0">
                <a:solidFill>
                  <a:srgbClr val="000000"/>
                </a:solidFill>
              </a:rPr>
              <a:t> </a:t>
            </a:r>
            <a:r>
              <a:rPr lang="ru-RU" sz="900" b="0" i="0" dirty="0" smtClean="0">
                <a:solidFill>
                  <a:srgbClr val="000000"/>
                </a:solidFill>
                <a:latin typeface="Arial"/>
              </a:rPr>
              <a:t>приложение</a:t>
            </a:r>
            <a:r>
              <a:rPr lang="ru-RU" sz="900" b="0" i="0" dirty="0" smtClean="0">
                <a:solidFill>
                  <a:srgbClr val="000000"/>
                </a:solidFill>
              </a:rPr>
              <a:t> </a:t>
            </a:r>
            <a:r>
              <a:rPr lang="ru-RU" sz="900" b="0" i="0" dirty="0" smtClean="0">
                <a:solidFill>
                  <a:srgbClr val="000000"/>
                </a:solidFill>
                <a:latin typeface="Arial"/>
              </a:rPr>
              <a:t>или</a:t>
            </a:r>
            <a:r>
              <a:rPr lang="ru-RU" sz="900" b="0" i="0" dirty="0" smtClean="0">
                <a:solidFill>
                  <a:srgbClr val="000000"/>
                </a:solidFill>
              </a:rPr>
              <a:t> </a:t>
            </a:r>
            <a:r>
              <a:rPr lang="ru-RU" sz="900" b="0" i="0" dirty="0" smtClean="0">
                <a:solidFill>
                  <a:srgbClr val="000000"/>
                </a:solidFill>
                <a:latin typeface="Arial"/>
              </a:rPr>
              <a:t>веб</a:t>
            </a:r>
            <a:r>
              <a:rPr lang="ru-RU" sz="900" b="0" i="0" dirty="0" smtClean="0">
                <a:solidFill>
                  <a:srgbClr val="000000"/>
                </a:solidFill>
              </a:rPr>
              <a:t>-</a:t>
            </a:r>
            <a:r>
              <a:rPr lang="ru-RU" sz="900" b="0" i="0" dirty="0" smtClean="0">
                <a:solidFill>
                  <a:srgbClr val="000000"/>
                </a:solidFill>
                <a:latin typeface="Arial"/>
              </a:rPr>
              <a:t>интерфейс</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принятия</a:t>
            </a:r>
            <a:r>
              <a:rPr lang="ru-RU" sz="900" b="0" i="0" dirty="0" smtClean="0">
                <a:solidFill>
                  <a:srgbClr val="000000"/>
                </a:solidFill>
              </a:rPr>
              <a:t> </a:t>
            </a:r>
            <a:r>
              <a:rPr lang="ru-RU" sz="900" b="0"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то</a:t>
            </a:r>
            <a:r>
              <a:rPr lang="ru-RU" sz="900" b="0" i="0" dirty="0" smtClean="0">
                <a:solidFill>
                  <a:srgbClr val="000000"/>
                </a:solidFill>
              </a:rPr>
              <a:t> </a:t>
            </a:r>
            <a:r>
              <a:rPr lang="ru-RU" sz="900" b="0" i="0" dirty="0" smtClean="0">
                <a:solidFill>
                  <a:srgbClr val="000000"/>
                </a:solidFill>
                <a:latin typeface="Arial"/>
              </a:rPr>
              <a:t>время</a:t>
            </a:r>
            <a:r>
              <a:rPr lang="ru-RU" sz="900" b="0" i="0" dirty="0" smtClean="0">
                <a:solidFill>
                  <a:srgbClr val="000000"/>
                </a:solidFill>
              </a:rPr>
              <a:t> </a:t>
            </a:r>
            <a:r>
              <a:rPr lang="ru-RU" sz="900" b="0" i="0" dirty="0" smtClean="0">
                <a:solidFill>
                  <a:srgbClr val="000000"/>
                </a:solidFill>
                <a:latin typeface="Arial"/>
              </a:rPr>
              <a:t>как</a:t>
            </a:r>
            <a:r>
              <a:rPr lang="ru-RU" sz="900" b="0" i="0" dirty="0" smtClean="0">
                <a:solidFill>
                  <a:srgbClr val="000000"/>
                </a:solidFill>
              </a:rPr>
              <a:t> </a:t>
            </a:r>
            <a:r>
              <a:rPr lang="ru-RU" sz="900" b="0" i="0" dirty="0" smtClean="0">
                <a:solidFill>
                  <a:srgbClr val="000000"/>
                </a:solidFill>
                <a:latin typeface="Arial"/>
              </a:rPr>
              <a:t>сервер</a:t>
            </a:r>
            <a:r>
              <a:rPr lang="ru-RU" sz="900" b="0" i="0" dirty="0" smtClean="0">
                <a:solidFill>
                  <a:srgbClr val="000000"/>
                </a:solidFill>
              </a:rPr>
              <a:t> </a:t>
            </a:r>
            <a:r>
              <a:rPr lang="ru-RU" sz="900" b="0" i="0" dirty="0" smtClean="0">
                <a:solidFill>
                  <a:srgbClr val="000000"/>
                </a:solidFill>
                <a:latin typeface="Arial"/>
              </a:rPr>
              <a:t>запускает</a:t>
            </a:r>
            <a:r>
              <a:rPr lang="ru-RU" sz="900" b="0" i="0" dirty="0" smtClean="0">
                <a:solidFill>
                  <a:srgbClr val="000000"/>
                </a:solidFill>
              </a:rPr>
              <a:t> </a:t>
            </a:r>
            <a:r>
              <a:rPr lang="ru-RU" sz="900" b="0" i="0" dirty="0" smtClean="0">
                <a:solidFill>
                  <a:srgbClr val="000000"/>
                </a:solidFill>
                <a:latin typeface="Arial"/>
              </a:rPr>
              <a:t>другое</a:t>
            </a:r>
            <a:r>
              <a:rPr lang="ru-RU" sz="900" b="0" i="0" dirty="0" smtClean="0">
                <a:solidFill>
                  <a:srgbClr val="000000"/>
                </a:solidFill>
              </a:rPr>
              <a:t> </a:t>
            </a:r>
            <a:r>
              <a:rPr lang="ru-RU" sz="900" b="0" i="0" dirty="0" smtClean="0">
                <a:solidFill>
                  <a:srgbClr val="000000"/>
                </a:solidFill>
                <a:latin typeface="Arial"/>
              </a:rPr>
              <a:t>приложение</a:t>
            </a:r>
            <a:r>
              <a:rPr lang="ru-RU" sz="900" b="0" i="0" dirty="0" smtClean="0">
                <a:solidFill>
                  <a:srgbClr val="000000"/>
                </a:solidFill>
              </a:rPr>
              <a:t>, </a:t>
            </a:r>
            <a:r>
              <a:rPr lang="ru-RU" sz="900" b="0" i="0" dirty="0" smtClean="0">
                <a:solidFill>
                  <a:srgbClr val="000000"/>
                </a:solidFill>
                <a:latin typeface="Arial"/>
              </a:rPr>
              <a:t>которое</a:t>
            </a:r>
            <a:r>
              <a:rPr lang="ru-RU" sz="900" b="0" i="0" dirty="0" smtClean="0">
                <a:solidFill>
                  <a:srgbClr val="000000"/>
                </a:solidFill>
              </a:rPr>
              <a:t> </a:t>
            </a:r>
            <a:r>
              <a:rPr lang="ru-RU" sz="900" b="0" i="0" dirty="0" smtClean="0">
                <a:solidFill>
                  <a:srgbClr val="000000"/>
                </a:solidFill>
                <a:latin typeface="Arial"/>
              </a:rPr>
              <a:t>обрабатывает</a:t>
            </a:r>
            <a:r>
              <a:rPr lang="ru-RU" sz="900" b="0" i="0" dirty="0" smtClean="0">
                <a:solidFill>
                  <a:srgbClr val="000000"/>
                </a:solidFill>
              </a:rPr>
              <a:t> </a:t>
            </a:r>
            <a:r>
              <a:rPr lang="ru-RU" sz="900" b="0" i="0" dirty="0" smtClean="0">
                <a:solidFill>
                  <a:srgbClr val="000000"/>
                </a:solidFill>
                <a:latin typeface="Arial"/>
              </a:rPr>
              <a:t>информацию</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отправляет</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второму</a:t>
            </a:r>
            <a:r>
              <a:rPr lang="ru-RU" sz="900" b="0" i="0" dirty="0" smtClean="0">
                <a:solidFill>
                  <a:srgbClr val="000000"/>
                </a:solidFill>
              </a:rPr>
              <a:t> </a:t>
            </a:r>
            <a:r>
              <a:rPr lang="ru-RU" sz="900" b="0" i="0" dirty="0" smtClean="0">
                <a:solidFill>
                  <a:srgbClr val="000000"/>
                </a:solidFill>
                <a:latin typeface="Arial"/>
              </a:rPr>
              <a:t>серверу</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котором</a:t>
            </a:r>
            <a:r>
              <a:rPr lang="ru-RU" sz="900" b="0" i="0" dirty="0" smtClean="0">
                <a:solidFill>
                  <a:srgbClr val="000000"/>
                </a:solidFill>
              </a:rPr>
              <a:t> </a:t>
            </a:r>
            <a:r>
              <a:rPr lang="ru-RU" sz="900" b="0" i="0" dirty="0" smtClean="0">
                <a:solidFill>
                  <a:srgbClr val="000000"/>
                </a:solidFill>
                <a:latin typeface="Arial"/>
              </a:rPr>
              <a:t>работает</a:t>
            </a:r>
            <a:r>
              <a:rPr lang="ru-RU" sz="900" b="0" i="0" dirty="0" smtClean="0">
                <a:solidFill>
                  <a:srgbClr val="000000"/>
                </a:solidFill>
              </a:rPr>
              <a:t> </a:t>
            </a:r>
            <a:r>
              <a:rPr lang="ru-RU" sz="900" b="0" i="0" dirty="0" smtClean="0">
                <a:solidFill>
                  <a:srgbClr val="000000"/>
                </a:solidFill>
                <a:latin typeface="Arial"/>
              </a:rPr>
              <a:t>система</a:t>
            </a:r>
            <a:r>
              <a:rPr lang="ru-RU" sz="900" b="0" i="0" dirty="0" smtClean="0">
                <a:solidFill>
                  <a:srgbClr val="000000"/>
                </a:solidFill>
              </a:rPr>
              <a:t> </a:t>
            </a:r>
            <a:r>
              <a:rPr lang="ru-RU" sz="900" b="0" i="0" dirty="0" smtClean="0">
                <a:solidFill>
                  <a:srgbClr val="000000"/>
                </a:solidFill>
                <a:latin typeface="Arial"/>
              </a:rPr>
              <a:t>управления</a:t>
            </a:r>
            <a:r>
              <a:rPr lang="ru-RU" sz="900" b="0" i="0" dirty="0" smtClean="0">
                <a:solidFill>
                  <a:srgbClr val="000000"/>
                </a:solidFill>
              </a:rPr>
              <a:t> </a:t>
            </a:r>
            <a:r>
              <a:rPr lang="ru-RU" sz="900" b="0" i="0" dirty="0" smtClean="0">
                <a:solidFill>
                  <a:srgbClr val="000000"/>
                </a:solidFill>
                <a:latin typeface="Arial"/>
              </a:rPr>
              <a:t>базой</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так</a:t>
            </a:r>
            <a:r>
              <a:rPr lang="ru-RU" sz="900" b="0" i="0" dirty="0" smtClean="0">
                <a:solidFill>
                  <a:srgbClr val="000000"/>
                </a:solidFill>
              </a:rPr>
              <a:t> </a:t>
            </a:r>
            <a:r>
              <a:rPr lang="ru-RU" sz="900" b="0" i="0" dirty="0" smtClean="0">
                <a:solidFill>
                  <a:srgbClr val="000000"/>
                </a:solidFill>
                <a:latin typeface="Arial"/>
              </a:rPr>
              <a:t>называемая</a:t>
            </a:r>
            <a:r>
              <a:rPr lang="ru-RU" sz="900" b="0" i="0" dirty="0" smtClean="0">
                <a:solidFill>
                  <a:srgbClr val="000000"/>
                </a:solidFill>
              </a:rPr>
              <a:t> </a:t>
            </a:r>
            <a:r>
              <a:rPr lang="ru-RU" sz="900" b="0" i="1" dirty="0" smtClean="0">
                <a:solidFill>
                  <a:srgbClr val="000000"/>
                </a:solidFill>
                <a:latin typeface="Arial"/>
              </a:rPr>
              <a:t>трехуровневая</a:t>
            </a:r>
            <a:r>
              <a:rPr lang="ru-RU" sz="900" b="0" i="1" dirty="0" smtClean="0">
                <a:solidFill>
                  <a:srgbClr val="000000"/>
                </a:solidFill>
              </a:rPr>
              <a:t> </a:t>
            </a:r>
            <a:r>
              <a:rPr lang="ru-RU" sz="900" b="0" i="1" dirty="0" smtClean="0">
                <a:solidFill>
                  <a:srgbClr val="000000"/>
                </a:solidFill>
                <a:latin typeface="Arial"/>
              </a:rPr>
              <a:t>архитектура</a:t>
            </a:r>
            <a:r>
              <a:rPr lang="ru-RU" sz="900" b="0" i="0" dirty="0" smtClean="0">
                <a:solidFill>
                  <a:srgbClr val="000000"/>
                </a:solidFill>
              </a:rPr>
              <a:t>. </a:t>
            </a:r>
            <a:r>
              <a:rPr lang="ru-RU" sz="900" b="0" i="0" dirty="0" smtClean="0">
                <a:solidFill>
                  <a:srgbClr val="000000"/>
                </a:solidFill>
                <a:latin typeface="Arial"/>
              </a:rPr>
              <a:t>Эта</a:t>
            </a:r>
            <a:r>
              <a:rPr lang="ru-RU" sz="900" b="0" i="0" dirty="0" smtClean="0">
                <a:solidFill>
                  <a:srgbClr val="000000"/>
                </a:solidFill>
              </a:rPr>
              <a:t> </a:t>
            </a:r>
            <a:r>
              <a:rPr lang="ru-RU" sz="900" b="0" i="0" dirty="0" smtClean="0">
                <a:solidFill>
                  <a:srgbClr val="000000"/>
                </a:solidFill>
                <a:latin typeface="Arial"/>
              </a:rPr>
              <a:t>распределенная</a:t>
            </a:r>
            <a:r>
              <a:rPr lang="ru-RU" sz="900" b="0" i="0" dirty="0" smtClean="0">
                <a:solidFill>
                  <a:srgbClr val="000000"/>
                </a:solidFill>
              </a:rPr>
              <a:t> </a:t>
            </a:r>
            <a:r>
              <a:rPr lang="ru-RU" sz="900" b="0" i="0" dirty="0" smtClean="0">
                <a:solidFill>
                  <a:srgbClr val="000000"/>
                </a:solidFill>
                <a:latin typeface="Arial"/>
              </a:rPr>
              <a:t>архитектура</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может</a:t>
            </a:r>
            <a:r>
              <a:rPr lang="ru-RU" sz="900" b="0" i="0" dirty="0" smtClean="0">
                <a:solidFill>
                  <a:srgbClr val="000000"/>
                </a:solidFill>
              </a:rPr>
              <a:t> </a:t>
            </a:r>
            <a:r>
              <a:rPr lang="ru-RU" sz="900" b="0" i="0" dirty="0" smtClean="0">
                <a:solidFill>
                  <a:srgbClr val="000000"/>
                </a:solidFill>
                <a:latin typeface="Arial"/>
              </a:rPr>
              <a:t>расширяться</a:t>
            </a:r>
            <a:r>
              <a:rPr lang="ru-RU" sz="900" b="0" i="0" dirty="0" smtClean="0">
                <a:solidFill>
                  <a:srgbClr val="000000"/>
                </a:solidFill>
              </a:rPr>
              <a:t> </a:t>
            </a:r>
            <a:r>
              <a:rPr lang="ru-RU" sz="900" b="0" i="0" dirty="0" smtClean="0">
                <a:solidFill>
                  <a:srgbClr val="000000"/>
                </a:solidFill>
                <a:latin typeface="Arial"/>
              </a:rPr>
              <a:t>до</a:t>
            </a:r>
            <a:r>
              <a:rPr lang="ru-RU" sz="900" b="0" i="0" dirty="0" smtClean="0">
                <a:solidFill>
                  <a:srgbClr val="000000"/>
                </a:solidFill>
              </a:rPr>
              <a:t> </a:t>
            </a:r>
            <a:r>
              <a:rPr lang="ru-RU" sz="900" b="0" i="0" dirty="0" smtClean="0">
                <a:solidFill>
                  <a:srgbClr val="000000"/>
                </a:solidFill>
                <a:latin typeface="Arial"/>
              </a:rPr>
              <a:t>любого</a:t>
            </a:r>
            <a:r>
              <a:rPr lang="ru-RU" sz="900" b="0" i="0" dirty="0" smtClean="0">
                <a:solidFill>
                  <a:srgbClr val="000000"/>
                </a:solidFill>
              </a:rPr>
              <a:t> </a:t>
            </a:r>
            <a:r>
              <a:rPr lang="ru-RU" sz="900" b="0" i="0" dirty="0" smtClean="0">
                <a:solidFill>
                  <a:srgbClr val="000000"/>
                </a:solidFill>
                <a:latin typeface="Arial"/>
              </a:rPr>
              <a:t>количества</a:t>
            </a:r>
            <a:r>
              <a:rPr lang="ru-RU" sz="900" b="0" i="0" dirty="0" smtClean="0">
                <a:solidFill>
                  <a:srgbClr val="000000"/>
                </a:solidFill>
              </a:rPr>
              <a:t> </a:t>
            </a:r>
            <a:r>
              <a:rPr lang="ru-RU" sz="900" b="0" i="0" dirty="0" smtClean="0">
                <a:solidFill>
                  <a:srgbClr val="000000"/>
                </a:solidFill>
                <a:latin typeface="Arial"/>
              </a:rPr>
              <a:t>уровней</a:t>
            </a:r>
            <a:r>
              <a:rPr lang="ru-RU" sz="900" b="0" i="0" dirty="0" smtClean="0">
                <a:solidFill>
                  <a:srgbClr val="000000"/>
                </a:solidFill>
              </a:rPr>
              <a:t> (</a:t>
            </a:r>
            <a:r>
              <a:rPr lang="ru-RU" sz="900" b="0" i="1" dirty="0" smtClean="0">
                <a:solidFill>
                  <a:srgbClr val="000000"/>
                </a:solidFill>
              </a:rPr>
              <a:t>n-</a:t>
            </a:r>
            <a:r>
              <a:rPr lang="ru-RU" sz="900" b="0" i="1" dirty="0" smtClean="0">
                <a:solidFill>
                  <a:srgbClr val="000000"/>
                </a:solidFill>
                <a:latin typeface="Arial"/>
              </a:rPr>
              <a:t>уровневая</a:t>
            </a:r>
            <a:r>
              <a:rPr lang="ru-RU" sz="900" b="0" i="1" dirty="0" smtClean="0">
                <a:solidFill>
                  <a:srgbClr val="000000"/>
                </a:solidFill>
              </a:rPr>
              <a:t> </a:t>
            </a:r>
            <a:r>
              <a:rPr lang="ru-RU" sz="900" b="0" i="1" dirty="0" smtClean="0">
                <a:solidFill>
                  <a:srgbClr val="000000"/>
                </a:solidFill>
                <a:latin typeface="Arial"/>
              </a:rPr>
              <a:t>архитектура</a:t>
            </a:r>
            <a:r>
              <a:rPr lang="ru-RU" sz="900" b="0" i="0" dirty="0" smtClean="0">
                <a:solidFill>
                  <a:srgbClr val="000000"/>
                </a:solidFill>
              </a:rPr>
              <a:t>). </a:t>
            </a:r>
            <a:r>
              <a:rPr lang="ru-RU" sz="900" b="0" i="0" dirty="0" smtClean="0">
                <a:solidFill>
                  <a:srgbClr val="000000"/>
                </a:solidFill>
                <a:latin typeface="Arial"/>
              </a:rPr>
              <a:t>Поскольку</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клиентская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серверная</a:t>
            </a:r>
            <a:r>
              <a:rPr lang="ru-RU" sz="900" b="0" i="0" dirty="0" smtClean="0">
                <a:solidFill>
                  <a:srgbClr val="000000"/>
                </a:solidFill>
              </a:rPr>
              <a:t> </a:t>
            </a:r>
            <a:r>
              <a:rPr lang="ru-RU" sz="900" b="0" i="0" dirty="0" smtClean="0">
                <a:solidFill>
                  <a:srgbClr val="000000"/>
                </a:solidFill>
                <a:latin typeface="Arial"/>
              </a:rPr>
              <a:t>системы</a:t>
            </a:r>
            <a:r>
              <a:rPr lang="ru-RU" sz="900" b="0" i="0" dirty="0" smtClean="0">
                <a:solidFill>
                  <a:srgbClr val="000000"/>
                </a:solidFill>
              </a:rPr>
              <a:t> </a:t>
            </a:r>
            <a:r>
              <a:rPr lang="ru-RU" sz="900" b="0" i="0" dirty="0" smtClean="0">
                <a:solidFill>
                  <a:srgbClr val="000000"/>
                </a:solidFill>
                <a:latin typeface="Arial"/>
              </a:rPr>
              <a:t>представляют</a:t>
            </a:r>
            <a:r>
              <a:rPr lang="ru-RU" sz="900" b="0" i="0" dirty="0" smtClean="0">
                <a:solidFill>
                  <a:srgbClr val="000000"/>
                </a:solidFill>
              </a:rPr>
              <a:t> </a:t>
            </a:r>
            <a:r>
              <a:rPr lang="ru-RU" sz="900" b="0" i="0" dirty="0" smtClean="0">
                <a:solidFill>
                  <a:srgbClr val="000000"/>
                </a:solidFill>
                <a:latin typeface="Arial"/>
              </a:rPr>
              <a:t>собой</a:t>
            </a:r>
            <a:r>
              <a:rPr lang="ru-RU" sz="900" b="0" i="0" dirty="0" smtClean="0">
                <a:solidFill>
                  <a:srgbClr val="000000"/>
                </a:solidFill>
              </a:rPr>
              <a:t> </a:t>
            </a:r>
            <a:r>
              <a:rPr lang="ru-RU" sz="900" b="0" i="0" dirty="0" smtClean="0">
                <a:solidFill>
                  <a:srgbClr val="000000"/>
                </a:solidFill>
                <a:latin typeface="Arial"/>
              </a:rPr>
              <a:t>интеллектуальные</a:t>
            </a:r>
            <a:r>
              <a:rPr lang="ru-RU" sz="900" b="0" i="0" dirty="0" smtClean="0">
                <a:solidFill>
                  <a:srgbClr val="000000"/>
                </a:solidFill>
              </a:rPr>
              <a:t> </a:t>
            </a:r>
            <a:r>
              <a:rPr lang="ru-RU" sz="900" b="0" i="0" dirty="0" smtClean="0">
                <a:solidFill>
                  <a:srgbClr val="000000"/>
                </a:solidFill>
                <a:latin typeface="Arial"/>
              </a:rPr>
              <a:t>устройства</a:t>
            </a:r>
            <a:r>
              <a:rPr lang="ru-RU" sz="900" b="0" i="0" dirty="0" smtClean="0">
                <a:solidFill>
                  <a:srgbClr val="000000"/>
                </a:solidFill>
              </a:rPr>
              <a:t>, </a:t>
            </a:r>
            <a:r>
              <a:rPr lang="ru-RU" sz="900" b="0" i="0" dirty="0" smtClean="0">
                <a:solidFill>
                  <a:srgbClr val="000000"/>
                </a:solidFill>
                <a:latin typeface="Arial"/>
              </a:rPr>
              <a:t>модель</a:t>
            </a:r>
            <a:r>
              <a:rPr lang="ru-RU" sz="900" b="0" i="0" dirty="0" smtClean="0">
                <a:solidFill>
                  <a:srgbClr val="000000"/>
                </a:solidFill>
              </a:rPr>
              <a:t> «</a:t>
            </a:r>
            <a:r>
              <a:rPr lang="ru-RU" sz="900" b="0" i="0" dirty="0" smtClean="0">
                <a:solidFill>
                  <a:srgbClr val="000000"/>
                </a:solidFill>
                <a:latin typeface="Arial"/>
              </a:rPr>
              <a:t>клиент</a:t>
            </a:r>
            <a:r>
              <a:rPr lang="ru-RU" sz="900" b="0" i="0" dirty="0" smtClean="0">
                <a:solidFill>
                  <a:srgbClr val="000000"/>
                </a:solidFill>
              </a:rPr>
              <a:t>-</a:t>
            </a:r>
            <a:r>
              <a:rPr lang="ru-RU" sz="900" b="0" i="0" dirty="0" smtClean="0">
                <a:solidFill>
                  <a:srgbClr val="000000"/>
                </a:solidFill>
                <a:latin typeface="Arial"/>
              </a:rPr>
              <a:t>сервер</a:t>
            </a:r>
            <a:r>
              <a:rPr lang="ru-RU" sz="900" b="0" i="0" dirty="0" smtClean="0">
                <a:solidFill>
                  <a:srgbClr val="000000"/>
                </a:solidFill>
              </a:rPr>
              <a:t>» </a:t>
            </a:r>
            <a:r>
              <a:rPr lang="ru-RU" sz="900" b="0" i="0" dirty="0" smtClean="0">
                <a:solidFill>
                  <a:srgbClr val="000000"/>
                </a:solidFill>
                <a:latin typeface="Arial"/>
              </a:rPr>
              <a:t>совершенно</a:t>
            </a:r>
            <a:r>
              <a:rPr lang="ru-RU" sz="900" b="0" i="0" dirty="0" smtClean="0">
                <a:solidFill>
                  <a:srgbClr val="000000"/>
                </a:solidFill>
              </a:rPr>
              <a:t> </a:t>
            </a:r>
            <a:r>
              <a:rPr lang="ru-RU" sz="900" b="0" i="0" dirty="0" smtClean="0">
                <a:solidFill>
                  <a:srgbClr val="000000"/>
                </a:solidFill>
                <a:latin typeface="Arial"/>
              </a:rPr>
              <a:t>отлична</a:t>
            </a:r>
            <a:r>
              <a:rPr lang="ru-RU" sz="900" b="0" i="0" dirty="0" smtClean="0">
                <a:solidFill>
                  <a:srgbClr val="000000"/>
                </a:solidFill>
              </a:rPr>
              <a:t> </a:t>
            </a:r>
            <a:r>
              <a:rPr lang="ru-RU" sz="900" b="0" i="0" dirty="0" smtClean="0">
                <a:solidFill>
                  <a:srgbClr val="000000"/>
                </a:solidFill>
                <a:latin typeface="Arial"/>
              </a:rPr>
              <a:t>от</a:t>
            </a:r>
            <a:r>
              <a:rPr lang="ru-RU" sz="900" b="0" i="0" dirty="0" smtClean="0">
                <a:solidFill>
                  <a:srgbClr val="000000"/>
                </a:solidFill>
              </a:rPr>
              <a:t> </a:t>
            </a:r>
            <a:r>
              <a:rPr lang="ru-RU" sz="900" b="0" i="0" dirty="0" smtClean="0">
                <a:solidFill>
                  <a:srgbClr val="000000"/>
                </a:solidFill>
                <a:latin typeface="Arial"/>
              </a:rPr>
              <a:t>модели</a:t>
            </a:r>
            <a:r>
              <a:rPr lang="ru-RU" sz="900" b="0" i="0" dirty="0" smtClean="0">
                <a:solidFill>
                  <a:srgbClr val="000000"/>
                </a:solidFill>
              </a:rPr>
              <a:t>, </a:t>
            </a:r>
            <a:r>
              <a:rPr lang="ru-RU" sz="900" b="0" i="0" dirty="0" smtClean="0">
                <a:solidFill>
                  <a:srgbClr val="000000"/>
                </a:solidFill>
                <a:latin typeface="Arial"/>
              </a:rPr>
              <a:t>использующей</a:t>
            </a:r>
            <a:r>
              <a:rPr lang="ru-RU" sz="900" b="0" i="0" dirty="0" smtClean="0">
                <a:solidFill>
                  <a:srgbClr val="000000"/>
                </a:solidFill>
              </a:rPr>
              <a:t> </a:t>
            </a:r>
            <a:r>
              <a:rPr lang="ru-RU" sz="900" b="0" i="0" dirty="0" smtClean="0">
                <a:solidFill>
                  <a:srgbClr val="000000"/>
                </a:solidFill>
                <a:latin typeface="Arial"/>
              </a:rPr>
              <a:t>мейнфреймы</a:t>
            </a:r>
            <a:r>
              <a:rPr lang="ru-RU" sz="900" b="0" i="0" dirty="0" smtClean="0">
                <a:solidFill>
                  <a:srgbClr val="000000"/>
                </a:solidFill>
              </a:rPr>
              <a:t>. </a:t>
            </a:r>
          </a:p>
          <a:p>
            <a:pPr indent="457200">
              <a:spcBef>
                <a:spcPts val="600"/>
              </a:spcBef>
            </a:pP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рисунке</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данном</a:t>
            </a:r>
            <a:r>
              <a:rPr lang="ru-RU" sz="900" b="0" i="0" dirty="0" smtClean="0">
                <a:solidFill>
                  <a:srgbClr val="000000"/>
                </a:solidFill>
              </a:rPr>
              <a:t> </a:t>
            </a:r>
            <a:r>
              <a:rPr lang="ru-RU" sz="900" b="0" i="0" dirty="0" smtClean="0">
                <a:solidFill>
                  <a:srgbClr val="000000"/>
                </a:solidFill>
                <a:latin typeface="Arial"/>
              </a:rPr>
              <a:t>слайде</a:t>
            </a:r>
            <a:r>
              <a:rPr lang="ru-RU" sz="900" b="0" i="0" dirty="0" smtClean="0">
                <a:solidFill>
                  <a:srgbClr val="000000"/>
                </a:solidFill>
              </a:rPr>
              <a:t> </a:t>
            </a:r>
            <a:r>
              <a:rPr lang="ru-RU" sz="900" b="0" i="0" dirty="0" smtClean="0">
                <a:solidFill>
                  <a:srgbClr val="000000"/>
                </a:solidFill>
                <a:latin typeface="Arial"/>
              </a:rPr>
              <a:t>показан</a:t>
            </a:r>
            <a:r>
              <a:rPr lang="ru-RU" sz="900" b="0" i="0" dirty="0" smtClean="0">
                <a:solidFill>
                  <a:srgbClr val="000000"/>
                </a:solidFill>
              </a:rPr>
              <a:t> </a:t>
            </a:r>
            <a:r>
              <a:rPr lang="ru-RU" sz="900" b="0" i="0" dirty="0" smtClean="0">
                <a:solidFill>
                  <a:srgbClr val="000000"/>
                </a:solidFill>
                <a:latin typeface="Arial"/>
              </a:rPr>
              <a:t>пример</a:t>
            </a:r>
            <a:r>
              <a:rPr lang="ru-RU" sz="900" b="0" i="0" dirty="0" smtClean="0">
                <a:solidFill>
                  <a:srgbClr val="000000"/>
                </a:solidFill>
              </a:rPr>
              <a:t> </a:t>
            </a:r>
            <a:r>
              <a:rPr lang="ru-RU" sz="900" b="0" i="0" dirty="0" smtClean="0">
                <a:solidFill>
                  <a:srgbClr val="000000"/>
                </a:solidFill>
                <a:latin typeface="Arial"/>
              </a:rPr>
              <a:t>модели</a:t>
            </a:r>
            <a:r>
              <a:rPr lang="ru-RU" sz="900" b="0" i="0" dirty="0" smtClean="0">
                <a:solidFill>
                  <a:srgbClr val="000000"/>
                </a:solidFill>
              </a:rPr>
              <a:t> «</a:t>
            </a:r>
            <a:r>
              <a:rPr lang="ru-RU" sz="900" b="0" i="0" dirty="0" smtClean="0">
                <a:solidFill>
                  <a:srgbClr val="000000"/>
                </a:solidFill>
                <a:latin typeface="Arial"/>
              </a:rPr>
              <a:t>клиент</a:t>
            </a:r>
            <a:r>
              <a:rPr lang="ru-RU" sz="900" b="0" i="0" dirty="0" smtClean="0">
                <a:solidFill>
                  <a:srgbClr val="000000"/>
                </a:solidFill>
              </a:rPr>
              <a:t>-</a:t>
            </a:r>
            <a:r>
              <a:rPr lang="ru-RU" sz="900" b="0" i="0" dirty="0" smtClean="0">
                <a:solidFill>
                  <a:srgbClr val="000000"/>
                </a:solidFill>
                <a:latin typeface="Arial"/>
              </a:rPr>
              <a:t>сервер</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этом</a:t>
            </a:r>
            <a:r>
              <a:rPr lang="ru-RU" sz="900" b="0" i="0" dirty="0" smtClean="0">
                <a:solidFill>
                  <a:srgbClr val="000000"/>
                </a:solidFill>
              </a:rPr>
              <a:t> </a:t>
            </a:r>
            <a:r>
              <a:rPr lang="ru-RU" sz="900" b="0" i="0" dirty="0" smtClean="0">
                <a:solidFill>
                  <a:srgbClr val="000000"/>
                </a:solidFill>
                <a:latin typeface="Arial"/>
              </a:rPr>
              <a:t>примере</a:t>
            </a:r>
            <a:r>
              <a:rPr lang="ru-RU" sz="900" b="0" i="0" dirty="0" smtClean="0">
                <a:solidFill>
                  <a:srgbClr val="000000"/>
                </a:solidFill>
              </a:rPr>
              <a:t> </a:t>
            </a:r>
            <a:r>
              <a:rPr lang="ru-RU" sz="900" b="0" i="0" dirty="0" smtClean="0">
                <a:solidFill>
                  <a:srgbClr val="000000"/>
                </a:solidFill>
                <a:latin typeface="Arial"/>
              </a:rPr>
              <a:t>клиенты</a:t>
            </a:r>
            <a:r>
              <a:rPr lang="ru-RU" sz="900" b="0" i="0" dirty="0" smtClean="0">
                <a:solidFill>
                  <a:srgbClr val="000000"/>
                </a:solidFill>
              </a:rPr>
              <a:t> </a:t>
            </a:r>
            <a:r>
              <a:rPr lang="ru-RU" sz="900" b="0" i="0" dirty="0" smtClean="0">
                <a:solidFill>
                  <a:srgbClr val="000000"/>
                </a:solidFill>
                <a:latin typeface="Arial"/>
              </a:rPr>
              <a:t>взаимодействуют</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веб</a:t>
            </a:r>
            <a:r>
              <a:rPr lang="ru-RU" sz="900" b="0" i="0" dirty="0" smtClean="0">
                <a:solidFill>
                  <a:srgbClr val="000000"/>
                </a:solidFill>
              </a:rPr>
              <a:t>-</a:t>
            </a:r>
            <a:r>
              <a:rPr lang="ru-RU" sz="900" b="0" i="0" dirty="0" smtClean="0">
                <a:solidFill>
                  <a:srgbClr val="000000"/>
                </a:solidFill>
                <a:latin typeface="Arial"/>
              </a:rPr>
              <a:t>сервером</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помощью</a:t>
            </a:r>
            <a:r>
              <a:rPr lang="ru-RU" sz="900" b="0" i="0" dirty="0" smtClean="0">
                <a:solidFill>
                  <a:srgbClr val="000000"/>
                </a:solidFill>
              </a:rPr>
              <a:t> </a:t>
            </a:r>
            <a:r>
              <a:rPr lang="ru-RU" sz="900" b="0" i="0" dirty="0" smtClean="0">
                <a:solidFill>
                  <a:srgbClr val="000000"/>
                </a:solidFill>
                <a:latin typeface="Arial"/>
              </a:rPr>
              <a:t>веб</a:t>
            </a:r>
            <a:r>
              <a:rPr lang="ru-RU" sz="900" b="0" i="0" dirty="0" smtClean="0">
                <a:solidFill>
                  <a:srgbClr val="000000"/>
                </a:solidFill>
              </a:rPr>
              <a:t>-</a:t>
            </a:r>
            <a:r>
              <a:rPr lang="ru-RU" sz="900" b="0" i="0" dirty="0" smtClean="0">
                <a:solidFill>
                  <a:srgbClr val="000000"/>
                </a:solidFill>
                <a:latin typeface="Arial"/>
              </a:rPr>
              <a:t>браузера</a:t>
            </a:r>
            <a:r>
              <a:rPr lang="ru-RU" sz="900" b="0" i="0" dirty="0" smtClean="0">
                <a:solidFill>
                  <a:srgbClr val="000000"/>
                </a:solidFill>
              </a:rPr>
              <a:t>. </a:t>
            </a:r>
            <a:r>
              <a:rPr lang="ru-RU" sz="900" b="0" i="0" dirty="0" smtClean="0">
                <a:solidFill>
                  <a:srgbClr val="000000"/>
                </a:solidFill>
                <a:latin typeface="Arial"/>
              </a:rPr>
              <a:t>Веб</a:t>
            </a:r>
            <a:r>
              <a:rPr lang="ru-RU" sz="900" b="0" i="0" dirty="0" smtClean="0">
                <a:solidFill>
                  <a:srgbClr val="000000"/>
                </a:solidFill>
              </a:rPr>
              <a:t>-</a:t>
            </a:r>
            <a:r>
              <a:rPr lang="ru-RU" sz="900" b="0" i="0" dirty="0" smtClean="0">
                <a:solidFill>
                  <a:srgbClr val="000000"/>
                </a:solidFill>
                <a:latin typeface="Arial"/>
              </a:rPr>
              <a:t>сервер</a:t>
            </a:r>
            <a:r>
              <a:rPr lang="ru-RU" sz="900" b="0" i="0" dirty="0" smtClean="0">
                <a:solidFill>
                  <a:srgbClr val="000000"/>
                </a:solidFill>
              </a:rPr>
              <a:t> </a:t>
            </a:r>
            <a:r>
              <a:rPr lang="ru-RU" sz="900" b="0" i="0" dirty="0" smtClean="0">
                <a:solidFill>
                  <a:srgbClr val="000000"/>
                </a:solidFill>
                <a:latin typeface="Arial"/>
              </a:rPr>
              <a:t>обрабатывает</a:t>
            </a:r>
            <a:r>
              <a:rPr lang="ru-RU" sz="900" b="0" i="0" dirty="0" smtClean="0">
                <a:solidFill>
                  <a:srgbClr val="000000"/>
                </a:solidFill>
              </a:rPr>
              <a:t> </a:t>
            </a:r>
            <a:r>
              <a:rPr lang="ru-RU" sz="900" b="0" i="0" dirty="0" smtClean="0">
                <a:solidFill>
                  <a:srgbClr val="000000"/>
                </a:solidFill>
                <a:latin typeface="Arial"/>
              </a:rPr>
              <a:t>запросы</a:t>
            </a:r>
            <a:r>
              <a:rPr lang="ru-RU" sz="900" b="0" i="0" dirty="0" smtClean="0">
                <a:solidFill>
                  <a:srgbClr val="000000"/>
                </a:solidFill>
              </a:rPr>
              <a:t> </a:t>
            </a:r>
            <a:r>
              <a:rPr lang="ru-RU" sz="900" b="0" i="0" dirty="0" smtClean="0">
                <a:solidFill>
                  <a:srgbClr val="000000"/>
                </a:solidFill>
                <a:latin typeface="Arial"/>
              </a:rPr>
              <a:t>клиентов</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протоколу</a:t>
            </a:r>
            <a:r>
              <a:rPr lang="ru-RU" sz="900" b="0" i="0" dirty="0" smtClean="0">
                <a:solidFill>
                  <a:srgbClr val="000000"/>
                </a:solidFill>
              </a:rPr>
              <a:t> HTTP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выдает</a:t>
            </a:r>
            <a:r>
              <a:rPr lang="ru-RU" sz="900" b="0" i="0" dirty="0" smtClean="0">
                <a:solidFill>
                  <a:srgbClr val="000000"/>
                </a:solidFill>
              </a:rPr>
              <a:t> HTML-</a:t>
            </a:r>
            <a:r>
              <a:rPr lang="ru-RU" sz="900" b="0" i="0" dirty="0" smtClean="0">
                <a:solidFill>
                  <a:srgbClr val="000000"/>
                </a:solidFill>
                <a:latin typeface="Arial"/>
              </a:rPr>
              <a:t>страницы</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приложение</a:t>
            </a:r>
            <a:r>
              <a:rPr lang="ru-RU" sz="900" b="0" i="0" dirty="0" smtClean="0">
                <a:solidFill>
                  <a:srgbClr val="000000"/>
                </a:solidFill>
              </a:rPr>
              <a:t> </a:t>
            </a:r>
            <a:r>
              <a:rPr lang="ru-RU" sz="900" b="0" i="0" dirty="0" smtClean="0">
                <a:solidFill>
                  <a:srgbClr val="000000"/>
                </a:solidFill>
                <a:latin typeface="Arial"/>
              </a:rPr>
              <a:t>находится</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сервере</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система</a:t>
            </a:r>
            <a:r>
              <a:rPr lang="ru-RU" sz="900" b="0" i="0" dirty="0" smtClean="0">
                <a:solidFill>
                  <a:srgbClr val="000000"/>
                </a:solidFill>
              </a:rPr>
              <a:t> </a:t>
            </a:r>
            <a:r>
              <a:rPr lang="ru-RU" sz="900" b="0" i="0" dirty="0" smtClean="0">
                <a:solidFill>
                  <a:srgbClr val="000000"/>
                </a:solidFill>
                <a:latin typeface="Arial"/>
              </a:rPr>
              <a:t>управления</a:t>
            </a:r>
            <a:r>
              <a:rPr lang="ru-RU" sz="900" b="0" i="0" dirty="0" smtClean="0">
                <a:solidFill>
                  <a:srgbClr val="000000"/>
                </a:solidFill>
              </a:rPr>
              <a:t> </a:t>
            </a:r>
            <a:r>
              <a:rPr lang="ru-RU" sz="900" b="0" i="0" dirty="0" smtClean="0">
                <a:solidFill>
                  <a:srgbClr val="000000"/>
                </a:solidFill>
                <a:latin typeface="Arial"/>
              </a:rPr>
              <a:t>базой</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находится</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сервере</a:t>
            </a:r>
            <a:r>
              <a:rPr lang="ru-RU" sz="900" b="0" i="0" dirty="0" smtClean="0">
                <a:solidFill>
                  <a:srgbClr val="000000"/>
                </a:solidFill>
              </a:rPr>
              <a:t> </a:t>
            </a:r>
            <a:r>
              <a:rPr lang="ru-RU" sz="900" b="0" i="0" dirty="0" smtClean="0">
                <a:solidFill>
                  <a:srgbClr val="000000"/>
                </a:solidFill>
                <a:latin typeface="Arial"/>
              </a:rPr>
              <a:t>баз</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Клиенты</a:t>
            </a:r>
            <a:r>
              <a:rPr lang="ru-RU" sz="900" b="0" i="0" dirty="0" smtClean="0">
                <a:solidFill>
                  <a:srgbClr val="000000"/>
                </a:solidFill>
              </a:rPr>
              <a:t> </a:t>
            </a:r>
            <a:r>
              <a:rPr lang="ru-RU" sz="900" b="0" i="0" dirty="0" smtClean="0">
                <a:solidFill>
                  <a:srgbClr val="000000"/>
                </a:solidFill>
                <a:latin typeface="Arial"/>
              </a:rPr>
              <a:t>взаимодействуют</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сервером</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через</a:t>
            </a:r>
            <a:r>
              <a:rPr lang="ru-RU" sz="900" b="0" i="0" dirty="0" smtClean="0">
                <a:solidFill>
                  <a:srgbClr val="000000"/>
                </a:solidFill>
              </a:rPr>
              <a:t> </a:t>
            </a:r>
            <a:r>
              <a:rPr lang="ru-RU" sz="900" b="0" i="0" dirty="0" smtClean="0">
                <a:solidFill>
                  <a:srgbClr val="000000"/>
                </a:solidFill>
                <a:latin typeface="Arial"/>
              </a:rPr>
              <a:t>клиентское</a:t>
            </a:r>
            <a:r>
              <a:rPr lang="ru-RU" sz="900" b="0" i="0" dirty="0" smtClean="0">
                <a:solidFill>
                  <a:srgbClr val="000000"/>
                </a:solidFill>
              </a:rPr>
              <a:t> </a:t>
            </a:r>
            <a:r>
              <a:rPr lang="ru-RU" sz="900" b="0" i="0" dirty="0" smtClean="0">
                <a:solidFill>
                  <a:srgbClr val="000000"/>
                </a:solidFill>
                <a:latin typeface="Arial"/>
              </a:rPr>
              <a:t>программное</a:t>
            </a:r>
            <a:r>
              <a:rPr lang="ru-RU" sz="900" b="0" i="0" dirty="0" smtClean="0">
                <a:solidFill>
                  <a:srgbClr val="000000"/>
                </a:solidFill>
              </a:rPr>
              <a:t> </a:t>
            </a:r>
            <a:r>
              <a:rPr lang="ru-RU" sz="900" b="0" i="0" dirty="0" smtClean="0">
                <a:solidFill>
                  <a:srgbClr val="000000"/>
                </a:solidFill>
                <a:latin typeface="Arial"/>
              </a:rPr>
              <a:t>обеспечение</a:t>
            </a:r>
            <a:r>
              <a:rPr lang="ru-RU" sz="900" b="0" i="0" dirty="0" smtClean="0">
                <a:solidFill>
                  <a:srgbClr val="000000"/>
                </a:solidFill>
              </a:rPr>
              <a:t>. </a:t>
            </a:r>
            <a:r>
              <a:rPr lang="ru-RU" sz="900" b="0" i="0" dirty="0" smtClean="0">
                <a:solidFill>
                  <a:srgbClr val="000000"/>
                </a:solidFill>
                <a:latin typeface="Arial"/>
              </a:rPr>
              <a:t>Сервер</a:t>
            </a:r>
            <a:r>
              <a:rPr lang="ru-RU" sz="900" b="0" i="0" dirty="0" smtClean="0">
                <a:solidFill>
                  <a:srgbClr val="000000"/>
                </a:solidFill>
              </a:rPr>
              <a:t> </a:t>
            </a:r>
            <a:r>
              <a:rPr lang="ru-RU" sz="900" b="0" i="0" dirty="0" smtClean="0">
                <a:solidFill>
                  <a:srgbClr val="000000"/>
                </a:solidFill>
                <a:latin typeface="Arial"/>
              </a:rPr>
              <a:t>приложений</a:t>
            </a:r>
            <a:r>
              <a:rPr lang="ru-RU" sz="900" b="0" i="0" dirty="0" smtClean="0">
                <a:solidFill>
                  <a:srgbClr val="000000"/>
                </a:solidFill>
              </a:rPr>
              <a:t> </a:t>
            </a:r>
            <a:r>
              <a:rPr lang="ru-RU" sz="900" b="0" i="0" dirty="0" smtClean="0">
                <a:solidFill>
                  <a:srgbClr val="000000"/>
                </a:solidFill>
                <a:latin typeface="Arial"/>
              </a:rPr>
              <a:t>связывается</a:t>
            </a:r>
            <a:r>
              <a:rPr lang="ru-RU" sz="900" b="0" i="0" dirty="0" smtClean="0">
                <a:solidFill>
                  <a:srgbClr val="000000"/>
                </a:solidFill>
              </a:rPr>
              <a:t> </a:t>
            </a:r>
            <a:r>
              <a:rPr lang="ru-RU" sz="900" b="0" i="0" dirty="0" smtClean="0">
                <a:solidFill>
                  <a:srgbClr val="000000"/>
                </a:solidFill>
                <a:latin typeface="Arial"/>
              </a:rPr>
              <a:t>с</a:t>
            </a:r>
            <a:r>
              <a:rPr lang="ru-RU" sz="900" b="0" i="0" dirty="0" smtClean="0">
                <a:solidFill>
                  <a:srgbClr val="000000"/>
                </a:solidFill>
              </a:rPr>
              <a:t> </a:t>
            </a:r>
            <a:r>
              <a:rPr lang="ru-RU" sz="900" b="0" i="0" dirty="0" smtClean="0">
                <a:solidFill>
                  <a:srgbClr val="000000"/>
                </a:solidFill>
                <a:latin typeface="Arial"/>
              </a:rPr>
              <a:t>сервером</a:t>
            </a:r>
            <a:r>
              <a:rPr lang="ru-RU" sz="900" b="0" i="0" dirty="0" smtClean="0">
                <a:solidFill>
                  <a:srgbClr val="000000"/>
                </a:solidFill>
              </a:rPr>
              <a:t> </a:t>
            </a:r>
            <a:r>
              <a:rPr lang="ru-RU" sz="900" b="0" i="0" dirty="0" smtClean="0">
                <a:solidFill>
                  <a:srgbClr val="000000"/>
                </a:solidFill>
                <a:latin typeface="Arial"/>
              </a:rPr>
              <a:t>баз</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извлечения</a:t>
            </a:r>
            <a:r>
              <a:rPr lang="ru-RU" sz="900" b="0" i="0" dirty="0" smtClean="0">
                <a:solidFill>
                  <a:srgbClr val="000000"/>
                </a:solidFill>
              </a:rPr>
              <a:t> </a:t>
            </a:r>
            <a:r>
              <a:rPr lang="ru-RU" sz="900" b="0" i="0" dirty="0" smtClean="0">
                <a:solidFill>
                  <a:srgbClr val="000000"/>
                </a:solidFill>
                <a:latin typeface="Arial"/>
              </a:rPr>
              <a:t>информации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предоставления</a:t>
            </a:r>
            <a:r>
              <a:rPr lang="ru-RU" sz="900" b="0" i="0" dirty="0" smtClean="0">
                <a:solidFill>
                  <a:srgbClr val="000000"/>
                </a:solidFill>
              </a:rPr>
              <a:t> </a:t>
            </a:r>
            <a:r>
              <a:rPr lang="ru-RU" sz="900" b="0" i="0" dirty="0" smtClean="0">
                <a:solidFill>
                  <a:srgbClr val="000000"/>
                </a:solidFill>
                <a:latin typeface="Arial"/>
              </a:rPr>
              <a:t>результатов</a:t>
            </a:r>
            <a:r>
              <a:rPr lang="ru-RU" sz="900" b="0" i="0" dirty="0" smtClean="0">
                <a:solidFill>
                  <a:srgbClr val="000000"/>
                </a:solidFill>
              </a:rPr>
              <a:t> </a:t>
            </a:r>
            <a:r>
              <a:rPr lang="ru-RU" sz="900" b="0" i="0" dirty="0" smtClean="0">
                <a:solidFill>
                  <a:srgbClr val="000000"/>
                </a:solidFill>
                <a:latin typeface="Arial"/>
              </a:rPr>
              <a:t>клиентам</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некоторых</a:t>
            </a:r>
            <a:r>
              <a:rPr lang="ru-RU" sz="900" b="0" i="0" dirty="0" smtClean="0">
                <a:solidFill>
                  <a:srgbClr val="000000"/>
                </a:solidFill>
              </a:rPr>
              <a:t> </a:t>
            </a:r>
            <a:r>
              <a:rPr lang="ru-RU" sz="900" b="0" i="0" dirty="0" smtClean="0">
                <a:solidFill>
                  <a:srgbClr val="000000"/>
                </a:solidFill>
                <a:latin typeface="Arial"/>
              </a:rPr>
              <a:t>случаях</a:t>
            </a:r>
            <a:r>
              <a:rPr lang="ru-RU" sz="900" b="0" i="0" dirty="0" smtClean="0">
                <a:solidFill>
                  <a:srgbClr val="000000"/>
                </a:solidFill>
              </a:rPr>
              <a:t> </a:t>
            </a:r>
            <a:r>
              <a:rPr lang="ru-RU" sz="900" b="0" i="0" dirty="0" smtClean="0">
                <a:solidFill>
                  <a:srgbClr val="000000"/>
                </a:solidFill>
                <a:latin typeface="Arial"/>
              </a:rPr>
              <a:t>приложения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базы</a:t>
            </a:r>
            <a:r>
              <a:rPr lang="ru-RU" sz="900" b="0" i="0" dirty="0" smtClean="0">
                <a:solidFill>
                  <a:srgbClr val="000000"/>
                </a:solidFill>
              </a:rPr>
              <a:t> </a:t>
            </a:r>
            <a:r>
              <a:rPr lang="ru-RU" sz="900" b="0" i="0" dirty="0" smtClean="0">
                <a:solidFill>
                  <a:srgbClr val="000000"/>
                </a:solidFill>
                <a:latin typeface="Arial"/>
              </a:rPr>
              <a:t>данных</a:t>
            </a:r>
            <a:r>
              <a:rPr lang="ru-RU" sz="900" b="0" i="0" dirty="0" smtClean="0">
                <a:solidFill>
                  <a:srgbClr val="000000"/>
                </a:solidFill>
              </a:rPr>
              <a:t> </a:t>
            </a:r>
            <a:r>
              <a:rPr lang="ru-RU" sz="900" b="0" i="0" dirty="0" smtClean="0">
                <a:solidFill>
                  <a:srgbClr val="000000"/>
                </a:solidFill>
                <a:latin typeface="Arial"/>
              </a:rPr>
              <a:t>могут</a:t>
            </a:r>
            <a:r>
              <a:rPr lang="ru-RU" sz="900" b="0" i="0" dirty="0" smtClean="0">
                <a:solidFill>
                  <a:srgbClr val="000000"/>
                </a:solidFill>
              </a:rPr>
              <a:t> </a:t>
            </a:r>
            <a:r>
              <a:rPr lang="ru-RU" sz="900" b="0" i="0" dirty="0" smtClean="0">
                <a:solidFill>
                  <a:srgbClr val="000000"/>
                </a:solidFill>
                <a:latin typeface="Arial"/>
              </a:rPr>
              <a:t>находиться</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одном</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том</a:t>
            </a:r>
            <a:r>
              <a:rPr lang="ru-RU" sz="900" b="0" i="0" dirty="0" smtClean="0">
                <a:solidFill>
                  <a:srgbClr val="000000"/>
                </a:solidFill>
              </a:rPr>
              <a:t> </a:t>
            </a:r>
            <a:r>
              <a:rPr lang="ru-RU" sz="900" b="0" i="0" dirty="0" smtClean="0">
                <a:solidFill>
                  <a:srgbClr val="000000"/>
                </a:solidFill>
                <a:latin typeface="Arial"/>
              </a:rPr>
              <a:t>же</a:t>
            </a:r>
            <a:r>
              <a:rPr lang="ru-RU" sz="900" b="0" i="0" dirty="0" smtClean="0">
                <a:solidFill>
                  <a:srgbClr val="000000"/>
                </a:solidFill>
              </a:rPr>
              <a:t> </a:t>
            </a:r>
            <a:r>
              <a:rPr lang="ru-RU" sz="900" b="0" i="0" dirty="0" smtClean="0">
                <a:solidFill>
                  <a:srgbClr val="000000"/>
                </a:solidFill>
                <a:latin typeface="Arial"/>
              </a:rPr>
              <a:t>сервере</a:t>
            </a:r>
            <a:r>
              <a:rPr lang="ru-RU" sz="900" b="0" i="0" dirty="0" smtClean="0">
                <a:solidFill>
                  <a:srgbClr val="000000"/>
                </a:solidFill>
              </a:rPr>
              <a:t>.</a:t>
            </a:r>
          </a:p>
          <a:p>
            <a:pPr indent="457200">
              <a:spcBef>
                <a:spcPts val="600"/>
              </a:spcBef>
            </a:pPr>
            <a:r>
              <a:rPr lang="ru-RU" sz="900" dirty="0" smtClean="0"/>
              <a:t>Некоторые сложности, сопряженные с моделью «клиент-сервер», связаны с созданием изолированных точек хранения, издержками на обслуживание и проблемами масштабируемости. </a:t>
            </a:r>
          </a:p>
          <a:p>
            <a:pPr indent="457200">
              <a:spcBef>
                <a:spcPts val="600"/>
              </a:spcBef>
            </a:pPr>
            <a:r>
              <a:rPr lang="ru-RU" sz="900" dirty="0" smtClean="0"/>
              <a:t>Во многих организациях бизнес-подразделения и отделы имеют собственные серверы, на которых работают бизнес-приложения. </a:t>
            </a:r>
          </a:p>
          <a:p>
            <a:pPr indent="457200">
              <a:spcBef>
                <a:spcPts val="600"/>
              </a:spcBef>
            </a:pPr>
            <a:r>
              <a:rPr lang="ru-RU" sz="900" dirty="0" smtClean="0"/>
              <a:t>Это приводит к созданию изолированных приложений и точек хранения информации (отдельных, разрозненных систем). </a:t>
            </a:r>
          </a:p>
          <a:p>
            <a:pPr indent="457200">
              <a:spcBef>
                <a:spcPts val="600"/>
              </a:spcBef>
            </a:pPr>
            <a:r>
              <a:rPr lang="ru-RU" sz="900" dirty="0" smtClean="0"/>
              <a:t>Изолированные точки хранения усложняют эффективное использование ИТ-ресурсов и предоставление к ним общего доступа. Кроме того, часто возникают сложности с их интеграцией и управлением. Хотя стоимость серверного оборудования значительно ниже, чем стоимость мейнфреймов, обслуживание многочисленных серверов, клиентов и их ПО все равно требует значительных операционных затрат. </a:t>
            </a:r>
          </a:p>
          <a:p>
            <a:pPr indent="457200">
              <a:spcBef>
                <a:spcPts val="600"/>
              </a:spcBef>
            </a:pPr>
            <a:r>
              <a:rPr lang="ru-RU" sz="900" dirty="0" smtClean="0"/>
              <a:t>Более того, с помощью этой модели сложно обеспечить соответствие требованиям, связанным с быстрым ростом количества пользователей, объемов информации и рабочих нагрузок приложений. Добавление дополнительных серверов не всегда обеспечивает более эффективное управление рабочими нагрузками. Кроме того, необходимо оптимально распределить процессы обработки данных и логику приложений между серверами и экземплярами приложений.</a:t>
            </a:r>
          </a:p>
          <a:p>
            <a:pPr indent="457200">
              <a:spcBef>
                <a:spcPts val="600"/>
              </a:spcBef>
            </a:pPr>
            <a:r>
              <a:rPr lang="ru-RU" sz="900" i="1" dirty="0" smtClean="0"/>
              <a:t>Примечание. Обычно вычислительной системой называют устройство с операционной системой (ОС), в котором запускаются приложения. В качестве примеров вычислительных систем можно привести физические серверы, хосты, настольные ПК, ноутбуки и мобильные устройства. В рамках этого курса термин «вычислительная система» или «вычислительный ресурс» используется для обозначения физических серверов и хостов, на которых развертываются бизнес-приложения организаций.</a:t>
            </a:r>
          </a:p>
          <a:p>
            <a:pPr indent="457200">
              <a:spcBef>
                <a:spcPts val="600"/>
              </a:spcBef>
            </a:pPr>
            <a:endParaRPr lang="ru-RU" sz="900" b="0" i="0" dirty="0" smtClean="0">
              <a:solidFill>
                <a:srgbClr val="000000"/>
              </a:solidFill>
            </a:endParaRPr>
          </a:p>
        </p:txBody>
      </p:sp>
    </p:spTree>
    <p:extLst>
      <p:ext uri="{BB962C8B-B14F-4D97-AF65-F5344CB8AC3E}">
        <p14:creationId xmlns:p14="http://schemas.microsoft.com/office/powerpoint/2010/main" val="1967482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sz="900" b="0" i="0" dirty="0" smtClean="0">
                <a:solidFill>
                  <a:srgbClr val="000000"/>
                </a:solidFill>
                <a:latin typeface="Arial"/>
              </a:rPr>
              <a:t>Термин</a:t>
            </a:r>
            <a:r>
              <a:rPr lang="ru-RU" sz="900" b="0" i="0" dirty="0" smtClean="0">
                <a:solidFill>
                  <a:srgbClr val="000000"/>
                </a:solidFill>
              </a:rPr>
              <a:t> «</a:t>
            </a:r>
            <a:r>
              <a:rPr lang="ru-RU" sz="900" b="0" i="0" dirty="0" smtClean="0">
                <a:solidFill>
                  <a:srgbClr val="000000"/>
                </a:solidFill>
                <a:latin typeface="Arial"/>
              </a:rPr>
              <a:t>третья</a:t>
            </a:r>
            <a:r>
              <a:rPr lang="ru-RU" sz="900" b="0" i="0" dirty="0" smtClean="0">
                <a:solidFill>
                  <a:srgbClr val="000000"/>
                </a:solidFill>
              </a:rPr>
              <a:t> </a:t>
            </a:r>
            <a:r>
              <a:rPr lang="ru-RU" sz="900" b="0" i="0" dirty="0" smtClean="0">
                <a:solidFill>
                  <a:srgbClr val="000000"/>
                </a:solidFill>
                <a:latin typeface="Arial"/>
              </a:rPr>
              <a:t>платформа</a:t>
            </a:r>
            <a:r>
              <a:rPr lang="ru-RU" sz="900" b="0" i="0" dirty="0" smtClean="0">
                <a:solidFill>
                  <a:srgbClr val="000000"/>
                </a:solidFill>
              </a:rPr>
              <a:t>» </a:t>
            </a:r>
            <a:r>
              <a:rPr lang="ru-RU" sz="900" b="0" i="0" dirty="0" smtClean="0">
                <a:solidFill>
                  <a:srgbClr val="000000"/>
                </a:solidFill>
                <a:latin typeface="Arial"/>
              </a:rPr>
              <a:t>был</a:t>
            </a:r>
            <a:r>
              <a:rPr lang="ru-RU" sz="900" b="0" i="0" dirty="0" smtClean="0">
                <a:solidFill>
                  <a:srgbClr val="000000"/>
                </a:solidFill>
              </a:rPr>
              <a:t> </a:t>
            </a:r>
            <a:r>
              <a:rPr lang="ru-RU" sz="900" b="0" i="0" dirty="0" smtClean="0">
                <a:solidFill>
                  <a:srgbClr val="000000"/>
                </a:solidFill>
                <a:latin typeface="Arial"/>
              </a:rPr>
              <a:t>введен</a:t>
            </a:r>
            <a:r>
              <a:rPr lang="ru-RU" sz="900" b="0" i="0" dirty="0" smtClean="0">
                <a:solidFill>
                  <a:srgbClr val="000000"/>
                </a:solidFill>
              </a:rPr>
              <a:t> </a:t>
            </a:r>
            <a:r>
              <a:rPr lang="ru-RU" sz="900" b="0" i="0" dirty="0" smtClean="0">
                <a:solidFill>
                  <a:srgbClr val="000000"/>
                </a:solidFill>
                <a:latin typeface="Arial"/>
              </a:rPr>
              <a:t>компанией</a:t>
            </a:r>
            <a:r>
              <a:rPr lang="ru-RU" sz="900" b="0" i="0" dirty="0" smtClean="0">
                <a:solidFill>
                  <a:srgbClr val="000000"/>
                </a:solidFill>
              </a:rPr>
              <a:t> IDC.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же</a:t>
            </a:r>
            <a:r>
              <a:rPr lang="ru-RU" sz="900" b="0" i="0" dirty="0" smtClean="0">
                <a:solidFill>
                  <a:srgbClr val="000000"/>
                </a:solidFill>
              </a:rPr>
              <a:t> </a:t>
            </a:r>
            <a:r>
              <a:rPr lang="ru-RU" sz="900" b="0" i="0" dirty="0" smtClean="0">
                <a:solidFill>
                  <a:srgbClr val="000000"/>
                </a:solidFill>
                <a:latin typeface="Arial"/>
              </a:rPr>
              <a:t>понятие</a:t>
            </a:r>
            <a:r>
              <a:rPr lang="ru-RU" sz="900" b="0" i="0" dirty="0" smtClean="0">
                <a:solidFill>
                  <a:srgbClr val="000000"/>
                </a:solidFill>
              </a:rPr>
              <a:t> Gartner </a:t>
            </a:r>
            <a:r>
              <a:rPr lang="ru-RU" sz="900" b="0" i="0" dirty="0" smtClean="0">
                <a:solidFill>
                  <a:srgbClr val="000000"/>
                </a:solidFill>
                <a:latin typeface="Arial"/>
              </a:rPr>
              <a:t>обозначает</a:t>
            </a:r>
            <a:r>
              <a:rPr lang="ru-RU" sz="900" b="0" i="0" dirty="0" smtClean="0">
                <a:solidFill>
                  <a:srgbClr val="000000"/>
                </a:solidFill>
              </a:rPr>
              <a:t> </a:t>
            </a:r>
            <a:r>
              <a:rPr lang="ru-RU" sz="900" b="0" i="0" dirty="0" smtClean="0">
                <a:solidFill>
                  <a:srgbClr val="000000"/>
                </a:solidFill>
                <a:latin typeface="Arial"/>
              </a:rPr>
              <a:t>термином</a:t>
            </a:r>
            <a:r>
              <a:rPr lang="ru-RU" sz="900" b="0" i="0" dirty="0" smtClean="0">
                <a:solidFill>
                  <a:srgbClr val="000000"/>
                </a:solidFill>
              </a:rPr>
              <a:t> «</a:t>
            </a:r>
            <a:r>
              <a:rPr lang="ru-RU" sz="900" b="0" i="0" dirty="0" smtClean="0">
                <a:solidFill>
                  <a:srgbClr val="000000"/>
                </a:solidFill>
                <a:latin typeface="Arial"/>
              </a:rPr>
              <a:t>связи</a:t>
            </a:r>
            <a:r>
              <a:rPr lang="ru-RU" sz="900" b="0" i="0" dirty="0" smtClean="0">
                <a:solidFill>
                  <a:srgbClr val="000000"/>
                </a:solidFill>
              </a:rPr>
              <a:t> </a:t>
            </a:r>
            <a:r>
              <a:rPr lang="ru-RU" sz="900" b="0" i="0" dirty="0" smtClean="0">
                <a:solidFill>
                  <a:srgbClr val="000000"/>
                </a:solidFill>
                <a:latin typeface="Arial"/>
              </a:rPr>
              <a:t>сил</a:t>
            </a:r>
            <a:r>
              <a:rPr lang="ru-RU" sz="900" b="0" i="0" dirty="0" smtClean="0">
                <a:solidFill>
                  <a:srgbClr val="000000"/>
                </a:solidFill>
              </a:rPr>
              <a:t>». </a:t>
            </a:r>
          </a:p>
          <a:p>
            <a:pPr marL="0" marR="0" indent="0" defTabSz="457200" rtl="0" eaLnBrk="1" fontAlgn="auto" latinLnBrk="0" hangingPunct="1">
              <a:spcBef>
                <a:spcPts val="600"/>
              </a:spcBef>
              <a:buClrTx/>
              <a:buSzTx/>
              <a:buFontTx/>
              <a:buNone/>
              <a:tabLst/>
              <a:defRPr/>
            </a:pPr>
            <a:r>
              <a:rPr lang="ru-RU" sz="900" b="0" i="0" dirty="0" smtClean="0">
                <a:solidFill>
                  <a:srgbClr val="000000"/>
                </a:solidFill>
                <a:latin typeface="Arial"/>
              </a:rPr>
              <a:t>Базовые</a:t>
            </a:r>
            <a:r>
              <a:rPr lang="ru-RU" sz="900" b="0" i="0" dirty="0" smtClean="0">
                <a:solidFill>
                  <a:srgbClr val="000000"/>
                </a:solidFill>
              </a:rPr>
              <a:t> </a:t>
            </a:r>
            <a:r>
              <a:rPr lang="ru-RU" sz="900" b="0" i="0" dirty="0" smtClean="0">
                <a:solidFill>
                  <a:srgbClr val="000000"/>
                </a:solidFill>
                <a:latin typeface="Arial"/>
              </a:rPr>
              <a:t>элементы</a:t>
            </a:r>
            <a:r>
              <a:rPr lang="ru-RU" sz="900" b="0" i="0" dirty="0" smtClean="0">
                <a:solidFill>
                  <a:srgbClr val="000000"/>
                </a:solidFill>
              </a:rPr>
              <a:t> </a:t>
            </a:r>
            <a:r>
              <a:rPr lang="ru-RU" sz="900" b="0" i="0" dirty="0" smtClean="0">
                <a:solidFill>
                  <a:srgbClr val="000000"/>
                </a:solidFill>
                <a:latin typeface="Arial"/>
              </a:rPr>
              <a:t>третьей</a:t>
            </a:r>
            <a:r>
              <a:rPr lang="ru-RU" sz="900" b="0" i="0" dirty="0" smtClean="0">
                <a:solidFill>
                  <a:srgbClr val="000000"/>
                </a:solidFill>
              </a:rPr>
              <a:t> </a:t>
            </a:r>
            <a:r>
              <a:rPr lang="ru-RU" sz="900" b="0" i="0" dirty="0" smtClean="0">
                <a:solidFill>
                  <a:srgbClr val="000000"/>
                </a:solidFill>
                <a:latin typeface="Arial"/>
              </a:rPr>
              <a:t>платформы</a:t>
            </a:r>
            <a:r>
              <a:rPr lang="ru-RU" sz="900" b="0" i="0" dirty="0" smtClean="0">
                <a:solidFill>
                  <a:srgbClr val="000000"/>
                </a:solidFill>
              </a:rPr>
              <a:t>: </a:t>
            </a:r>
            <a:r>
              <a:rPr lang="ru-RU" sz="900" b="0" i="0" dirty="0" smtClean="0">
                <a:solidFill>
                  <a:srgbClr val="000000"/>
                </a:solidFill>
                <a:latin typeface="Arial"/>
              </a:rPr>
              <a:t>облака</a:t>
            </a:r>
            <a:r>
              <a:rPr lang="ru-RU" sz="900" b="0" i="0" dirty="0" smtClean="0">
                <a:solidFill>
                  <a:srgbClr val="000000"/>
                </a:solidFill>
              </a:rPr>
              <a:t>, </a:t>
            </a:r>
            <a:r>
              <a:rPr lang="ru-RU" sz="900" b="0" i="0" dirty="0" smtClean="0">
                <a:solidFill>
                  <a:srgbClr val="000000"/>
                </a:solidFill>
                <a:latin typeface="Arial"/>
              </a:rPr>
              <a:t>большие</a:t>
            </a:r>
            <a:r>
              <a:rPr lang="ru-RU" sz="900" b="0" i="0" dirty="0" smtClean="0">
                <a:solidFill>
                  <a:srgbClr val="000000"/>
                </a:solidFill>
              </a:rPr>
              <a:t> </a:t>
            </a:r>
            <a:r>
              <a:rPr lang="ru-RU" sz="900" b="0" i="0" dirty="0" smtClean="0">
                <a:solidFill>
                  <a:srgbClr val="000000"/>
                </a:solidFill>
                <a:latin typeface="Arial"/>
              </a:rPr>
              <a:t>данные</a:t>
            </a:r>
            <a:r>
              <a:rPr lang="ru-RU" sz="900" b="0" i="0" dirty="0" smtClean="0">
                <a:solidFill>
                  <a:srgbClr val="000000"/>
                </a:solidFill>
              </a:rPr>
              <a:t>, </a:t>
            </a:r>
            <a:r>
              <a:rPr lang="ru-RU" sz="900" b="0" i="0" dirty="0" smtClean="0">
                <a:solidFill>
                  <a:srgbClr val="000000"/>
                </a:solidFill>
                <a:latin typeface="Arial"/>
              </a:rPr>
              <a:t>мобильные</a:t>
            </a:r>
            <a:r>
              <a:rPr lang="ru-RU" sz="900" b="0" i="0" dirty="0" smtClean="0">
                <a:solidFill>
                  <a:srgbClr val="000000"/>
                </a:solidFill>
              </a:rPr>
              <a:t> </a:t>
            </a:r>
            <a:r>
              <a:rPr lang="ru-RU" sz="900" b="0" i="0" dirty="0" smtClean="0">
                <a:solidFill>
                  <a:srgbClr val="000000"/>
                </a:solidFill>
                <a:latin typeface="Arial"/>
              </a:rPr>
              <a:t>технологии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социальные</a:t>
            </a:r>
            <a:r>
              <a:rPr lang="ru-RU" sz="900" b="0" i="0" dirty="0" smtClean="0">
                <a:solidFill>
                  <a:srgbClr val="000000"/>
                </a:solidFill>
              </a:rPr>
              <a:t> </a:t>
            </a:r>
            <a:r>
              <a:rPr lang="ru-RU" sz="900" b="0" i="0" dirty="0" smtClean="0">
                <a:solidFill>
                  <a:srgbClr val="000000"/>
                </a:solidFill>
                <a:latin typeface="Arial"/>
              </a:rPr>
              <a:t>сети</a:t>
            </a:r>
            <a:r>
              <a:rPr lang="ru-RU" sz="900" b="0" i="0" dirty="0" smtClean="0">
                <a:solidFill>
                  <a:srgbClr val="000000"/>
                </a:solidFill>
              </a:rPr>
              <a:t>. </a:t>
            </a: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четыре</a:t>
            </a:r>
            <a:r>
              <a:rPr lang="ru-RU" sz="900" b="0" i="0" dirty="0" smtClean="0">
                <a:solidFill>
                  <a:srgbClr val="000000"/>
                </a:solidFill>
              </a:rPr>
              <a:t> </a:t>
            </a:r>
            <a:r>
              <a:rPr lang="ru-RU" sz="900" b="0" i="0" dirty="0" smtClean="0">
                <a:solidFill>
                  <a:srgbClr val="000000"/>
                </a:solidFill>
                <a:latin typeface="Arial"/>
              </a:rPr>
              <a:t>основные</a:t>
            </a:r>
            <a:r>
              <a:rPr lang="ru-RU" sz="900" b="0" i="0" dirty="0" smtClean="0">
                <a:solidFill>
                  <a:srgbClr val="000000"/>
                </a:solidFill>
              </a:rPr>
              <a:t> </a:t>
            </a:r>
            <a:r>
              <a:rPr lang="ru-RU" sz="900" b="0" i="0" dirty="0" smtClean="0">
                <a:solidFill>
                  <a:srgbClr val="000000"/>
                </a:solidFill>
                <a:latin typeface="Arial"/>
              </a:rPr>
              <a:t>передовые</a:t>
            </a:r>
            <a:r>
              <a:rPr lang="ru-RU" sz="900" b="0" i="0" dirty="0" smtClean="0">
                <a:solidFill>
                  <a:srgbClr val="000000"/>
                </a:solidFill>
              </a:rPr>
              <a:t> </a:t>
            </a:r>
            <a:r>
              <a:rPr lang="ru-RU" sz="900" b="0" i="0" dirty="0" smtClean="0">
                <a:solidFill>
                  <a:srgbClr val="000000"/>
                </a:solidFill>
                <a:latin typeface="Arial"/>
              </a:rPr>
              <a:t>технологии</a:t>
            </a:r>
            <a:r>
              <a:rPr lang="ru-RU" sz="900" b="0" i="0" dirty="0" smtClean="0">
                <a:solidFill>
                  <a:srgbClr val="000000"/>
                </a:solidFill>
              </a:rPr>
              <a:t>, </a:t>
            </a:r>
            <a:r>
              <a:rPr lang="ru-RU" sz="900" b="0" i="0" dirty="0" smtClean="0">
                <a:solidFill>
                  <a:srgbClr val="000000"/>
                </a:solidFill>
                <a:latin typeface="Arial"/>
              </a:rPr>
              <a:t>которые</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значительной</a:t>
            </a:r>
            <a:r>
              <a:rPr lang="ru-RU" sz="900" b="0" i="0" dirty="0" smtClean="0">
                <a:solidFill>
                  <a:srgbClr val="000000"/>
                </a:solidFill>
              </a:rPr>
              <a:t> </a:t>
            </a:r>
            <a:r>
              <a:rPr lang="ru-RU" sz="900" b="0" i="0" dirty="0" smtClean="0">
                <a:solidFill>
                  <a:srgbClr val="000000"/>
                </a:solidFill>
                <a:latin typeface="Arial"/>
              </a:rPr>
              <a:t>мере</a:t>
            </a:r>
            <a:r>
              <a:rPr lang="ru-RU" sz="900" b="0" i="0" dirty="0" smtClean="0">
                <a:solidFill>
                  <a:srgbClr val="000000"/>
                </a:solidFill>
              </a:rPr>
              <a:t> </a:t>
            </a:r>
            <a:r>
              <a:rPr lang="ru-RU" sz="900" b="0" i="0" dirty="0" smtClean="0">
                <a:solidFill>
                  <a:srgbClr val="000000"/>
                </a:solidFill>
                <a:latin typeface="Arial"/>
              </a:rPr>
              <a:t>трансформируют</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 </a:t>
            </a:r>
            <a:r>
              <a:rPr lang="ru-RU" sz="900" b="0" i="0" dirty="0" smtClean="0">
                <a:solidFill>
                  <a:srgbClr val="000000"/>
                </a:solidFill>
                <a:latin typeface="Arial"/>
              </a:rPr>
              <a:t>экономику</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общество</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всему</a:t>
            </a:r>
            <a:r>
              <a:rPr lang="ru-RU" sz="900" b="0" i="0" dirty="0" smtClean="0">
                <a:solidFill>
                  <a:srgbClr val="000000"/>
                </a:solidFill>
              </a:rPr>
              <a:t> </a:t>
            </a:r>
            <a:r>
              <a:rPr lang="ru-RU" sz="900" b="0" i="0" dirty="0" smtClean="0">
                <a:solidFill>
                  <a:srgbClr val="000000"/>
                </a:solidFill>
                <a:latin typeface="Arial"/>
              </a:rPr>
              <a:t>миру</a:t>
            </a:r>
            <a:r>
              <a:rPr lang="ru-RU" sz="900" b="0" i="0" dirty="0" smtClean="0">
                <a:solidFill>
                  <a:srgbClr val="000000"/>
                </a:solidFill>
              </a:rPr>
              <a:t>. </a:t>
            </a:r>
          </a:p>
          <a:p>
            <a:pPr marL="0" marR="0" indent="0" defTabSz="457200" rtl="0" eaLnBrk="1" fontAlgn="auto" latinLnBrk="0" hangingPunct="1">
              <a:spcBef>
                <a:spcPts val="600"/>
              </a:spcBef>
              <a:buClrTx/>
              <a:buSzTx/>
              <a:buFontTx/>
              <a:buNone/>
              <a:tabLst/>
              <a:defRPr/>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основе</a:t>
            </a:r>
            <a:r>
              <a:rPr lang="ru-RU" sz="900" b="0" i="0" dirty="0" smtClean="0">
                <a:solidFill>
                  <a:srgbClr val="000000"/>
                </a:solidFill>
              </a:rPr>
              <a:t> </a:t>
            </a:r>
            <a:r>
              <a:rPr lang="ru-RU" sz="900" b="0" i="0" dirty="0" smtClean="0">
                <a:solidFill>
                  <a:srgbClr val="000000"/>
                </a:solidFill>
                <a:latin typeface="Arial"/>
              </a:rPr>
              <a:t>третьей</a:t>
            </a:r>
            <a:r>
              <a:rPr lang="ru-RU" sz="900" b="0" i="0" dirty="0" smtClean="0">
                <a:solidFill>
                  <a:srgbClr val="000000"/>
                </a:solidFill>
              </a:rPr>
              <a:t> </a:t>
            </a:r>
            <a:r>
              <a:rPr lang="ru-RU" sz="900" b="0" i="0" dirty="0" smtClean="0">
                <a:solidFill>
                  <a:srgbClr val="000000"/>
                </a:solidFill>
                <a:latin typeface="Arial"/>
              </a:rPr>
              <a:t>платформы</a:t>
            </a:r>
            <a:r>
              <a:rPr lang="ru-RU" sz="900" b="0" i="0" dirty="0" smtClean="0">
                <a:solidFill>
                  <a:srgbClr val="000000"/>
                </a:solidFill>
              </a:rPr>
              <a:t> </a:t>
            </a:r>
            <a:r>
              <a:rPr lang="ru-RU" sz="900" b="0" i="0" dirty="0" smtClean="0">
                <a:solidFill>
                  <a:srgbClr val="000000"/>
                </a:solidFill>
                <a:latin typeface="Arial"/>
              </a:rPr>
              <a:t>лежат</a:t>
            </a:r>
            <a:r>
              <a:rPr lang="ru-RU" sz="900" b="0" i="0" dirty="0" smtClean="0">
                <a:solidFill>
                  <a:srgbClr val="000000"/>
                </a:solidFill>
              </a:rPr>
              <a:t> </a:t>
            </a:r>
            <a:r>
              <a:rPr lang="ru-RU" sz="900" b="0" i="0" u="none" dirty="0" smtClean="0">
                <a:solidFill>
                  <a:srgbClr val="000000"/>
                </a:solidFill>
                <a:latin typeface="Arial"/>
              </a:rPr>
              <a:t>облака</a:t>
            </a:r>
            <a:r>
              <a:rPr lang="ru-RU" sz="900" b="0" i="0" u="none" dirty="0" smtClean="0">
                <a:solidFill>
                  <a:srgbClr val="000000"/>
                </a:solidFill>
              </a:rPr>
              <a:t>, </a:t>
            </a:r>
            <a:r>
              <a:rPr lang="ru-RU" sz="900" b="0" i="0" u="none" dirty="0" smtClean="0">
                <a:solidFill>
                  <a:srgbClr val="000000"/>
                </a:solidFill>
                <a:latin typeface="Arial"/>
              </a:rPr>
              <a:t>которые</a:t>
            </a:r>
            <a:r>
              <a:rPr lang="ru-RU" sz="900" b="0" i="0" u="none" dirty="0" smtClean="0">
                <a:solidFill>
                  <a:srgbClr val="000000"/>
                </a:solidFill>
              </a:rPr>
              <a:t> </a:t>
            </a:r>
            <a:r>
              <a:rPr lang="ru-RU" sz="900" b="0" i="0" u="none" dirty="0" smtClean="0">
                <a:solidFill>
                  <a:srgbClr val="000000"/>
                </a:solidFill>
                <a:latin typeface="Arial"/>
              </a:rPr>
              <a:t>позволяют</a:t>
            </a:r>
            <a:r>
              <a:rPr lang="ru-RU" sz="900" b="0" i="0" u="none" dirty="0" smtClean="0">
                <a:solidFill>
                  <a:srgbClr val="000000"/>
                </a:solidFill>
              </a:rPr>
              <a:t> </a:t>
            </a:r>
            <a:r>
              <a:rPr lang="ru-RU" sz="900" b="0" i="0" u="none" dirty="0" smtClean="0">
                <a:solidFill>
                  <a:srgbClr val="000000"/>
                </a:solidFill>
                <a:latin typeface="Arial"/>
              </a:rPr>
              <a:t>потребителям</a:t>
            </a:r>
            <a:r>
              <a:rPr lang="ru-RU" sz="900" b="0" i="0" u="none" dirty="0" smtClean="0">
                <a:solidFill>
                  <a:srgbClr val="000000"/>
                </a:solidFill>
              </a:rPr>
              <a:t> </a:t>
            </a:r>
            <a:r>
              <a:rPr lang="ru-RU" sz="900" b="0" i="0" u="none" dirty="0" smtClean="0">
                <a:solidFill>
                  <a:srgbClr val="000000"/>
                </a:solidFill>
                <a:latin typeface="Arial"/>
              </a:rPr>
              <a:t>получать</a:t>
            </a:r>
            <a:r>
              <a:rPr lang="ru-RU" sz="900" b="0" i="0" u="none" dirty="0" smtClean="0">
                <a:solidFill>
                  <a:srgbClr val="000000"/>
                </a:solidFill>
              </a:rPr>
              <a:t> </a:t>
            </a:r>
            <a:r>
              <a:rPr lang="ru-RU" sz="900" b="0" i="0" u="none" dirty="0" smtClean="0">
                <a:solidFill>
                  <a:srgbClr val="000000"/>
                </a:solidFill>
                <a:latin typeface="Arial"/>
              </a:rPr>
              <a:t>ИТ</a:t>
            </a:r>
            <a:r>
              <a:rPr lang="ru-RU" sz="900" b="0" i="0" u="none" dirty="0" smtClean="0">
                <a:solidFill>
                  <a:srgbClr val="000000"/>
                </a:solidFill>
              </a:rPr>
              <a:t>-</a:t>
            </a:r>
            <a:r>
              <a:rPr lang="ru-RU" sz="900" b="0" i="0" u="none" dirty="0" smtClean="0">
                <a:solidFill>
                  <a:srgbClr val="000000"/>
                </a:solidFill>
                <a:latin typeface="Arial"/>
              </a:rPr>
              <a:t>ресурсы</a:t>
            </a:r>
            <a:r>
              <a:rPr lang="ru-RU" sz="900" b="0" i="0" u="none" dirty="0" smtClean="0">
                <a:solidFill>
                  <a:srgbClr val="000000"/>
                </a:solidFill>
              </a:rPr>
              <a:t> </a:t>
            </a:r>
            <a:r>
              <a:rPr lang="ru-RU" sz="900" b="0" i="0" u="none" dirty="0" smtClean="0">
                <a:solidFill>
                  <a:srgbClr val="000000"/>
                </a:solidFill>
                <a:latin typeface="Arial"/>
              </a:rPr>
              <a:t>по</a:t>
            </a:r>
            <a:r>
              <a:rPr lang="ru-RU" sz="900" b="0" i="0" u="none" dirty="0" smtClean="0">
                <a:solidFill>
                  <a:srgbClr val="000000"/>
                </a:solidFill>
              </a:rPr>
              <a:t> </a:t>
            </a:r>
            <a:r>
              <a:rPr lang="ru-RU" sz="900" b="0" i="0" u="none" dirty="0" smtClean="0">
                <a:solidFill>
                  <a:srgbClr val="000000"/>
                </a:solidFill>
                <a:latin typeface="Arial"/>
              </a:rPr>
              <a:t>модели</a:t>
            </a:r>
            <a:r>
              <a:rPr lang="ru-RU" sz="900" b="0" i="0" u="none" dirty="0" smtClean="0">
                <a:solidFill>
                  <a:srgbClr val="000000"/>
                </a:solidFill>
              </a:rPr>
              <a:t> «</a:t>
            </a:r>
            <a:r>
              <a:rPr lang="ru-RU" sz="900" b="0" i="0" u="none" dirty="0" smtClean="0">
                <a:solidFill>
                  <a:srgbClr val="000000"/>
                </a:solidFill>
                <a:latin typeface="Arial"/>
              </a:rPr>
              <a:t>как</a:t>
            </a:r>
            <a:r>
              <a:rPr lang="ru-RU" sz="900" b="0" i="0" u="none" dirty="0" smtClean="0">
                <a:solidFill>
                  <a:srgbClr val="000000"/>
                </a:solidFill>
              </a:rPr>
              <a:t> </a:t>
            </a:r>
            <a:r>
              <a:rPr lang="ru-RU" sz="900" b="0" i="0" u="none" dirty="0" smtClean="0">
                <a:solidFill>
                  <a:srgbClr val="000000"/>
                </a:solidFill>
                <a:latin typeface="Arial"/>
              </a:rPr>
              <a:t>услуга</a:t>
            </a:r>
            <a:r>
              <a:rPr lang="ru-RU" sz="900" b="0" i="0" u="none" dirty="0" smtClean="0">
                <a:solidFill>
                  <a:srgbClr val="000000"/>
                </a:solidFill>
              </a:rPr>
              <a:t>» </a:t>
            </a:r>
            <a:r>
              <a:rPr lang="ru-RU" sz="900" b="0" i="0" u="none" dirty="0" smtClean="0">
                <a:solidFill>
                  <a:srgbClr val="000000"/>
                </a:solidFill>
                <a:latin typeface="Arial"/>
              </a:rPr>
              <a:t>от</a:t>
            </a:r>
            <a:r>
              <a:rPr lang="ru-RU" sz="900" b="0" i="0" u="none" dirty="0" smtClean="0">
                <a:solidFill>
                  <a:srgbClr val="000000"/>
                </a:solidFill>
              </a:rPr>
              <a:t> </a:t>
            </a:r>
            <a:r>
              <a:rPr lang="ru-RU" sz="900" b="0" i="0" u="none" dirty="0" smtClean="0">
                <a:solidFill>
                  <a:srgbClr val="000000"/>
                </a:solidFill>
                <a:latin typeface="Arial"/>
              </a:rPr>
              <a:t>поставщика</a:t>
            </a:r>
            <a:r>
              <a:rPr lang="ru-RU" sz="900" b="0" i="0" u="none" dirty="0" smtClean="0">
                <a:solidFill>
                  <a:srgbClr val="000000"/>
                </a:solidFill>
              </a:rPr>
              <a:t> </a:t>
            </a:r>
            <a:r>
              <a:rPr lang="ru-RU" sz="900" b="0" i="0" u="none" dirty="0" smtClean="0">
                <a:solidFill>
                  <a:srgbClr val="000000"/>
                </a:solidFill>
                <a:latin typeface="Arial"/>
              </a:rPr>
              <a:t>облачных</a:t>
            </a:r>
            <a:r>
              <a:rPr lang="ru-RU" sz="900" b="0" i="0" u="none" dirty="0" smtClean="0">
                <a:solidFill>
                  <a:srgbClr val="000000"/>
                </a:solidFill>
              </a:rPr>
              <a:t> </a:t>
            </a:r>
            <a:r>
              <a:rPr lang="ru-RU" sz="900" b="0" i="0" u="none" dirty="0" smtClean="0">
                <a:solidFill>
                  <a:srgbClr val="000000"/>
                </a:solidFill>
                <a:latin typeface="Arial"/>
              </a:rPr>
              <a:t>услуг</a:t>
            </a:r>
            <a:r>
              <a:rPr lang="ru-RU" sz="900" b="0" i="0" u="none" dirty="0" smtClean="0">
                <a:solidFill>
                  <a:srgbClr val="000000"/>
                </a:solidFill>
              </a:rPr>
              <a:t>. </a:t>
            </a:r>
          </a:p>
          <a:p>
            <a:pPr marL="0" marR="0" indent="0" defTabSz="457200" rtl="0" eaLnBrk="1" fontAlgn="auto" latinLnBrk="0" hangingPunct="1">
              <a:spcBef>
                <a:spcPts val="600"/>
              </a:spcBef>
              <a:buClrTx/>
              <a:buSzTx/>
              <a:buFontTx/>
              <a:buNone/>
              <a:tabLst/>
              <a:defRPr/>
            </a:pPr>
            <a:r>
              <a:rPr lang="ru-RU" sz="900" b="0" i="0" u="none" dirty="0" smtClean="0">
                <a:solidFill>
                  <a:srgbClr val="000000"/>
                </a:solidFill>
                <a:latin typeface="Arial"/>
              </a:rPr>
              <a:t>Большие</a:t>
            </a:r>
            <a:r>
              <a:rPr lang="ru-RU" sz="900" b="0" i="0" u="none" dirty="0" smtClean="0">
                <a:solidFill>
                  <a:srgbClr val="000000"/>
                </a:solidFill>
              </a:rPr>
              <a:t> </a:t>
            </a:r>
            <a:r>
              <a:rPr lang="ru-RU" sz="900" b="0" i="0" u="none" dirty="0" smtClean="0">
                <a:solidFill>
                  <a:srgbClr val="000000"/>
                </a:solidFill>
                <a:latin typeface="Arial"/>
              </a:rPr>
              <a:t>данные</a:t>
            </a:r>
            <a:r>
              <a:rPr lang="ru-RU" sz="900" b="0" i="0" u="none" dirty="0" smtClean="0">
                <a:solidFill>
                  <a:srgbClr val="000000"/>
                </a:solidFill>
              </a:rPr>
              <a:t> </a:t>
            </a:r>
            <a:r>
              <a:rPr lang="ru-RU" sz="900" b="0" i="0" u="none" dirty="0" smtClean="0">
                <a:solidFill>
                  <a:srgbClr val="000000"/>
                </a:solidFill>
                <a:latin typeface="Arial"/>
              </a:rPr>
              <a:t>позволяют</a:t>
            </a:r>
            <a:r>
              <a:rPr lang="ru-RU" sz="900" b="0" i="0" u="none" dirty="0" smtClean="0">
                <a:solidFill>
                  <a:srgbClr val="000000"/>
                </a:solidFill>
              </a:rPr>
              <a:t> </a:t>
            </a:r>
            <a:r>
              <a:rPr lang="ru-RU" sz="900" b="0" i="0" u="sng" dirty="0" smtClean="0">
                <a:solidFill>
                  <a:srgbClr val="000000"/>
                </a:solidFill>
                <a:latin typeface="Arial"/>
              </a:rPr>
              <a:t>проводить</a:t>
            </a:r>
            <a:r>
              <a:rPr lang="ru-RU" sz="900" b="0" i="0" u="sng" dirty="0" smtClean="0">
                <a:solidFill>
                  <a:srgbClr val="000000"/>
                </a:solidFill>
              </a:rPr>
              <a:t> </a:t>
            </a:r>
            <a:r>
              <a:rPr lang="ru-RU" sz="900" b="0" i="0" u="sng" dirty="0" smtClean="0">
                <a:solidFill>
                  <a:srgbClr val="000000"/>
                </a:solidFill>
                <a:latin typeface="Arial"/>
              </a:rPr>
              <a:t>аналитику</a:t>
            </a:r>
            <a:r>
              <a:rPr lang="ru-RU" sz="900" b="0" i="0" u="none" dirty="0" smtClean="0">
                <a:solidFill>
                  <a:srgbClr val="000000"/>
                </a:solidFill>
              </a:rPr>
              <a:t>, </a:t>
            </a:r>
            <a:r>
              <a:rPr lang="ru-RU" sz="900" b="0" i="0" u="none" dirty="0" smtClean="0">
                <a:solidFill>
                  <a:srgbClr val="000000"/>
                </a:solidFill>
                <a:latin typeface="Arial"/>
              </a:rPr>
              <a:t>извлекая</a:t>
            </a:r>
            <a:r>
              <a:rPr lang="ru-RU" sz="900" b="0" i="0" u="none" dirty="0" smtClean="0">
                <a:solidFill>
                  <a:srgbClr val="000000"/>
                </a:solidFill>
              </a:rPr>
              <a:t> </a:t>
            </a:r>
            <a:r>
              <a:rPr lang="ru-RU" sz="900" b="0" i="0" u="none" dirty="0" smtClean="0">
                <a:solidFill>
                  <a:srgbClr val="000000"/>
                </a:solidFill>
                <a:latin typeface="Arial"/>
              </a:rPr>
              <a:t>из</a:t>
            </a:r>
            <a:r>
              <a:rPr lang="ru-RU" sz="900" b="0" i="0" u="none" dirty="0" smtClean="0">
                <a:solidFill>
                  <a:srgbClr val="000000"/>
                </a:solidFill>
              </a:rPr>
              <a:t> </a:t>
            </a:r>
            <a:r>
              <a:rPr lang="ru-RU" sz="900" b="0" i="0" u="none" dirty="0" smtClean="0">
                <a:solidFill>
                  <a:srgbClr val="000000"/>
                </a:solidFill>
                <a:latin typeface="Arial"/>
              </a:rPr>
              <a:t>данных</a:t>
            </a:r>
            <a:r>
              <a:rPr lang="ru-RU" sz="900" b="0" i="0" u="none" dirty="0" smtClean="0">
                <a:solidFill>
                  <a:srgbClr val="000000"/>
                </a:solidFill>
              </a:rPr>
              <a:t> </a:t>
            </a:r>
            <a:r>
              <a:rPr lang="ru-RU" sz="900" b="0" i="0" u="none" dirty="0" smtClean="0">
                <a:solidFill>
                  <a:srgbClr val="000000"/>
                </a:solidFill>
                <a:latin typeface="Arial"/>
              </a:rPr>
              <a:t>больше</a:t>
            </a:r>
            <a:r>
              <a:rPr lang="ru-RU" sz="900" b="0" i="0" u="none" dirty="0" smtClean="0">
                <a:solidFill>
                  <a:srgbClr val="000000"/>
                </a:solidFill>
              </a:rPr>
              <a:t> </a:t>
            </a:r>
            <a:r>
              <a:rPr lang="ru-RU" sz="900" b="0" i="0" u="none" dirty="0" smtClean="0">
                <a:solidFill>
                  <a:srgbClr val="000000"/>
                </a:solidFill>
                <a:latin typeface="Arial"/>
              </a:rPr>
              <a:t>полезных</a:t>
            </a:r>
            <a:r>
              <a:rPr lang="ru-RU" sz="900" b="0" i="0" u="none" dirty="0" smtClean="0">
                <a:solidFill>
                  <a:srgbClr val="000000"/>
                </a:solidFill>
              </a:rPr>
              <a:t> </a:t>
            </a:r>
            <a:r>
              <a:rPr lang="ru-RU" sz="900" b="0" i="0" u="none" dirty="0" smtClean="0">
                <a:solidFill>
                  <a:srgbClr val="000000"/>
                </a:solidFill>
                <a:latin typeface="Arial"/>
              </a:rPr>
              <a:t>сведений</a:t>
            </a:r>
            <a:r>
              <a:rPr lang="ru-RU" sz="900" b="0" i="0" u="none" dirty="0" smtClean="0">
                <a:solidFill>
                  <a:srgbClr val="000000"/>
                </a:solidFill>
              </a:rPr>
              <a:t> </a:t>
            </a:r>
            <a:r>
              <a:rPr lang="ru-RU" sz="900" b="0" i="0" u="none" dirty="0" smtClean="0">
                <a:solidFill>
                  <a:srgbClr val="000000"/>
                </a:solidFill>
                <a:latin typeface="Arial"/>
              </a:rPr>
              <a:t>для</a:t>
            </a:r>
            <a:r>
              <a:rPr lang="ru-RU" sz="900" b="0" i="0" u="none" dirty="0" smtClean="0">
                <a:solidFill>
                  <a:srgbClr val="000000"/>
                </a:solidFill>
              </a:rPr>
              <a:t> </a:t>
            </a:r>
            <a:r>
              <a:rPr lang="ru-RU" sz="900" b="0" i="0" u="none" dirty="0" smtClean="0">
                <a:solidFill>
                  <a:srgbClr val="000000"/>
                </a:solidFill>
                <a:latin typeface="Arial"/>
              </a:rPr>
              <a:t>принятия</a:t>
            </a:r>
            <a:r>
              <a:rPr lang="ru-RU" sz="900" b="0" i="0" u="none" dirty="0" smtClean="0">
                <a:solidFill>
                  <a:srgbClr val="000000"/>
                </a:solidFill>
              </a:rPr>
              <a:t> </a:t>
            </a:r>
            <a:r>
              <a:rPr lang="ru-RU" sz="900" b="0" i="0" u="none" dirty="0" smtClean="0">
                <a:solidFill>
                  <a:srgbClr val="000000"/>
                </a:solidFill>
                <a:latin typeface="Arial"/>
              </a:rPr>
              <a:t>более</a:t>
            </a:r>
            <a:r>
              <a:rPr lang="ru-RU" sz="900" b="0" i="0" u="none" dirty="0" smtClean="0">
                <a:solidFill>
                  <a:srgbClr val="000000"/>
                </a:solidFill>
              </a:rPr>
              <a:t> </a:t>
            </a:r>
            <a:r>
              <a:rPr lang="ru-RU" sz="900" b="0" i="0" u="none" dirty="0" smtClean="0">
                <a:solidFill>
                  <a:srgbClr val="000000"/>
                </a:solidFill>
                <a:latin typeface="Arial"/>
              </a:rPr>
              <a:t>эффективных</a:t>
            </a:r>
            <a:r>
              <a:rPr lang="ru-RU" sz="900" b="0" i="0" u="none" dirty="0" smtClean="0">
                <a:solidFill>
                  <a:srgbClr val="000000"/>
                </a:solidFill>
              </a:rPr>
              <a:t> </a:t>
            </a:r>
            <a:r>
              <a:rPr lang="ru-RU" sz="900" b="0" i="0" u="none" dirty="0" smtClean="0">
                <a:solidFill>
                  <a:srgbClr val="000000"/>
                </a:solidFill>
                <a:latin typeface="Arial"/>
              </a:rPr>
              <a:t>решений</a:t>
            </a:r>
            <a:r>
              <a:rPr lang="ru-RU" sz="900" b="0" i="0" u="none" dirty="0" smtClean="0">
                <a:solidFill>
                  <a:srgbClr val="000000"/>
                </a:solidFill>
              </a:rPr>
              <a:t>. </a:t>
            </a:r>
          </a:p>
          <a:p>
            <a:pPr marL="0" marR="0" indent="0" defTabSz="457200" rtl="0" eaLnBrk="1" fontAlgn="auto" latinLnBrk="0" hangingPunct="1">
              <a:spcBef>
                <a:spcPts val="600"/>
              </a:spcBef>
              <a:buClrTx/>
              <a:buSzTx/>
              <a:buFontTx/>
              <a:buNone/>
              <a:tabLst/>
              <a:defRPr/>
            </a:pPr>
            <a:r>
              <a:rPr lang="ru-RU" sz="900" b="0" i="0" u="none" dirty="0" smtClean="0">
                <a:solidFill>
                  <a:srgbClr val="000000"/>
                </a:solidFill>
                <a:latin typeface="Arial"/>
              </a:rPr>
              <a:t>Мобильные</a:t>
            </a:r>
            <a:r>
              <a:rPr lang="ru-RU" sz="900" b="0" i="0" u="none" dirty="0" smtClean="0">
                <a:solidFill>
                  <a:srgbClr val="000000"/>
                </a:solidFill>
              </a:rPr>
              <a:t> </a:t>
            </a:r>
            <a:r>
              <a:rPr lang="ru-RU" sz="900" b="0" i="0" u="none" dirty="0" smtClean="0">
                <a:solidFill>
                  <a:srgbClr val="000000"/>
                </a:solidFill>
                <a:latin typeface="Arial"/>
              </a:rPr>
              <a:t>устройства</a:t>
            </a:r>
            <a:r>
              <a:rPr lang="ru-RU" sz="900" b="0" i="0" u="none" dirty="0" smtClean="0">
                <a:solidFill>
                  <a:srgbClr val="000000"/>
                </a:solidFill>
              </a:rPr>
              <a:t> </a:t>
            </a:r>
            <a:r>
              <a:rPr lang="ru-RU" sz="900" b="0" i="0" u="sng" dirty="0" smtClean="0">
                <a:solidFill>
                  <a:srgbClr val="000000"/>
                </a:solidFill>
                <a:latin typeface="Arial"/>
              </a:rPr>
              <a:t>обеспечивают</a:t>
            </a:r>
            <a:r>
              <a:rPr lang="ru-RU" sz="900" b="0" i="0" u="sng" dirty="0" smtClean="0">
                <a:solidFill>
                  <a:srgbClr val="000000"/>
                </a:solidFill>
              </a:rPr>
              <a:t> </a:t>
            </a:r>
            <a:r>
              <a:rPr lang="ru-RU" sz="900" b="0" i="0" u="sng" dirty="0" smtClean="0">
                <a:solidFill>
                  <a:srgbClr val="000000"/>
                </a:solidFill>
                <a:latin typeface="Arial"/>
              </a:rPr>
              <a:t>повсеместный</a:t>
            </a:r>
            <a:r>
              <a:rPr lang="ru-RU" sz="900" b="0" i="0" u="sng" dirty="0" smtClean="0">
                <a:solidFill>
                  <a:srgbClr val="000000"/>
                </a:solidFill>
              </a:rPr>
              <a:t> </a:t>
            </a:r>
            <a:r>
              <a:rPr lang="ru-RU" sz="900" b="0" i="0" u="sng" dirty="0" smtClean="0">
                <a:solidFill>
                  <a:srgbClr val="000000"/>
                </a:solidFill>
                <a:latin typeface="Arial"/>
              </a:rPr>
              <a:t>доступ</a:t>
            </a:r>
            <a:r>
              <a:rPr lang="ru-RU" sz="900" b="0" i="0" u="sng" dirty="0" smtClean="0">
                <a:solidFill>
                  <a:srgbClr val="000000"/>
                </a:solidFill>
              </a:rPr>
              <a:t> </a:t>
            </a:r>
            <a:r>
              <a:rPr lang="ru-RU" sz="900" b="0" i="0" u="sng" dirty="0" smtClean="0">
                <a:solidFill>
                  <a:srgbClr val="000000"/>
                </a:solidFill>
                <a:latin typeface="Arial"/>
              </a:rPr>
              <a:t>к</a:t>
            </a:r>
            <a:r>
              <a:rPr lang="ru-RU" sz="900" b="0" i="0" u="sng" dirty="0" smtClean="0">
                <a:solidFill>
                  <a:srgbClr val="000000"/>
                </a:solidFill>
              </a:rPr>
              <a:t> </a:t>
            </a:r>
            <a:r>
              <a:rPr lang="ru-RU" sz="900" b="0" i="0" u="sng" dirty="0" smtClean="0">
                <a:solidFill>
                  <a:srgbClr val="000000"/>
                </a:solidFill>
                <a:latin typeface="Arial"/>
              </a:rPr>
              <a:t>приложениям</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информации</a:t>
            </a:r>
            <a:r>
              <a:rPr lang="ru-RU" sz="900" b="0" i="0" u="none" dirty="0" smtClean="0">
                <a:solidFill>
                  <a:srgbClr val="000000"/>
                </a:solidFill>
              </a:rPr>
              <a:t>. </a:t>
            </a:r>
          </a:p>
          <a:p>
            <a:pPr marL="0" marR="0" indent="0" defTabSz="457200" rtl="0" eaLnBrk="1" fontAlgn="auto" latinLnBrk="0" hangingPunct="1">
              <a:spcBef>
                <a:spcPts val="600"/>
              </a:spcBef>
              <a:buClrTx/>
              <a:buSzTx/>
              <a:buFontTx/>
              <a:buNone/>
              <a:tabLst/>
              <a:defRPr/>
            </a:pPr>
            <a:r>
              <a:rPr lang="ru-RU" sz="900" b="0" i="0" u="none" dirty="0" smtClean="0">
                <a:solidFill>
                  <a:srgbClr val="000000"/>
                </a:solidFill>
                <a:latin typeface="Arial"/>
              </a:rPr>
              <a:t>Социальные</a:t>
            </a:r>
            <a:r>
              <a:rPr lang="ru-RU" sz="900" b="0" i="0" u="none" dirty="0" smtClean="0">
                <a:solidFill>
                  <a:srgbClr val="000000"/>
                </a:solidFill>
              </a:rPr>
              <a:t> </a:t>
            </a:r>
            <a:r>
              <a:rPr lang="ru-RU" sz="900" b="0" i="0" u="none" dirty="0" smtClean="0">
                <a:solidFill>
                  <a:srgbClr val="000000"/>
                </a:solidFill>
                <a:latin typeface="Arial"/>
              </a:rPr>
              <a:t>сети</a:t>
            </a:r>
            <a:r>
              <a:rPr lang="ru-RU" sz="900" b="0" i="0" u="none" dirty="0" smtClean="0">
                <a:solidFill>
                  <a:srgbClr val="000000"/>
                </a:solidFill>
              </a:rPr>
              <a:t> </a:t>
            </a:r>
            <a:r>
              <a:rPr lang="ru-RU" sz="900" b="0" i="0" u="none" dirty="0" smtClean="0">
                <a:solidFill>
                  <a:srgbClr val="000000"/>
                </a:solidFill>
                <a:latin typeface="Arial"/>
              </a:rPr>
              <a:t>обеспечивают</a:t>
            </a:r>
            <a:r>
              <a:rPr lang="ru-RU" sz="900" b="0" i="0" u="none" dirty="0" smtClean="0">
                <a:solidFill>
                  <a:srgbClr val="000000"/>
                </a:solidFill>
              </a:rPr>
              <a:t> </a:t>
            </a:r>
            <a:r>
              <a:rPr lang="ru-RU" sz="900" b="0" i="0" u="sng" dirty="0" smtClean="0">
                <a:solidFill>
                  <a:srgbClr val="000000"/>
                </a:solidFill>
                <a:latin typeface="Arial"/>
              </a:rPr>
              <a:t>взаимодействие</a:t>
            </a:r>
            <a:r>
              <a:rPr lang="ru-RU" sz="900" b="0" i="0" u="sng" dirty="0" smtClean="0">
                <a:solidFill>
                  <a:srgbClr val="000000"/>
                </a:solidFill>
              </a:rPr>
              <a:t> </a:t>
            </a:r>
            <a:r>
              <a:rPr lang="ru-RU" sz="900" b="0" i="0" u="sng" dirty="0" smtClean="0">
                <a:solidFill>
                  <a:srgbClr val="000000"/>
                </a:solidFill>
                <a:latin typeface="Arial"/>
              </a:rPr>
              <a:t>пользователей</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обмен</a:t>
            </a:r>
            <a:r>
              <a:rPr lang="ru-RU" sz="900" b="0" i="0" u="sng" dirty="0" smtClean="0">
                <a:solidFill>
                  <a:srgbClr val="000000"/>
                </a:solidFill>
              </a:rPr>
              <a:t> </a:t>
            </a:r>
            <a:r>
              <a:rPr lang="ru-RU" sz="900" b="0" i="0" u="sng" dirty="0" smtClean="0">
                <a:solidFill>
                  <a:srgbClr val="000000"/>
                </a:solidFill>
                <a:latin typeface="Arial"/>
              </a:rPr>
              <a:t>информацией</a:t>
            </a:r>
            <a:r>
              <a:rPr lang="ru-RU" sz="900" b="0" i="0" u="sng" dirty="0" smtClean="0">
                <a:solidFill>
                  <a:srgbClr val="000000"/>
                </a:solidFill>
              </a:rPr>
              <a:t>. </a:t>
            </a:r>
          </a:p>
          <a:p>
            <a:pPr marL="0" marR="0" indent="0" defTabSz="457200" rtl="0" eaLnBrk="1" fontAlgn="auto" latinLnBrk="0" hangingPunct="1">
              <a:spcBef>
                <a:spcPts val="600"/>
              </a:spcBef>
              <a:buClrTx/>
              <a:buSzTx/>
              <a:buFontTx/>
              <a:buNone/>
              <a:tabLst/>
              <a:defRPr/>
            </a:pP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течение</a:t>
            </a:r>
            <a:r>
              <a:rPr lang="ru-RU" sz="900" b="0" i="0" dirty="0" smtClean="0">
                <a:solidFill>
                  <a:srgbClr val="000000"/>
                </a:solidFill>
              </a:rPr>
              <a:t> </a:t>
            </a:r>
            <a:r>
              <a:rPr lang="ru-RU" sz="900" b="0" i="0" dirty="0" smtClean="0">
                <a:solidFill>
                  <a:srgbClr val="000000"/>
                </a:solidFill>
                <a:latin typeface="Arial"/>
              </a:rPr>
              <a:t>последних</a:t>
            </a:r>
            <a:r>
              <a:rPr lang="ru-RU" sz="900" b="0" i="0" dirty="0" smtClean="0">
                <a:solidFill>
                  <a:srgbClr val="000000"/>
                </a:solidFill>
              </a:rPr>
              <a:t> </a:t>
            </a:r>
            <a:r>
              <a:rPr lang="ru-RU" sz="900" b="0" i="0" dirty="0" smtClean="0">
                <a:solidFill>
                  <a:srgbClr val="000000"/>
                </a:solidFill>
                <a:latin typeface="Arial"/>
              </a:rPr>
              <a:t>тридцати</a:t>
            </a:r>
            <a:r>
              <a:rPr lang="ru-RU" sz="900" b="0" i="0" dirty="0" smtClean="0">
                <a:solidFill>
                  <a:srgbClr val="000000"/>
                </a:solidFill>
              </a:rPr>
              <a:t> </a:t>
            </a:r>
            <a:r>
              <a:rPr lang="ru-RU" sz="900" b="0" i="0" dirty="0" smtClean="0">
                <a:solidFill>
                  <a:srgbClr val="000000"/>
                </a:solidFill>
                <a:latin typeface="Arial"/>
              </a:rPr>
              <a:t>лет</a:t>
            </a:r>
            <a:r>
              <a:rPr lang="ru-RU" sz="900" b="0" i="0" dirty="0" smtClean="0">
                <a:solidFill>
                  <a:srgbClr val="000000"/>
                </a:solidFill>
              </a:rPr>
              <a:t> </a:t>
            </a:r>
            <a:r>
              <a:rPr lang="ru-RU" sz="900" b="0" i="0" dirty="0" smtClean="0">
                <a:solidFill>
                  <a:srgbClr val="000000"/>
                </a:solidFill>
                <a:latin typeface="Arial"/>
              </a:rPr>
              <a:t>организациям</a:t>
            </a:r>
            <a:r>
              <a:rPr lang="ru-RU" sz="900" b="0" i="0" dirty="0" smtClean="0">
                <a:solidFill>
                  <a:srgbClr val="000000"/>
                </a:solidFill>
              </a:rPr>
              <a:t> </a:t>
            </a:r>
            <a:r>
              <a:rPr lang="ru-RU" sz="900" b="0" i="0" dirty="0" smtClean="0">
                <a:solidFill>
                  <a:srgbClr val="000000"/>
                </a:solidFill>
                <a:latin typeface="Arial"/>
              </a:rPr>
              <a:t>было</a:t>
            </a:r>
            <a:r>
              <a:rPr lang="ru-RU" sz="900" b="0" i="0" dirty="0" smtClean="0">
                <a:solidFill>
                  <a:srgbClr val="000000"/>
                </a:solidFill>
              </a:rPr>
              <a:t> </a:t>
            </a:r>
            <a:r>
              <a:rPr lang="ru-RU" sz="900" b="0" i="0" dirty="0" smtClean="0">
                <a:solidFill>
                  <a:srgbClr val="000000"/>
                </a:solidFill>
                <a:latin typeface="Arial"/>
              </a:rPr>
              <a:t>очень</a:t>
            </a:r>
            <a:r>
              <a:rPr lang="ru-RU" sz="900" b="0" i="0" dirty="0" smtClean="0">
                <a:solidFill>
                  <a:srgbClr val="000000"/>
                </a:solidFill>
              </a:rPr>
              <a:t> </a:t>
            </a:r>
            <a:r>
              <a:rPr lang="ru-RU" sz="900" b="0" i="0" dirty="0" smtClean="0">
                <a:solidFill>
                  <a:srgbClr val="000000"/>
                </a:solidFill>
                <a:latin typeface="Arial"/>
              </a:rPr>
              <a:t>важно</a:t>
            </a:r>
            <a:r>
              <a:rPr lang="ru-RU" sz="900" b="0" i="0" dirty="0" smtClean="0">
                <a:solidFill>
                  <a:srgbClr val="000000"/>
                </a:solidFill>
              </a:rPr>
              <a:t> </a:t>
            </a:r>
            <a:r>
              <a:rPr lang="ru-RU" sz="900" b="0" i="0" dirty="0" smtClean="0">
                <a:solidFill>
                  <a:srgbClr val="000000"/>
                </a:solidFill>
                <a:latin typeface="Arial"/>
              </a:rPr>
              <a:t>разумно</a:t>
            </a:r>
            <a:r>
              <a:rPr lang="ru-RU" sz="900" b="0" i="0" dirty="0" smtClean="0">
                <a:solidFill>
                  <a:srgbClr val="000000"/>
                </a:solidFill>
              </a:rPr>
              <a:t> </a:t>
            </a:r>
            <a:r>
              <a:rPr lang="ru-RU" sz="900" b="0" i="0" dirty="0" smtClean="0">
                <a:solidFill>
                  <a:srgbClr val="000000"/>
                </a:solidFill>
                <a:latin typeface="Arial"/>
              </a:rPr>
              <a:t>использовать</a:t>
            </a:r>
            <a:r>
              <a:rPr lang="ru-RU" sz="900" b="0" i="0" dirty="0" smtClean="0">
                <a:solidFill>
                  <a:srgbClr val="000000"/>
                </a:solidFill>
              </a:rPr>
              <a:t> </a:t>
            </a:r>
            <a:r>
              <a:rPr lang="ru-RU" sz="900" b="0" i="0" dirty="0" smtClean="0">
                <a:solidFill>
                  <a:srgbClr val="000000"/>
                </a:solidFill>
                <a:latin typeface="Arial"/>
              </a:rPr>
              <a:t>вторую</a:t>
            </a:r>
            <a:r>
              <a:rPr lang="ru-RU" sz="900" b="0" i="0" dirty="0" smtClean="0">
                <a:solidFill>
                  <a:srgbClr val="000000"/>
                </a:solidFill>
              </a:rPr>
              <a:t> </a:t>
            </a:r>
            <a:r>
              <a:rPr lang="ru-RU" sz="900" b="0" i="0" dirty="0" smtClean="0">
                <a:solidFill>
                  <a:srgbClr val="000000"/>
                </a:solidFill>
                <a:latin typeface="Arial"/>
              </a:rPr>
              <a:t>платформу</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своем</a:t>
            </a:r>
            <a:r>
              <a:rPr lang="ru-RU" sz="900" b="0" i="0" dirty="0" smtClean="0">
                <a:solidFill>
                  <a:srgbClr val="000000"/>
                </a:solidFill>
              </a:rPr>
              <a:t> </a:t>
            </a:r>
            <a:r>
              <a:rPr lang="ru-RU" sz="900" b="0" i="0" dirty="0" smtClean="0">
                <a:solidFill>
                  <a:srgbClr val="000000"/>
                </a:solidFill>
                <a:latin typeface="Arial"/>
              </a:rPr>
              <a:t>бизнесе</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данным</a:t>
            </a:r>
            <a:r>
              <a:rPr lang="ru-RU" sz="900" b="0" i="0" dirty="0" smtClean="0">
                <a:solidFill>
                  <a:srgbClr val="000000"/>
                </a:solidFill>
              </a:rPr>
              <a:t> IDC,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течение</a:t>
            </a:r>
            <a:r>
              <a:rPr lang="ru-RU" sz="900" b="0" i="0" dirty="0" smtClean="0">
                <a:solidFill>
                  <a:srgbClr val="000000"/>
                </a:solidFill>
              </a:rPr>
              <a:t> </a:t>
            </a:r>
            <a:r>
              <a:rPr lang="ru-RU" sz="900" b="0" i="0" u="sng" dirty="0" smtClean="0">
                <a:solidFill>
                  <a:srgbClr val="000000"/>
                </a:solidFill>
                <a:latin typeface="Arial"/>
              </a:rPr>
              <a:t>следующих</a:t>
            </a:r>
            <a:r>
              <a:rPr lang="ru-RU" sz="900" b="0" i="0" u="sng" dirty="0" smtClean="0">
                <a:solidFill>
                  <a:srgbClr val="000000"/>
                </a:solidFill>
              </a:rPr>
              <a:t> </a:t>
            </a:r>
            <a:r>
              <a:rPr lang="ru-RU" sz="900" b="0" i="0" u="sng" dirty="0" smtClean="0">
                <a:solidFill>
                  <a:srgbClr val="000000"/>
                </a:solidFill>
                <a:latin typeface="Arial"/>
              </a:rPr>
              <a:t>тридцати</a:t>
            </a:r>
            <a:r>
              <a:rPr lang="ru-RU" sz="900" b="0" i="0" u="sng" dirty="0" smtClean="0">
                <a:solidFill>
                  <a:srgbClr val="000000"/>
                </a:solidFill>
              </a:rPr>
              <a:t> </a:t>
            </a:r>
            <a:r>
              <a:rPr lang="ru-RU" sz="900" b="0" i="0" u="sng" dirty="0" smtClean="0">
                <a:solidFill>
                  <a:srgbClr val="000000"/>
                </a:solidFill>
                <a:latin typeface="Arial"/>
              </a:rPr>
              <a:t>лет</a:t>
            </a:r>
            <a:r>
              <a:rPr lang="ru-RU" sz="900" b="0" i="0" u="sng" dirty="0" smtClean="0">
                <a:solidFill>
                  <a:srgbClr val="000000"/>
                </a:solidFill>
              </a:rPr>
              <a:t> </a:t>
            </a:r>
            <a:r>
              <a:rPr lang="ru-RU" sz="900" b="0" i="0" u="sng" dirty="0" smtClean="0">
                <a:solidFill>
                  <a:srgbClr val="000000"/>
                </a:solidFill>
                <a:latin typeface="Arial"/>
              </a:rPr>
              <a:t>третья</a:t>
            </a:r>
            <a:r>
              <a:rPr lang="ru-RU" sz="900" b="0" i="0" u="sng" dirty="0" smtClean="0">
                <a:solidFill>
                  <a:srgbClr val="000000"/>
                </a:solidFill>
              </a:rPr>
              <a:t> </a:t>
            </a:r>
            <a:r>
              <a:rPr lang="ru-RU" sz="900" b="0" i="0" u="sng" dirty="0" smtClean="0">
                <a:solidFill>
                  <a:srgbClr val="000000"/>
                </a:solidFill>
                <a:latin typeface="Arial"/>
              </a:rPr>
              <a:t>платформа</a:t>
            </a:r>
            <a:r>
              <a:rPr lang="ru-RU" sz="900" b="0" i="0" u="sng" dirty="0" smtClean="0">
                <a:solidFill>
                  <a:srgbClr val="000000"/>
                </a:solidFill>
              </a:rPr>
              <a:t> </a:t>
            </a:r>
            <a:r>
              <a:rPr lang="ru-RU" sz="900" b="0" i="0" u="sng" dirty="0" smtClean="0">
                <a:solidFill>
                  <a:srgbClr val="000000"/>
                </a:solidFill>
                <a:latin typeface="Arial"/>
              </a:rPr>
              <a:t>станет</a:t>
            </a:r>
            <a:r>
              <a:rPr lang="ru-RU" sz="900" b="0" i="0" u="sng" dirty="0" smtClean="0">
                <a:solidFill>
                  <a:srgbClr val="000000"/>
                </a:solidFill>
              </a:rPr>
              <a:t> </a:t>
            </a:r>
            <a:r>
              <a:rPr lang="ru-RU" sz="900" b="0" i="0" u="sng" dirty="0" smtClean="0">
                <a:solidFill>
                  <a:srgbClr val="000000"/>
                </a:solidFill>
                <a:latin typeface="Arial"/>
              </a:rPr>
              <a:t>основой</a:t>
            </a:r>
            <a:r>
              <a:rPr lang="ru-RU" sz="900" b="0" i="0" u="sng" dirty="0" smtClean="0">
                <a:solidFill>
                  <a:srgbClr val="000000"/>
                </a:solidFill>
              </a:rPr>
              <a:t> </a:t>
            </a:r>
            <a:r>
              <a:rPr lang="ru-RU" sz="900" b="0" i="0" u="sng" dirty="0" smtClean="0">
                <a:solidFill>
                  <a:srgbClr val="000000"/>
                </a:solidFill>
                <a:latin typeface="Arial"/>
              </a:rPr>
              <a:t>для</a:t>
            </a:r>
            <a:r>
              <a:rPr lang="ru-RU" sz="900" b="0" i="0" u="sng" dirty="0" smtClean="0">
                <a:solidFill>
                  <a:srgbClr val="000000"/>
                </a:solidFill>
              </a:rPr>
              <a:t> </a:t>
            </a:r>
            <a:r>
              <a:rPr lang="ru-RU" sz="900" b="0" i="0" u="sng" dirty="0" smtClean="0">
                <a:solidFill>
                  <a:srgbClr val="000000"/>
                </a:solidFill>
                <a:latin typeface="Arial"/>
              </a:rPr>
              <a:t>разработки</a:t>
            </a:r>
            <a:r>
              <a:rPr lang="ru-RU" sz="900" b="0" i="0" u="sng" dirty="0" smtClean="0">
                <a:solidFill>
                  <a:srgbClr val="000000"/>
                </a:solidFill>
              </a:rPr>
              <a:t> </a:t>
            </a:r>
            <a:r>
              <a:rPr lang="ru-RU" sz="900" b="0" i="0" u="sng" dirty="0" smtClean="0">
                <a:solidFill>
                  <a:srgbClr val="000000"/>
                </a:solidFill>
                <a:latin typeface="Arial"/>
              </a:rPr>
              <a:t>решений</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бизнес</a:t>
            </a:r>
            <a:r>
              <a:rPr lang="ru-RU" sz="900" b="0" i="0" u="sng" dirty="0" smtClean="0">
                <a:solidFill>
                  <a:srgbClr val="000000"/>
                </a:solidFill>
              </a:rPr>
              <a:t>-</a:t>
            </a:r>
            <a:r>
              <a:rPr lang="ru-RU" sz="900" b="0" i="0" u="sng" dirty="0" smtClean="0">
                <a:solidFill>
                  <a:srgbClr val="000000"/>
                </a:solidFill>
                <a:latin typeface="Arial"/>
              </a:rPr>
              <a:t>инноваций</a:t>
            </a:r>
            <a:r>
              <a:rPr lang="ru-RU" sz="900" b="0" i="0" u="sng" dirty="0" smtClean="0">
                <a:solidFill>
                  <a:srgbClr val="000000"/>
                </a:solidFill>
              </a:rPr>
              <a:t>.</a:t>
            </a:r>
            <a:r>
              <a:rPr lang="ru-RU" sz="900" b="0" i="0" dirty="0" smtClean="0">
                <a:solidFill>
                  <a:srgbClr val="000000"/>
                </a:solidFill>
              </a:rPr>
              <a:t> </a:t>
            </a:r>
          </a:p>
          <a:p>
            <a:pPr marL="0" marR="0" indent="0" defTabSz="457200" rtl="0" eaLnBrk="1" fontAlgn="auto" latinLnBrk="0" hangingPunct="1">
              <a:spcBef>
                <a:spcPts val="600"/>
              </a:spcBef>
              <a:buClrTx/>
              <a:buSzTx/>
              <a:buFontTx/>
              <a:buNone/>
              <a:tabLst/>
              <a:defRPr/>
            </a:pPr>
            <a:r>
              <a:rPr lang="ru-RU" sz="900" b="0" i="0" dirty="0" smtClean="0">
                <a:solidFill>
                  <a:srgbClr val="000000"/>
                </a:solidFill>
                <a:latin typeface="Arial"/>
              </a:rPr>
              <a:t>Третья</a:t>
            </a:r>
            <a:r>
              <a:rPr lang="ru-RU" sz="900" b="0" i="0" dirty="0" smtClean="0">
                <a:solidFill>
                  <a:srgbClr val="000000"/>
                </a:solidFill>
              </a:rPr>
              <a:t> </a:t>
            </a:r>
            <a:r>
              <a:rPr lang="ru-RU" sz="900" b="0" i="0" dirty="0" smtClean="0">
                <a:solidFill>
                  <a:srgbClr val="000000"/>
                </a:solidFill>
                <a:latin typeface="Arial"/>
              </a:rPr>
              <a:t>платформа</a:t>
            </a:r>
            <a:r>
              <a:rPr lang="ru-RU" sz="900" b="0" i="0" dirty="0" smtClean="0">
                <a:solidFill>
                  <a:srgbClr val="000000"/>
                </a:solidFill>
              </a:rPr>
              <a:t> </a:t>
            </a:r>
            <a:r>
              <a:rPr lang="ru-RU" sz="900" b="0" i="0" dirty="0" smtClean="0">
                <a:solidFill>
                  <a:srgbClr val="000000"/>
                </a:solidFill>
                <a:latin typeface="Arial"/>
              </a:rPr>
              <a:t>используется</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трансформации</a:t>
            </a:r>
            <a:r>
              <a:rPr lang="ru-RU" sz="900" b="0" i="0" dirty="0" smtClean="0">
                <a:solidFill>
                  <a:srgbClr val="000000"/>
                </a:solidFill>
              </a:rPr>
              <a:t> </a:t>
            </a:r>
            <a:r>
              <a:rPr lang="ru-RU" sz="900" b="0" i="0" dirty="0" smtClean="0">
                <a:solidFill>
                  <a:srgbClr val="000000"/>
                </a:solidFill>
                <a:latin typeface="Arial"/>
              </a:rPr>
              <a:t>цифровой</a:t>
            </a:r>
            <a:r>
              <a:rPr lang="ru-RU" sz="900" b="0" i="0" dirty="0" smtClean="0">
                <a:solidFill>
                  <a:srgbClr val="000000"/>
                </a:solidFill>
              </a:rPr>
              <a:t> </a:t>
            </a:r>
            <a:r>
              <a:rPr lang="ru-RU" sz="900" b="0" i="0" dirty="0" smtClean="0">
                <a:solidFill>
                  <a:srgbClr val="000000"/>
                </a:solidFill>
                <a:latin typeface="Arial"/>
              </a:rPr>
              <a:t>среды</a:t>
            </a:r>
            <a:r>
              <a:rPr lang="ru-RU" sz="900" b="0" i="0" dirty="0" smtClean="0">
                <a:solidFill>
                  <a:srgbClr val="000000"/>
                </a:solidFill>
              </a:rPr>
              <a:t>, </a:t>
            </a:r>
            <a:r>
              <a:rPr lang="ru-RU" sz="900" b="0" i="0" dirty="0" smtClean="0">
                <a:solidFill>
                  <a:srgbClr val="000000"/>
                </a:solidFill>
                <a:latin typeface="Arial"/>
              </a:rPr>
              <a:t>развития</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расширения</a:t>
            </a:r>
            <a:r>
              <a:rPr lang="ru-RU" sz="900" b="0" i="0" dirty="0" smtClean="0">
                <a:solidFill>
                  <a:srgbClr val="000000"/>
                </a:solidFill>
              </a:rPr>
              <a:t> </a:t>
            </a:r>
            <a:r>
              <a:rPr lang="ru-RU" sz="900" b="0" i="0" dirty="0" smtClean="0">
                <a:solidFill>
                  <a:srgbClr val="000000"/>
                </a:solidFill>
                <a:latin typeface="Arial"/>
              </a:rPr>
              <a:t>всех</a:t>
            </a:r>
            <a:r>
              <a:rPr lang="ru-RU" sz="900" b="0" i="0" dirty="0" smtClean="0">
                <a:solidFill>
                  <a:srgbClr val="000000"/>
                </a:solidFill>
              </a:rPr>
              <a:t> </a:t>
            </a:r>
            <a:r>
              <a:rPr lang="ru-RU" sz="900" b="0" i="0" dirty="0" smtClean="0">
                <a:solidFill>
                  <a:srgbClr val="000000"/>
                </a:solidFill>
                <a:latin typeface="Arial"/>
              </a:rPr>
              <a:t>отраслей</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также</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получения</a:t>
            </a:r>
            <a:r>
              <a:rPr lang="ru-RU" sz="900" b="0" i="0" dirty="0" smtClean="0">
                <a:solidFill>
                  <a:srgbClr val="000000"/>
                </a:solidFill>
              </a:rPr>
              <a:t> </a:t>
            </a:r>
            <a:r>
              <a:rPr lang="ru-RU" sz="900" b="0" i="0" dirty="0" smtClean="0">
                <a:solidFill>
                  <a:srgbClr val="000000"/>
                </a:solidFill>
                <a:latin typeface="Arial"/>
              </a:rPr>
              <a:t>новых</a:t>
            </a:r>
            <a:r>
              <a:rPr lang="ru-RU" sz="900" b="0" i="0" dirty="0" smtClean="0">
                <a:solidFill>
                  <a:srgbClr val="000000"/>
                </a:solidFill>
              </a:rPr>
              <a:t> </a:t>
            </a:r>
            <a:r>
              <a:rPr lang="ru-RU" sz="900" b="0" i="0" dirty="0" smtClean="0">
                <a:solidFill>
                  <a:srgbClr val="000000"/>
                </a:solidFill>
                <a:latin typeface="Arial"/>
              </a:rPr>
              <a:t>значительных</a:t>
            </a:r>
            <a:r>
              <a:rPr lang="ru-RU" sz="900" b="0" i="0" dirty="0" smtClean="0">
                <a:solidFill>
                  <a:srgbClr val="000000"/>
                </a:solidFill>
              </a:rPr>
              <a:t> </a:t>
            </a:r>
            <a:r>
              <a:rPr lang="ru-RU" sz="900" b="0" i="0" dirty="0" smtClean="0">
                <a:solidFill>
                  <a:srgbClr val="000000"/>
                </a:solidFill>
                <a:latin typeface="Arial"/>
              </a:rPr>
              <a:t>конкурентных</a:t>
            </a:r>
            <a:r>
              <a:rPr lang="ru-RU" sz="900" b="0" i="0" dirty="0" smtClean="0">
                <a:solidFill>
                  <a:srgbClr val="000000"/>
                </a:solidFill>
              </a:rPr>
              <a:t> </a:t>
            </a:r>
            <a:r>
              <a:rPr lang="ru-RU" sz="900" b="0" i="0" dirty="0" smtClean="0">
                <a:solidFill>
                  <a:srgbClr val="000000"/>
                </a:solidFill>
                <a:latin typeface="Arial"/>
              </a:rPr>
              <a:t>преимуществ</a:t>
            </a:r>
            <a:r>
              <a:rPr lang="ru-RU" sz="900" b="0" i="0" dirty="0" smtClean="0">
                <a:solidFill>
                  <a:srgbClr val="000000"/>
                </a:solidFill>
              </a:rPr>
              <a:t>. </a:t>
            </a:r>
            <a:r>
              <a:rPr lang="ru-RU" sz="900" b="0" i="0" dirty="0" smtClean="0">
                <a:solidFill>
                  <a:srgbClr val="000000"/>
                </a:solidFill>
                <a:latin typeface="Arial"/>
              </a:rPr>
              <a:t>Разработчики</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стратегии</a:t>
            </a:r>
            <a:r>
              <a:rPr lang="ru-RU" sz="900" b="0" i="0" dirty="0" smtClean="0">
                <a:solidFill>
                  <a:srgbClr val="000000"/>
                </a:solidFill>
              </a:rPr>
              <a:t>, </a:t>
            </a:r>
            <a:r>
              <a:rPr lang="ru-RU" sz="900" b="0" i="0" dirty="0" smtClean="0">
                <a:solidFill>
                  <a:srgbClr val="000000"/>
                </a:solidFill>
                <a:latin typeface="Arial"/>
              </a:rPr>
              <a:t>ИТ</a:t>
            </a:r>
            <a:r>
              <a:rPr lang="ru-RU" sz="900" b="0" i="0" dirty="0" smtClean="0">
                <a:solidFill>
                  <a:srgbClr val="000000"/>
                </a:solidFill>
              </a:rPr>
              <a:t>-</a:t>
            </a:r>
            <a:r>
              <a:rPr lang="ru-RU" sz="900" b="0" i="0" dirty="0" smtClean="0">
                <a:solidFill>
                  <a:srgbClr val="000000"/>
                </a:solidFill>
                <a:latin typeface="Arial"/>
              </a:rPr>
              <a:t>руководители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разработчики</a:t>
            </a:r>
            <a:r>
              <a:rPr lang="ru-RU" sz="900" b="0" i="0" dirty="0" smtClean="0">
                <a:solidFill>
                  <a:srgbClr val="000000"/>
                </a:solidFill>
              </a:rPr>
              <a:t> </a:t>
            </a:r>
            <a:r>
              <a:rPr lang="ru-RU" sz="900" b="0" i="0" dirty="0" smtClean="0">
                <a:solidFill>
                  <a:srgbClr val="000000"/>
                </a:solidFill>
                <a:latin typeface="Arial"/>
              </a:rPr>
              <a:t>решений</a:t>
            </a:r>
            <a:r>
              <a:rPr lang="ru-RU" sz="900" b="0" i="0" dirty="0" smtClean="0">
                <a:solidFill>
                  <a:srgbClr val="000000"/>
                </a:solidFill>
              </a:rPr>
              <a:t> </a:t>
            </a:r>
            <a:r>
              <a:rPr lang="ru-RU" sz="900" b="0" i="0" dirty="0" smtClean="0">
                <a:solidFill>
                  <a:srgbClr val="000000"/>
                </a:solidFill>
                <a:latin typeface="Arial"/>
              </a:rPr>
              <a:t>уже</a:t>
            </a:r>
            <a:r>
              <a:rPr lang="ru-RU" sz="900" b="0" i="0" dirty="0" smtClean="0">
                <a:solidFill>
                  <a:srgbClr val="000000"/>
                </a:solidFill>
              </a:rPr>
              <a:t> </a:t>
            </a:r>
            <a:r>
              <a:rPr lang="ru-RU" sz="900" b="0" i="0" dirty="0" smtClean="0">
                <a:solidFill>
                  <a:srgbClr val="000000"/>
                </a:solidFill>
                <a:latin typeface="Arial"/>
              </a:rPr>
              <a:t>создают</a:t>
            </a:r>
            <a:r>
              <a:rPr lang="ru-RU" sz="900" b="0" i="0" dirty="0" smtClean="0">
                <a:solidFill>
                  <a:srgbClr val="000000"/>
                </a:solidFill>
              </a:rPr>
              <a:t> </a:t>
            </a:r>
            <a:r>
              <a:rPr lang="ru-RU" sz="900" b="0" i="0" dirty="0" smtClean="0">
                <a:solidFill>
                  <a:srgbClr val="000000"/>
                </a:solidFill>
                <a:latin typeface="Arial"/>
              </a:rPr>
              <a:t>передовые</a:t>
            </a:r>
            <a:r>
              <a:rPr lang="ru-RU" sz="900" b="0" i="0" dirty="0" smtClean="0">
                <a:solidFill>
                  <a:srgbClr val="000000"/>
                </a:solidFill>
              </a:rPr>
              <a:t> </a:t>
            </a:r>
            <a:r>
              <a:rPr lang="ru-RU" sz="900" b="0" i="0" dirty="0" smtClean="0">
                <a:solidFill>
                  <a:srgbClr val="000000"/>
                </a:solidFill>
                <a:latin typeface="Arial"/>
              </a:rPr>
              <a:t>бизнес</a:t>
            </a:r>
            <a:r>
              <a:rPr lang="ru-RU" sz="900" b="0" i="0" dirty="0" smtClean="0">
                <a:solidFill>
                  <a:srgbClr val="000000"/>
                </a:solidFill>
              </a:rPr>
              <a:t>-</a:t>
            </a:r>
            <a:r>
              <a:rPr lang="ru-RU" sz="900" b="0" i="0" dirty="0" smtClean="0">
                <a:solidFill>
                  <a:srgbClr val="000000"/>
                </a:solidFill>
                <a:latin typeface="Arial"/>
              </a:rPr>
              <a:t>модели</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потребительские</a:t>
            </a:r>
            <a:r>
              <a:rPr lang="ru-RU" sz="900" b="0" i="0" dirty="0" smtClean="0">
                <a:solidFill>
                  <a:srgbClr val="000000"/>
                </a:solidFill>
              </a:rPr>
              <a:t> </a:t>
            </a:r>
            <a:r>
              <a:rPr lang="ru-RU" sz="900" b="0" i="0" dirty="0" smtClean="0">
                <a:solidFill>
                  <a:srgbClr val="000000"/>
                </a:solidFill>
                <a:latin typeface="Arial"/>
              </a:rPr>
              <a:t>сервисы</a:t>
            </a:r>
            <a:r>
              <a:rPr lang="ru-RU" sz="900" b="0" i="0" dirty="0" smtClean="0">
                <a:solidFill>
                  <a:srgbClr val="000000"/>
                </a:solidFill>
              </a:rPr>
              <a:t> </a:t>
            </a:r>
            <a:r>
              <a:rPr lang="ru-RU" sz="900" b="0" i="0" dirty="0" smtClean="0">
                <a:solidFill>
                  <a:srgbClr val="000000"/>
                </a:solidFill>
                <a:latin typeface="Arial"/>
              </a:rPr>
              <a:t>на</a:t>
            </a:r>
            <a:r>
              <a:rPr lang="ru-RU" sz="900" b="0" i="0" dirty="0" smtClean="0">
                <a:solidFill>
                  <a:srgbClr val="000000"/>
                </a:solidFill>
              </a:rPr>
              <a:t> </a:t>
            </a:r>
            <a:r>
              <a:rPr lang="ru-RU" sz="900" b="0" i="0" dirty="0" smtClean="0">
                <a:solidFill>
                  <a:srgbClr val="000000"/>
                </a:solidFill>
                <a:latin typeface="Arial"/>
              </a:rPr>
              <a:t>базе</a:t>
            </a:r>
            <a:r>
              <a:rPr lang="ru-RU" sz="900" b="0" i="0" dirty="0" smtClean="0">
                <a:solidFill>
                  <a:srgbClr val="000000"/>
                </a:solidFill>
              </a:rPr>
              <a:t> </a:t>
            </a:r>
            <a:r>
              <a:rPr lang="ru-RU" sz="900" b="0" i="0" dirty="0" smtClean="0">
                <a:solidFill>
                  <a:srgbClr val="000000"/>
                </a:solidFill>
                <a:latin typeface="Arial"/>
              </a:rPr>
              <a:t>технологий</a:t>
            </a:r>
            <a:r>
              <a:rPr lang="ru-RU" sz="900" b="0" i="0" dirty="0" smtClean="0">
                <a:solidFill>
                  <a:srgbClr val="000000"/>
                </a:solidFill>
              </a:rPr>
              <a:t> </a:t>
            </a:r>
            <a:r>
              <a:rPr lang="ru-RU" sz="900" b="0" i="0" dirty="0" smtClean="0">
                <a:solidFill>
                  <a:srgbClr val="000000"/>
                </a:solidFill>
                <a:latin typeface="Arial"/>
              </a:rPr>
              <a:t>третьей</a:t>
            </a:r>
            <a:r>
              <a:rPr lang="ru-RU" sz="900" b="0" i="0" dirty="0" smtClean="0">
                <a:solidFill>
                  <a:srgbClr val="000000"/>
                </a:solidFill>
              </a:rPr>
              <a:t> </a:t>
            </a:r>
            <a:r>
              <a:rPr lang="ru-RU" sz="900" b="0" i="0" dirty="0" smtClean="0">
                <a:solidFill>
                  <a:srgbClr val="000000"/>
                </a:solidFill>
                <a:latin typeface="Arial"/>
              </a:rPr>
              <a:t>платформы</a:t>
            </a:r>
            <a:r>
              <a:rPr lang="ru-RU" sz="900" b="0" i="0" dirty="0" smtClean="0">
                <a:solidFill>
                  <a:srgbClr val="000000"/>
                </a:solidFill>
              </a:rPr>
              <a:t>. </a:t>
            </a:r>
          </a:p>
          <a:p>
            <a:pPr>
              <a:spcBef>
                <a:spcPts val="600"/>
              </a:spcBef>
              <a:defRPr/>
            </a:pPr>
            <a:r>
              <a:rPr lang="ru-RU" sz="900" b="0" i="0" dirty="0" smtClean="0">
                <a:solidFill>
                  <a:srgbClr val="000000"/>
                </a:solidFill>
                <a:latin typeface="Arial"/>
              </a:rPr>
              <a:t>Технологии</a:t>
            </a:r>
            <a:r>
              <a:rPr lang="ru-RU" sz="900" b="0" i="0" dirty="0" smtClean="0">
                <a:solidFill>
                  <a:srgbClr val="000000"/>
                </a:solidFill>
              </a:rPr>
              <a:t> </a:t>
            </a:r>
            <a:r>
              <a:rPr lang="ru-RU" sz="900" b="0" i="0" dirty="0" smtClean="0">
                <a:solidFill>
                  <a:srgbClr val="000000"/>
                </a:solidFill>
                <a:latin typeface="Arial"/>
              </a:rPr>
              <a:t>третьей</a:t>
            </a:r>
            <a:r>
              <a:rPr lang="ru-RU" sz="900" b="0" i="0" dirty="0" smtClean="0">
                <a:solidFill>
                  <a:srgbClr val="000000"/>
                </a:solidFill>
              </a:rPr>
              <a:t> </a:t>
            </a:r>
            <a:r>
              <a:rPr lang="ru-RU" sz="900" b="0" i="0" dirty="0" smtClean="0">
                <a:solidFill>
                  <a:srgbClr val="000000"/>
                </a:solidFill>
                <a:latin typeface="Arial"/>
              </a:rPr>
              <a:t>платформы</a:t>
            </a:r>
            <a:r>
              <a:rPr lang="ru-RU" sz="900" b="0" i="0" dirty="0" smtClean="0">
                <a:solidFill>
                  <a:srgbClr val="000000"/>
                </a:solidFill>
              </a:rPr>
              <a:t> </a:t>
            </a:r>
            <a:r>
              <a:rPr lang="ru-RU" sz="900" b="0" i="0" dirty="0" smtClean="0">
                <a:solidFill>
                  <a:srgbClr val="000000"/>
                </a:solidFill>
                <a:latin typeface="Arial"/>
              </a:rPr>
              <a:t>улучшают</a:t>
            </a:r>
            <a:r>
              <a:rPr lang="ru-RU" sz="900" b="0" i="0" dirty="0" smtClean="0">
                <a:solidFill>
                  <a:srgbClr val="000000"/>
                </a:solidFill>
              </a:rPr>
              <a:t> </a:t>
            </a:r>
            <a:r>
              <a:rPr lang="ru-RU" sz="900" b="0" i="0" dirty="0" smtClean="0">
                <a:solidFill>
                  <a:srgbClr val="000000"/>
                </a:solidFill>
                <a:latin typeface="Arial"/>
              </a:rPr>
              <a:t>технологии</a:t>
            </a:r>
            <a:r>
              <a:rPr lang="ru-RU" sz="900" b="0" i="0" dirty="0" smtClean="0">
                <a:solidFill>
                  <a:srgbClr val="000000"/>
                </a:solidFill>
              </a:rPr>
              <a:t> </a:t>
            </a:r>
            <a:r>
              <a:rPr lang="ru-RU" sz="900" b="0" i="0" dirty="0" smtClean="0">
                <a:solidFill>
                  <a:srgbClr val="000000"/>
                </a:solidFill>
                <a:latin typeface="Arial"/>
              </a:rPr>
              <a:t>второй</a:t>
            </a:r>
            <a:r>
              <a:rPr lang="ru-RU" sz="900" b="0" i="0" dirty="0" smtClean="0">
                <a:solidFill>
                  <a:srgbClr val="000000"/>
                </a:solidFill>
              </a:rPr>
              <a:t> </a:t>
            </a:r>
            <a:r>
              <a:rPr lang="ru-RU" sz="900" b="0" i="0" dirty="0" smtClean="0">
                <a:solidFill>
                  <a:srgbClr val="000000"/>
                </a:solidFill>
                <a:latin typeface="Arial"/>
              </a:rPr>
              <a:t>платформы</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не</a:t>
            </a:r>
            <a:r>
              <a:rPr lang="ru-RU" sz="900" b="0" i="0" dirty="0" smtClean="0">
                <a:solidFill>
                  <a:srgbClr val="000000"/>
                </a:solidFill>
              </a:rPr>
              <a:t> </a:t>
            </a:r>
            <a:r>
              <a:rPr lang="ru-RU" sz="900" b="0" i="0" dirty="0" smtClean="0">
                <a:solidFill>
                  <a:srgbClr val="000000"/>
                </a:solidFill>
                <a:latin typeface="Arial"/>
              </a:rPr>
              <a:t>заменяют</a:t>
            </a:r>
            <a:r>
              <a:rPr lang="ru-RU" sz="900" b="0" i="0" dirty="0" smtClean="0">
                <a:solidFill>
                  <a:srgbClr val="000000"/>
                </a:solidFill>
              </a:rPr>
              <a:t> </a:t>
            </a:r>
            <a:r>
              <a:rPr lang="ru-RU" sz="900" b="0" i="0" dirty="0" smtClean="0">
                <a:solidFill>
                  <a:srgbClr val="000000"/>
                </a:solidFill>
                <a:latin typeface="Arial"/>
              </a:rPr>
              <a:t>их</a:t>
            </a:r>
            <a:r>
              <a:rPr lang="ru-RU" sz="900" b="0" i="0" dirty="0" smtClean="0">
                <a:solidFill>
                  <a:srgbClr val="000000"/>
                </a:solidFill>
              </a:rPr>
              <a:t>. </a:t>
            </a:r>
          </a:p>
          <a:p>
            <a:pPr>
              <a:spcBef>
                <a:spcPts val="600"/>
              </a:spcBef>
              <a:defRPr/>
            </a:pPr>
            <a:r>
              <a:rPr lang="ru-RU" sz="900" b="0" i="0" u="sng" dirty="0" smtClean="0">
                <a:solidFill>
                  <a:srgbClr val="000000"/>
                </a:solidFill>
                <a:latin typeface="Arial"/>
              </a:rPr>
              <a:t>Ключевой</a:t>
            </a:r>
            <a:r>
              <a:rPr lang="ru-RU" sz="900" b="0" i="0" u="sng" dirty="0" smtClean="0">
                <a:solidFill>
                  <a:srgbClr val="000000"/>
                </a:solidFill>
              </a:rPr>
              <a:t> </a:t>
            </a:r>
            <a:r>
              <a:rPr lang="ru-RU" sz="900" b="0" i="0" u="sng" dirty="0" smtClean="0">
                <a:solidFill>
                  <a:srgbClr val="000000"/>
                </a:solidFill>
                <a:latin typeface="Arial"/>
              </a:rPr>
              <a:t>аспект</a:t>
            </a:r>
            <a:r>
              <a:rPr lang="ru-RU" sz="900" b="0" i="0" u="sng" dirty="0" smtClean="0">
                <a:solidFill>
                  <a:srgbClr val="000000"/>
                </a:solidFill>
              </a:rPr>
              <a:t> </a:t>
            </a:r>
            <a:r>
              <a:rPr lang="ru-RU" sz="900" b="0" i="0" u="sng" dirty="0" smtClean="0">
                <a:solidFill>
                  <a:srgbClr val="000000"/>
                </a:solidFill>
                <a:latin typeface="Arial"/>
              </a:rPr>
              <a:t>третьей</a:t>
            </a:r>
            <a:r>
              <a:rPr lang="ru-RU" sz="900" b="0" i="0" u="sng" dirty="0" smtClean="0">
                <a:solidFill>
                  <a:srgbClr val="000000"/>
                </a:solidFill>
              </a:rPr>
              <a:t> </a:t>
            </a:r>
            <a:r>
              <a:rPr lang="ru-RU" sz="900" b="0" i="0" u="sng" dirty="0" smtClean="0">
                <a:solidFill>
                  <a:srgbClr val="000000"/>
                </a:solidFill>
                <a:latin typeface="Arial"/>
              </a:rPr>
              <a:t>платформы</a:t>
            </a:r>
            <a:r>
              <a:rPr lang="ru-RU" sz="900" b="0" i="0" u="sng" dirty="0" smtClean="0">
                <a:solidFill>
                  <a:srgbClr val="000000"/>
                </a:solidFill>
              </a:rPr>
              <a:t> </a:t>
            </a:r>
            <a:r>
              <a:rPr lang="ru-RU" sz="900" b="0" i="0" u="sng" dirty="0" smtClean="0">
                <a:solidFill>
                  <a:srgbClr val="000000"/>
                </a:solidFill>
                <a:latin typeface="Arial"/>
              </a:rPr>
              <a:t>—</a:t>
            </a:r>
            <a:r>
              <a:rPr lang="ru-RU" sz="900" b="0" i="0" u="sng" dirty="0" smtClean="0">
                <a:solidFill>
                  <a:srgbClr val="000000"/>
                </a:solidFill>
              </a:rPr>
              <a:t> </a:t>
            </a:r>
            <a:r>
              <a:rPr lang="ru-RU" sz="900" b="0" i="0" u="sng" dirty="0" smtClean="0">
                <a:solidFill>
                  <a:srgbClr val="000000"/>
                </a:solidFill>
                <a:latin typeface="Arial"/>
              </a:rPr>
              <a:t>сочетание</a:t>
            </a:r>
            <a:r>
              <a:rPr lang="ru-RU" sz="900" b="0" i="0" u="sng" dirty="0" smtClean="0">
                <a:solidFill>
                  <a:srgbClr val="000000"/>
                </a:solidFill>
              </a:rPr>
              <a:t> </a:t>
            </a:r>
            <a:r>
              <a:rPr lang="ru-RU" sz="900" b="0" i="0" u="sng" dirty="0" smtClean="0">
                <a:solidFill>
                  <a:srgbClr val="000000"/>
                </a:solidFill>
                <a:latin typeface="Arial"/>
              </a:rPr>
              <a:t>облаков</a:t>
            </a:r>
            <a:r>
              <a:rPr lang="ru-RU" sz="900" b="0" i="0" u="sng" dirty="0" smtClean="0">
                <a:solidFill>
                  <a:srgbClr val="000000"/>
                </a:solidFill>
              </a:rPr>
              <a:t>, </a:t>
            </a:r>
            <a:r>
              <a:rPr lang="ru-RU" sz="900" b="0" i="0" u="sng" dirty="0" smtClean="0">
                <a:solidFill>
                  <a:srgbClr val="000000"/>
                </a:solidFill>
                <a:latin typeface="Arial"/>
              </a:rPr>
              <a:t>больших</a:t>
            </a:r>
            <a:r>
              <a:rPr lang="ru-RU" sz="900" b="0" i="0" u="sng" dirty="0" smtClean="0">
                <a:solidFill>
                  <a:srgbClr val="000000"/>
                </a:solidFill>
              </a:rPr>
              <a:t> </a:t>
            </a:r>
            <a:r>
              <a:rPr lang="ru-RU" sz="900" b="0" i="0" u="sng" dirty="0" smtClean="0">
                <a:solidFill>
                  <a:srgbClr val="000000"/>
                </a:solidFill>
                <a:latin typeface="Arial"/>
              </a:rPr>
              <a:t>данных</a:t>
            </a:r>
            <a:r>
              <a:rPr lang="ru-RU" sz="900" b="0" i="0" u="sng" dirty="0" smtClean="0">
                <a:solidFill>
                  <a:srgbClr val="000000"/>
                </a:solidFill>
              </a:rPr>
              <a:t>, </a:t>
            </a:r>
            <a:r>
              <a:rPr lang="ru-RU" sz="900" b="0" i="0" u="sng" dirty="0" smtClean="0">
                <a:solidFill>
                  <a:srgbClr val="000000"/>
                </a:solidFill>
                <a:latin typeface="Arial"/>
              </a:rPr>
              <a:t>мобильных</a:t>
            </a:r>
            <a:r>
              <a:rPr lang="ru-RU" sz="900" b="0" i="0" u="sng" dirty="0" smtClean="0">
                <a:solidFill>
                  <a:srgbClr val="000000"/>
                </a:solidFill>
              </a:rPr>
              <a:t> </a:t>
            </a:r>
            <a:r>
              <a:rPr lang="ru-RU" sz="900" b="0" i="0" u="sng" dirty="0" smtClean="0">
                <a:solidFill>
                  <a:srgbClr val="000000"/>
                </a:solidFill>
                <a:latin typeface="Arial"/>
              </a:rPr>
              <a:t>технологий</a:t>
            </a:r>
            <a:r>
              <a:rPr lang="ru-RU" sz="900" b="0" i="0" u="sng" dirty="0" smtClean="0">
                <a:solidFill>
                  <a:srgbClr val="000000"/>
                </a:solidFill>
              </a:rPr>
              <a:t> </a:t>
            </a:r>
            <a:r>
              <a:rPr lang="ru-RU" sz="900" b="0" i="0" u="sng" dirty="0" smtClean="0">
                <a:solidFill>
                  <a:srgbClr val="000000"/>
                </a:solidFill>
                <a:latin typeface="Arial"/>
              </a:rPr>
              <a:t>и</a:t>
            </a:r>
            <a:r>
              <a:rPr lang="ru-RU" sz="900" b="0" i="0" u="sng" dirty="0" smtClean="0">
                <a:solidFill>
                  <a:srgbClr val="000000"/>
                </a:solidFill>
              </a:rPr>
              <a:t> </a:t>
            </a:r>
            <a:r>
              <a:rPr lang="ru-RU" sz="900" b="0" i="0" u="sng" dirty="0" smtClean="0">
                <a:solidFill>
                  <a:srgbClr val="000000"/>
                </a:solidFill>
                <a:latin typeface="Arial"/>
              </a:rPr>
              <a:t>социальных</a:t>
            </a:r>
            <a:r>
              <a:rPr lang="ru-RU" sz="900" b="0" i="0" u="sng" dirty="0" smtClean="0">
                <a:solidFill>
                  <a:srgbClr val="000000"/>
                </a:solidFill>
              </a:rPr>
              <a:t> </a:t>
            </a:r>
            <a:r>
              <a:rPr lang="ru-RU" sz="900" b="0" i="0" u="sng" dirty="0" smtClean="0">
                <a:solidFill>
                  <a:srgbClr val="000000"/>
                </a:solidFill>
                <a:latin typeface="Arial"/>
              </a:rPr>
              <a:t>сетей</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не</a:t>
            </a:r>
            <a:r>
              <a:rPr lang="ru-RU" sz="900" b="0" i="0" dirty="0" smtClean="0">
                <a:solidFill>
                  <a:srgbClr val="000000"/>
                </a:solidFill>
              </a:rPr>
              <a:t> </a:t>
            </a:r>
            <a:r>
              <a:rPr lang="ru-RU" sz="900" b="0" i="0" dirty="0" smtClean="0">
                <a:solidFill>
                  <a:srgbClr val="000000"/>
                </a:solidFill>
                <a:latin typeface="Arial"/>
              </a:rPr>
              <a:t>использование</a:t>
            </a:r>
            <a:r>
              <a:rPr lang="ru-RU" sz="900" b="0" i="0" dirty="0" smtClean="0">
                <a:solidFill>
                  <a:srgbClr val="000000"/>
                </a:solidFill>
              </a:rPr>
              <a:t> </a:t>
            </a:r>
            <a:r>
              <a:rPr lang="ru-RU" sz="900" b="0" i="0" dirty="0" smtClean="0">
                <a:solidFill>
                  <a:srgbClr val="000000"/>
                </a:solidFill>
                <a:latin typeface="Arial"/>
              </a:rPr>
              <a:t>каждой</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этих</a:t>
            </a:r>
            <a:r>
              <a:rPr lang="ru-RU" sz="900" b="0" i="0" dirty="0" smtClean="0">
                <a:solidFill>
                  <a:srgbClr val="000000"/>
                </a:solidFill>
              </a:rPr>
              <a:t> </a:t>
            </a:r>
            <a:r>
              <a:rPr lang="ru-RU" sz="900" b="0" i="0" dirty="0" smtClean="0">
                <a:solidFill>
                  <a:srgbClr val="000000"/>
                </a:solidFill>
                <a:latin typeface="Arial"/>
              </a:rPr>
              <a:t>технологий</a:t>
            </a:r>
            <a:r>
              <a:rPr lang="ru-RU" sz="900" b="0" i="0" dirty="0" smtClean="0">
                <a:solidFill>
                  <a:srgbClr val="000000"/>
                </a:solidFill>
              </a:rPr>
              <a:t> </a:t>
            </a:r>
            <a:r>
              <a:rPr lang="ru-RU" sz="900" b="0" i="0" dirty="0" smtClean="0">
                <a:solidFill>
                  <a:srgbClr val="000000"/>
                </a:solidFill>
                <a:latin typeface="Arial"/>
              </a:rPr>
              <a:t>по</a:t>
            </a:r>
            <a:r>
              <a:rPr lang="ru-RU" sz="900" b="0" i="0" dirty="0" smtClean="0">
                <a:solidFill>
                  <a:srgbClr val="000000"/>
                </a:solidFill>
              </a:rPr>
              <a:t> </a:t>
            </a:r>
            <a:r>
              <a:rPr lang="ru-RU" sz="900" b="0" i="0" dirty="0" smtClean="0">
                <a:solidFill>
                  <a:srgbClr val="000000"/>
                </a:solidFill>
                <a:latin typeface="Arial"/>
              </a:rPr>
              <a:t>отдельности</a:t>
            </a:r>
            <a:r>
              <a:rPr lang="ru-RU" sz="900" b="0" i="0" dirty="0" smtClean="0">
                <a:solidFill>
                  <a:srgbClr val="000000"/>
                </a:solidFill>
              </a:rPr>
              <a:t>. </a:t>
            </a:r>
          </a:p>
          <a:p>
            <a:pPr>
              <a:spcBef>
                <a:spcPts val="600"/>
              </a:spcBef>
              <a:defRPr/>
            </a:pPr>
            <a:r>
              <a:rPr lang="ru-RU" sz="900" b="0" i="0" u="sng" dirty="0" smtClean="0">
                <a:solidFill>
                  <a:srgbClr val="000000"/>
                </a:solidFill>
                <a:latin typeface="Arial"/>
              </a:rPr>
              <a:t>Ключевое</a:t>
            </a:r>
            <a:r>
              <a:rPr lang="ru-RU" sz="900" b="0" i="0" u="sng" dirty="0" smtClean="0">
                <a:solidFill>
                  <a:srgbClr val="000000"/>
                </a:solidFill>
              </a:rPr>
              <a:t> </a:t>
            </a:r>
            <a:r>
              <a:rPr lang="ru-RU" sz="900" b="0" i="0" u="sng" dirty="0" smtClean="0">
                <a:solidFill>
                  <a:srgbClr val="000000"/>
                </a:solidFill>
                <a:latin typeface="Arial"/>
              </a:rPr>
              <a:t>условие</a:t>
            </a:r>
            <a:r>
              <a:rPr lang="ru-RU" sz="900" b="0" i="0" u="sng" dirty="0" smtClean="0">
                <a:solidFill>
                  <a:srgbClr val="000000"/>
                </a:solidFill>
              </a:rPr>
              <a:t> </a:t>
            </a:r>
            <a:r>
              <a:rPr lang="ru-RU" sz="900" b="0" i="0" dirty="0" smtClean="0">
                <a:solidFill>
                  <a:srgbClr val="000000"/>
                </a:solidFill>
                <a:latin typeface="Arial"/>
              </a:rPr>
              <a:t>успешной</a:t>
            </a:r>
            <a:r>
              <a:rPr lang="ru-RU" sz="900" b="0" i="0" dirty="0" smtClean="0">
                <a:solidFill>
                  <a:srgbClr val="000000"/>
                </a:solidFill>
              </a:rPr>
              <a:t> </a:t>
            </a:r>
            <a:r>
              <a:rPr lang="ru-RU" sz="900" b="0" i="0" dirty="0" smtClean="0">
                <a:solidFill>
                  <a:srgbClr val="000000"/>
                </a:solidFill>
                <a:latin typeface="Arial"/>
              </a:rPr>
              <a:t>работы</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таких</a:t>
            </a:r>
            <a:r>
              <a:rPr lang="ru-RU" sz="900" b="0" i="0" dirty="0" smtClean="0">
                <a:solidFill>
                  <a:srgbClr val="000000"/>
                </a:solidFill>
              </a:rPr>
              <a:t> </a:t>
            </a:r>
            <a:r>
              <a:rPr lang="ru-RU" sz="900" b="0" i="0" dirty="0" smtClean="0">
                <a:solidFill>
                  <a:srgbClr val="000000"/>
                </a:solidFill>
                <a:latin typeface="Arial"/>
              </a:rPr>
              <a:t>условиях</a:t>
            </a:r>
            <a:r>
              <a:rPr lang="ru-RU" sz="900" b="0" i="0" dirty="0" smtClean="0">
                <a:solidFill>
                  <a:srgbClr val="000000"/>
                </a:solidFill>
              </a:rPr>
              <a:t> </a:t>
            </a:r>
            <a:r>
              <a:rPr lang="ru-RU" sz="900" b="0" i="0" dirty="0" smtClean="0">
                <a:solidFill>
                  <a:srgbClr val="000000"/>
                </a:solidFill>
                <a:latin typeface="Arial"/>
              </a:rPr>
              <a:t>—</a:t>
            </a:r>
            <a:r>
              <a:rPr lang="ru-RU" sz="900" b="0" i="0" dirty="0" smtClean="0">
                <a:solidFill>
                  <a:srgbClr val="000000"/>
                </a:solidFill>
              </a:rPr>
              <a:t> </a:t>
            </a:r>
            <a:r>
              <a:rPr lang="ru-RU" sz="900" b="0" i="0" u="sng" dirty="0" smtClean="0">
                <a:solidFill>
                  <a:srgbClr val="000000"/>
                </a:solidFill>
                <a:latin typeface="Arial"/>
              </a:rPr>
              <a:t>объединение</a:t>
            </a:r>
            <a:r>
              <a:rPr lang="ru-RU" sz="900" b="0" i="0" u="sng" dirty="0" smtClean="0">
                <a:solidFill>
                  <a:srgbClr val="000000"/>
                </a:solidFill>
              </a:rPr>
              <a:t> </a:t>
            </a:r>
            <a:r>
              <a:rPr lang="ru-RU" sz="900" b="0" i="0" u="sng" dirty="0" smtClean="0">
                <a:solidFill>
                  <a:srgbClr val="000000"/>
                </a:solidFill>
                <a:latin typeface="Arial"/>
              </a:rPr>
              <a:t>двух</a:t>
            </a:r>
            <a:r>
              <a:rPr lang="ru-RU" sz="900" b="0" i="0" u="sng" dirty="0" smtClean="0">
                <a:solidFill>
                  <a:srgbClr val="000000"/>
                </a:solidFill>
              </a:rPr>
              <a:t> </a:t>
            </a:r>
            <a:r>
              <a:rPr lang="ru-RU" sz="900" b="0" i="0" u="sng" dirty="0" smtClean="0">
                <a:solidFill>
                  <a:srgbClr val="000000"/>
                </a:solidFill>
                <a:latin typeface="Arial"/>
              </a:rPr>
              <a:t>или</a:t>
            </a:r>
            <a:r>
              <a:rPr lang="ru-RU" sz="900" b="0" i="0" u="sng" dirty="0" smtClean="0">
                <a:solidFill>
                  <a:srgbClr val="000000"/>
                </a:solidFill>
              </a:rPr>
              <a:t> </a:t>
            </a:r>
            <a:r>
              <a:rPr lang="ru-RU" sz="900" b="0" i="0" u="sng" dirty="0" smtClean="0">
                <a:solidFill>
                  <a:srgbClr val="000000"/>
                </a:solidFill>
                <a:latin typeface="Arial"/>
              </a:rPr>
              <a:t>более</a:t>
            </a:r>
            <a:r>
              <a:rPr lang="ru-RU" sz="900" b="0" i="0" u="sng" dirty="0" smtClean="0">
                <a:solidFill>
                  <a:srgbClr val="000000"/>
                </a:solidFill>
              </a:rPr>
              <a:t> </a:t>
            </a:r>
            <a:r>
              <a:rPr lang="ru-RU" sz="900" b="0" i="0" u="sng" dirty="0" smtClean="0">
                <a:solidFill>
                  <a:srgbClr val="000000"/>
                </a:solidFill>
                <a:latin typeface="Arial"/>
              </a:rPr>
              <a:t>технологий</a:t>
            </a:r>
            <a:r>
              <a:rPr lang="ru-RU" sz="900" b="0" i="0" u="sng" dirty="0" smtClean="0">
                <a:solidFill>
                  <a:srgbClr val="000000"/>
                </a:solidFill>
              </a:rPr>
              <a:t> </a:t>
            </a:r>
            <a:r>
              <a:rPr lang="ru-RU" sz="900" b="0" i="0" u="sng" dirty="0" smtClean="0">
                <a:solidFill>
                  <a:srgbClr val="000000"/>
                </a:solidFill>
                <a:latin typeface="Arial"/>
              </a:rPr>
              <a:t>для</a:t>
            </a:r>
            <a:r>
              <a:rPr lang="ru-RU" sz="900" b="0" i="0" u="sng" dirty="0" smtClean="0">
                <a:solidFill>
                  <a:srgbClr val="000000"/>
                </a:solidFill>
              </a:rPr>
              <a:t> </a:t>
            </a:r>
            <a:r>
              <a:rPr lang="ru-RU" sz="900" b="0" i="0" u="sng" dirty="0" smtClean="0">
                <a:solidFill>
                  <a:srgbClr val="000000"/>
                </a:solidFill>
                <a:latin typeface="Arial"/>
              </a:rPr>
              <a:t>создания</a:t>
            </a:r>
            <a:r>
              <a:rPr lang="ru-RU" sz="900" b="0" i="0" u="sng" dirty="0" smtClean="0">
                <a:solidFill>
                  <a:srgbClr val="000000"/>
                </a:solidFill>
              </a:rPr>
              <a:t> </a:t>
            </a:r>
            <a:r>
              <a:rPr lang="ru-RU" sz="900" b="0" i="0" u="sng" dirty="0" smtClean="0">
                <a:solidFill>
                  <a:srgbClr val="000000"/>
                </a:solidFill>
                <a:latin typeface="Arial"/>
              </a:rPr>
              <a:t>высокопроизводительных</a:t>
            </a:r>
            <a:r>
              <a:rPr lang="ru-RU" sz="900" b="0" i="0" u="sng" dirty="0" smtClean="0">
                <a:solidFill>
                  <a:srgbClr val="000000"/>
                </a:solidFill>
              </a:rPr>
              <a:t> </a:t>
            </a:r>
            <a:r>
              <a:rPr lang="ru-RU" sz="900" b="0" i="0" u="sng" dirty="0" smtClean="0">
                <a:solidFill>
                  <a:srgbClr val="000000"/>
                </a:solidFill>
                <a:latin typeface="Arial"/>
              </a:rPr>
              <a:t>отраслевых</a:t>
            </a:r>
            <a:r>
              <a:rPr lang="ru-RU" sz="900" b="0" i="0" u="sng" dirty="0" smtClean="0">
                <a:solidFill>
                  <a:srgbClr val="000000"/>
                </a:solidFill>
              </a:rPr>
              <a:t> </a:t>
            </a:r>
            <a:r>
              <a:rPr lang="ru-RU" sz="900" b="0" i="0" u="sng" dirty="0" smtClean="0">
                <a:solidFill>
                  <a:srgbClr val="000000"/>
                </a:solidFill>
                <a:latin typeface="Arial"/>
              </a:rPr>
              <a:t>решений</a:t>
            </a:r>
            <a:r>
              <a:rPr lang="ru-RU" sz="900" b="0" i="0" u="sng" dirty="0" smtClean="0">
                <a:solidFill>
                  <a:srgbClr val="000000"/>
                </a:solidFill>
              </a:rPr>
              <a:t>, </a:t>
            </a:r>
            <a:r>
              <a:rPr lang="ru-RU" sz="900" b="0" i="0" u="sng" dirty="0" smtClean="0">
                <a:solidFill>
                  <a:srgbClr val="000000"/>
                </a:solidFill>
                <a:latin typeface="Arial"/>
              </a:rPr>
              <a:t>называемых</a:t>
            </a:r>
            <a:r>
              <a:rPr lang="ru-RU" sz="900" b="0" i="0" u="sng" dirty="0" smtClean="0">
                <a:solidFill>
                  <a:srgbClr val="000000"/>
                </a:solidFill>
              </a:rPr>
              <a:t> «</a:t>
            </a:r>
            <a:r>
              <a:rPr lang="ru-RU" sz="900" b="0" i="1" u="sng" dirty="0" smtClean="0">
                <a:solidFill>
                  <a:srgbClr val="000000"/>
                </a:solidFill>
                <a:latin typeface="Arial"/>
              </a:rPr>
              <a:t>гибридными</a:t>
            </a:r>
            <a:r>
              <a:rPr lang="ru-RU" sz="900" b="0" i="1" u="sng" dirty="0" smtClean="0">
                <a:solidFill>
                  <a:srgbClr val="000000"/>
                </a:solidFill>
              </a:rPr>
              <a:t> </a:t>
            </a:r>
            <a:r>
              <a:rPr lang="ru-RU" sz="900" b="0" i="1" u="sng" dirty="0" smtClean="0">
                <a:solidFill>
                  <a:srgbClr val="000000"/>
                </a:solidFill>
                <a:latin typeface="Arial"/>
              </a:rPr>
              <a:t>решениями</a:t>
            </a:r>
            <a:r>
              <a:rPr lang="ru-RU" sz="900" b="0" i="0" u="sng" dirty="0" smtClean="0">
                <a:solidFill>
                  <a:srgbClr val="000000"/>
                </a:solidFill>
              </a:rPr>
              <a:t>». </a:t>
            </a:r>
          </a:p>
          <a:p>
            <a:pPr>
              <a:spcBef>
                <a:spcPts val="600"/>
              </a:spcBef>
              <a:defRPr/>
            </a:pPr>
            <a:r>
              <a:rPr lang="ru-RU" sz="900" b="0" i="0" dirty="0" smtClean="0">
                <a:solidFill>
                  <a:srgbClr val="000000"/>
                </a:solidFill>
                <a:latin typeface="Arial"/>
              </a:rPr>
              <a:t>Например</a:t>
            </a:r>
            <a:r>
              <a:rPr lang="ru-RU" sz="900" b="0" i="0" dirty="0" smtClean="0">
                <a:solidFill>
                  <a:srgbClr val="000000"/>
                </a:solidFill>
              </a:rPr>
              <a:t>, </a:t>
            </a:r>
            <a:r>
              <a:rPr lang="ru-RU" sz="900" b="0" i="0" dirty="0" smtClean="0">
                <a:solidFill>
                  <a:srgbClr val="000000"/>
                </a:solidFill>
                <a:latin typeface="Arial"/>
              </a:rPr>
              <a:t>к</a:t>
            </a:r>
            <a:r>
              <a:rPr lang="ru-RU" sz="900" b="0" i="0" dirty="0" smtClean="0">
                <a:solidFill>
                  <a:srgbClr val="000000"/>
                </a:solidFill>
              </a:rPr>
              <a:t> </a:t>
            </a:r>
            <a:r>
              <a:rPr lang="ru-RU" sz="900" b="0" i="0" dirty="0" smtClean="0">
                <a:solidFill>
                  <a:srgbClr val="000000"/>
                </a:solidFill>
                <a:latin typeface="Arial"/>
              </a:rPr>
              <a:t>самым</a:t>
            </a:r>
            <a:r>
              <a:rPr lang="ru-RU" sz="900" b="0" i="0" dirty="0" smtClean="0">
                <a:solidFill>
                  <a:srgbClr val="000000"/>
                </a:solidFill>
              </a:rPr>
              <a:t> </a:t>
            </a:r>
            <a:r>
              <a:rPr lang="ru-RU" sz="900" b="0" i="0" dirty="0" smtClean="0">
                <a:solidFill>
                  <a:srgbClr val="000000"/>
                </a:solidFill>
                <a:latin typeface="Arial"/>
              </a:rPr>
              <a:t>распространенным</a:t>
            </a:r>
            <a:r>
              <a:rPr lang="ru-RU" sz="900" b="0" i="0" dirty="0" smtClean="0">
                <a:solidFill>
                  <a:srgbClr val="000000"/>
                </a:solidFill>
              </a:rPr>
              <a:t> </a:t>
            </a:r>
            <a:r>
              <a:rPr lang="ru-RU" sz="900" b="0" i="0" dirty="0" smtClean="0">
                <a:solidFill>
                  <a:srgbClr val="000000"/>
                </a:solidFill>
                <a:latin typeface="Arial"/>
              </a:rPr>
              <a:t>факторам</a:t>
            </a:r>
            <a:r>
              <a:rPr lang="ru-RU" sz="900" b="0" i="0" dirty="0" smtClean="0">
                <a:solidFill>
                  <a:srgbClr val="000000"/>
                </a:solidFill>
              </a:rPr>
              <a:t>, </a:t>
            </a:r>
            <a:r>
              <a:rPr lang="ru-RU" sz="900" b="0" i="0" dirty="0" smtClean="0">
                <a:solidFill>
                  <a:srgbClr val="000000"/>
                </a:solidFill>
                <a:latin typeface="Arial"/>
              </a:rPr>
              <a:t>способствующим</a:t>
            </a:r>
            <a:r>
              <a:rPr lang="ru-RU" sz="900" b="0" i="0" dirty="0" smtClean="0">
                <a:solidFill>
                  <a:srgbClr val="000000"/>
                </a:solidFill>
              </a:rPr>
              <a:t> </a:t>
            </a:r>
            <a:r>
              <a:rPr lang="ru-RU" sz="900" b="0" i="0" dirty="0" smtClean="0">
                <a:solidFill>
                  <a:srgbClr val="000000"/>
                </a:solidFill>
                <a:latin typeface="Arial"/>
              </a:rPr>
              <a:t>внедрению</a:t>
            </a:r>
            <a:r>
              <a:rPr lang="ru-RU" sz="900" b="0" i="0" dirty="0" smtClean="0">
                <a:solidFill>
                  <a:srgbClr val="000000"/>
                </a:solidFill>
              </a:rPr>
              <a:t> </a:t>
            </a:r>
            <a:r>
              <a:rPr lang="ru-RU" sz="900" b="0" i="0" dirty="0" smtClean="0">
                <a:solidFill>
                  <a:srgbClr val="000000"/>
                </a:solidFill>
                <a:latin typeface="Arial"/>
              </a:rPr>
              <a:t>облаков</a:t>
            </a:r>
            <a:r>
              <a:rPr lang="ru-RU" sz="900" b="0" i="0" dirty="0" smtClean="0">
                <a:solidFill>
                  <a:srgbClr val="000000"/>
                </a:solidFill>
              </a:rPr>
              <a:t>, </a:t>
            </a:r>
            <a:r>
              <a:rPr lang="ru-RU" sz="900" b="0" i="0" dirty="0" smtClean="0">
                <a:solidFill>
                  <a:srgbClr val="000000"/>
                </a:solidFill>
                <a:latin typeface="Arial"/>
              </a:rPr>
              <a:t>относятся</a:t>
            </a:r>
            <a:r>
              <a:rPr lang="ru-RU" sz="900" b="0" i="0" dirty="0" smtClean="0">
                <a:solidFill>
                  <a:srgbClr val="000000"/>
                </a:solidFill>
              </a:rPr>
              <a:t> </a:t>
            </a:r>
            <a:r>
              <a:rPr lang="ru-RU" sz="900" b="0" i="0" dirty="0" smtClean="0">
                <a:solidFill>
                  <a:srgbClr val="000000"/>
                </a:solidFill>
                <a:latin typeface="Arial"/>
              </a:rPr>
              <a:t>решения</a:t>
            </a:r>
            <a:r>
              <a:rPr lang="ru-RU" sz="900" b="0" i="0" dirty="0" smtClean="0">
                <a:solidFill>
                  <a:srgbClr val="000000"/>
                </a:solidFill>
              </a:rPr>
              <a:t> </a:t>
            </a:r>
            <a:r>
              <a:rPr lang="ru-RU" sz="900" b="0" i="0" dirty="0" smtClean="0">
                <a:solidFill>
                  <a:srgbClr val="000000"/>
                </a:solidFill>
                <a:latin typeface="Arial"/>
              </a:rPr>
              <a:t>для</a:t>
            </a:r>
            <a:r>
              <a:rPr lang="ru-RU" sz="900" b="0" i="0" dirty="0" smtClean="0">
                <a:solidFill>
                  <a:srgbClr val="000000"/>
                </a:solidFill>
              </a:rPr>
              <a:t> </a:t>
            </a:r>
            <a:r>
              <a:rPr lang="ru-RU" sz="900" b="0" i="0" dirty="0" smtClean="0">
                <a:solidFill>
                  <a:srgbClr val="000000"/>
                </a:solidFill>
                <a:latin typeface="Arial"/>
              </a:rPr>
              <a:t>социальных</a:t>
            </a:r>
            <a:r>
              <a:rPr lang="ru-RU" sz="900" b="0" i="0" dirty="0" smtClean="0">
                <a:solidFill>
                  <a:srgbClr val="000000"/>
                </a:solidFill>
              </a:rPr>
              <a:t> </a:t>
            </a:r>
            <a:r>
              <a:rPr lang="ru-RU" sz="900" b="0" i="0" dirty="0" smtClean="0">
                <a:solidFill>
                  <a:srgbClr val="000000"/>
                </a:solidFill>
                <a:latin typeface="Arial"/>
              </a:rPr>
              <a:t>сетей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мобильных</a:t>
            </a:r>
            <a:r>
              <a:rPr lang="ru-RU" sz="900" b="0" i="0" dirty="0" smtClean="0">
                <a:solidFill>
                  <a:srgbClr val="000000"/>
                </a:solidFill>
              </a:rPr>
              <a:t> </a:t>
            </a:r>
            <a:r>
              <a:rPr lang="ru-RU" sz="900" b="0" i="0" dirty="0" smtClean="0">
                <a:solidFill>
                  <a:srgbClr val="000000"/>
                </a:solidFill>
                <a:latin typeface="Arial"/>
              </a:rPr>
              <a:t>устройств</a:t>
            </a:r>
            <a:r>
              <a:rPr lang="ru-RU" sz="900" b="0" i="0" dirty="0" smtClean="0">
                <a:solidFill>
                  <a:srgbClr val="000000"/>
                </a:solidFill>
              </a:rPr>
              <a:t>. </a:t>
            </a:r>
          </a:p>
          <a:p>
            <a:pPr>
              <a:spcBef>
                <a:spcPts val="600"/>
              </a:spcBef>
              <a:defRPr/>
            </a:pPr>
            <a:r>
              <a:rPr lang="ru-RU" sz="900" b="0" i="0" dirty="0" smtClean="0">
                <a:solidFill>
                  <a:srgbClr val="000000"/>
                </a:solidFill>
                <a:latin typeface="Arial"/>
              </a:rPr>
              <a:t>Это</a:t>
            </a:r>
            <a:r>
              <a:rPr lang="ru-RU" sz="900" b="0" i="0" dirty="0" smtClean="0">
                <a:solidFill>
                  <a:srgbClr val="000000"/>
                </a:solidFill>
              </a:rPr>
              <a:t> </a:t>
            </a:r>
            <a:r>
              <a:rPr lang="ru-RU" sz="900" b="0" i="0" dirty="0" smtClean="0">
                <a:solidFill>
                  <a:srgbClr val="000000"/>
                </a:solidFill>
                <a:latin typeface="Arial"/>
              </a:rPr>
              <a:t>значит</a:t>
            </a:r>
            <a:r>
              <a:rPr lang="ru-RU" sz="900" b="0" i="0" dirty="0" smtClean="0">
                <a:solidFill>
                  <a:srgbClr val="000000"/>
                </a:solidFill>
              </a:rPr>
              <a:t>, </a:t>
            </a:r>
            <a:r>
              <a:rPr lang="ru-RU" sz="900" b="0" i="0" dirty="0" smtClean="0">
                <a:solidFill>
                  <a:srgbClr val="000000"/>
                </a:solidFill>
                <a:latin typeface="Arial"/>
              </a:rPr>
              <a:t>что</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уже</a:t>
            </a:r>
            <a:r>
              <a:rPr lang="ru-RU" sz="900" b="0" i="0" dirty="0" smtClean="0">
                <a:solidFill>
                  <a:srgbClr val="000000"/>
                </a:solidFill>
              </a:rPr>
              <a:t> </a:t>
            </a:r>
            <a:r>
              <a:rPr lang="ru-RU" sz="900" b="0" i="0" dirty="0" smtClean="0">
                <a:solidFill>
                  <a:srgbClr val="000000"/>
                </a:solidFill>
                <a:latin typeface="Arial"/>
              </a:rPr>
              <a:t>понимают</a:t>
            </a:r>
            <a:r>
              <a:rPr lang="ru-RU" sz="900" b="0" i="0" dirty="0" smtClean="0">
                <a:solidFill>
                  <a:srgbClr val="000000"/>
                </a:solidFill>
              </a:rPr>
              <a:t> </a:t>
            </a:r>
            <a:r>
              <a:rPr lang="ru-RU" sz="900" b="0" i="0" dirty="0" smtClean="0">
                <a:solidFill>
                  <a:srgbClr val="000000"/>
                </a:solidFill>
                <a:latin typeface="Arial"/>
              </a:rPr>
              <a:t>значимость</a:t>
            </a:r>
            <a:r>
              <a:rPr lang="ru-RU" sz="900" b="0" i="0" dirty="0" smtClean="0">
                <a:solidFill>
                  <a:srgbClr val="000000"/>
                </a:solidFill>
              </a:rPr>
              <a:t> </a:t>
            </a:r>
            <a:r>
              <a:rPr lang="ru-RU" sz="900" b="0" i="0" dirty="0" smtClean="0">
                <a:solidFill>
                  <a:srgbClr val="000000"/>
                </a:solidFill>
                <a:latin typeface="Arial"/>
              </a:rPr>
              <a:t>гибридных</a:t>
            </a:r>
            <a:r>
              <a:rPr lang="ru-RU" sz="900" b="0" i="0" dirty="0" smtClean="0">
                <a:solidFill>
                  <a:srgbClr val="000000"/>
                </a:solidFill>
              </a:rPr>
              <a:t> </a:t>
            </a:r>
            <a:r>
              <a:rPr lang="ru-RU" sz="900" b="0" i="0" dirty="0" smtClean="0">
                <a:solidFill>
                  <a:srgbClr val="000000"/>
                </a:solidFill>
                <a:latin typeface="Arial"/>
              </a:rPr>
              <a:t>решений</a:t>
            </a:r>
            <a:r>
              <a:rPr lang="ru-RU" sz="900" b="0" i="0" dirty="0" smtClean="0">
                <a:solidFill>
                  <a:srgbClr val="000000"/>
                </a:solidFill>
              </a:rPr>
              <a:t>, </a:t>
            </a:r>
            <a:r>
              <a:rPr lang="ru-RU" sz="900" b="0" i="0" dirty="0" smtClean="0">
                <a:solidFill>
                  <a:srgbClr val="000000"/>
                </a:solidFill>
                <a:latin typeface="Arial"/>
              </a:rPr>
              <a:t>включающих</a:t>
            </a:r>
            <a:r>
              <a:rPr lang="ru-RU" sz="900" b="0" i="0" dirty="0" smtClean="0">
                <a:solidFill>
                  <a:srgbClr val="000000"/>
                </a:solidFill>
              </a:rPr>
              <a:t> </a:t>
            </a:r>
            <a:r>
              <a:rPr lang="ru-RU" sz="900" b="0" i="0" dirty="0" smtClean="0">
                <a:solidFill>
                  <a:srgbClr val="000000"/>
                </a:solidFill>
                <a:latin typeface="Arial"/>
              </a:rPr>
              <a:t>элементы</a:t>
            </a:r>
            <a:r>
              <a:rPr lang="ru-RU" sz="900" b="0" i="0" dirty="0" smtClean="0">
                <a:solidFill>
                  <a:srgbClr val="000000"/>
                </a:solidFill>
              </a:rPr>
              <a:t> </a:t>
            </a:r>
            <a:r>
              <a:rPr lang="ru-RU" sz="900" b="0" i="0" dirty="0" smtClean="0">
                <a:solidFill>
                  <a:srgbClr val="000000"/>
                </a:solidFill>
                <a:latin typeface="Arial"/>
              </a:rPr>
              <a:t>из</a:t>
            </a:r>
            <a:r>
              <a:rPr lang="ru-RU" sz="900" b="0" i="0" dirty="0" smtClean="0">
                <a:solidFill>
                  <a:srgbClr val="000000"/>
                </a:solidFill>
              </a:rPr>
              <a:t> </a:t>
            </a:r>
            <a:r>
              <a:rPr lang="ru-RU" sz="900" b="0" i="0" dirty="0" smtClean="0">
                <a:solidFill>
                  <a:srgbClr val="000000"/>
                </a:solidFill>
                <a:latin typeface="Arial"/>
              </a:rPr>
              <a:t>всех</a:t>
            </a:r>
            <a:r>
              <a:rPr lang="ru-RU" sz="900" b="0" i="0" dirty="0" smtClean="0">
                <a:solidFill>
                  <a:srgbClr val="000000"/>
                </a:solidFill>
              </a:rPr>
              <a:t> </a:t>
            </a:r>
            <a:r>
              <a:rPr lang="ru-RU" sz="900" b="0" i="0" dirty="0" smtClean="0">
                <a:solidFill>
                  <a:srgbClr val="000000"/>
                </a:solidFill>
                <a:latin typeface="Arial"/>
              </a:rPr>
              <a:t>четырех</a:t>
            </a:r>
            <a:r>
              <a:rPr lang="ru-RU" sz="900" b="0" i="0" dirty="0" smtClean="0">
                <a:solidFill>
                  <a:srgbClr val="000000"/>
                </a:solidFill>
              </a:rPr>
              <a:t> </a:t>
            </a:r>
            <a:r>
              <a:rPr lang="ru-RU" sz="900" b="0" i="0" dirty="0" smtClean="0">
                <a:solidFill>
                  <a:srgbClr val="000000"/>
                </a:solidFill>
                <a:latin typeface="Arial"/>
              </a:rPr>
              <a:t>технологий</a:t>
            </a:r>
            <a:r>
              <a:rPr lang="ru-RU" sz="900" b="0" i="0" dirty="0" smtClean="0">
                <a:solidFill>
                  <a:srgbClr val="000000"/>
                </a:solidFill>
              </a:rPr>
              <a:t>. </a:t>
            </a:r>
            <a:r>
              <a:rPr lang="ru-RU" sz="900" b="0" i="0" dirty="0" smtClean="0">
                <a:solidFill>
                  <a:srgbClr val="000000"/>
                </a:solidFill>
                <a:latin typeface="Arial"/>
              </a:rPr>
              <a:t>Различные</a:t>
            </a:r>
            <a:r>
              <a:rPr lang="ru-RU" sz="900" b="0" i="0" dirty="0" smtClean="0">
                <a:solidFill>
                  <a:srgbClr val="000000"/>
                </a:solidFill>
              </a:rPr>
              <a:t> </a:t>
            </a:r>
            <a:r>
              <a:rPr lang="ru-RU" sz="900" b="0" i="0" dirty="0" smtClean="0">
                <a:solidFill>
                  <a:srgbClr val="000000"/>
                </a:solidFill>
                <a:latin typeface="Arial"/>
              </a:rPr>
              <a:t>сочетания</a:t>
            </a:r>
            <a:r>
              <a:rPr lang="ru-RU" sz="900" b="0" i="0" dirty="0" smtClean="0">
                <a:solidFill>
                  <a:srgbClr val="000000"/>
                </a:solidFill>
              </a:rPr>
              <a:t> </a:t>
            </a:r>
            <a:r>
              <a:rPr lang="ru-RU" sz="900" b="0" i="0" dirty="0" smtClean="0">
                <a:solidFill>
                  <a:srgbClr val="000000"/>
                </a:solidFill>
                <a:latin typeface="Arial"/>
              </a:rPr>
              <a:t>технологий</a:t>
            </a:r>
            <a:r>
              <a:rPr lang="ru-RU" sz="900" b="0" i="0" dirty="0" smtClean="0">
                <a:solidFill>
                  <a:srgbClr val="000000"/>
                </a:solidFill>
              </a:rPr>
              <a:t> </a:t>
            </a:r>
            <a:r>
              <a:rPr lang="ru-RU" sz="900" b="0" i="0" dirty="0" smtClean="0">
                <a:solidFill>
                  <a:srgbClr val="000000"/>
                </a:solidFill>
                <a:latin typeface="Arial"/>
              </a:rPr>
              <a:t>третьей</a:t>
            </a:r>
            <a:r>
              <a:rPr lang="ru-RU" sz="900" b="0" i="0" dirty="0" smtClean="0">
                <a:solidFill>
                  <a:srgbClr val="000000"/>
                </a:solidFill>
              </a:rPr>
              <a:t> </a:t>
            </a:r>
            <a:r>
              <a:rPr lang="ru-RU" sz="900" b="0" i="0" dirty="0" smtClean="0">
                <a:solidFill>
                  <a:srgbClr val="000000"/>
                </a:solidFill>
                <a:latin typeface="Arial"/>
              </a:rPr>
              <a:t>платформы</a:t>
            </a:r>
            <a:r>
              <a:rPr lang="ru-RU" sz="900" b="0" i="0" dirty="0" smtClean="0">
                <a:solidFill>
                  <a:srgbClr val="000000"/>
                </a:solidFill>
              </a:rPr>
              <a:t> </a:t>
            </a:r>
            <a:r>
              <a:rPr lang="ru-RU" sz="900" b="0" i="0" dirty="0" smtClean="0">
                <a:solidFill>
                  <a:srgbClr val="000000"/>
                </a:solidFill>
                <a:latin typeface="Arial"/>
              </a:rPr>
              <a:t>уже</a:t>
            </a:r>
            <a:r>
              <a:rPr lang="ru-RU" sz="900" b="0" i="0" dirty="0" smtClean="0">
                <a:solidFill>
                  <a:srgbClr val="000000"/>
                </a:solidFill>
              </a:rPr>
              <a:t> </a:t>
            </a:r>
            <a:r>
              <a:rPr lang="ru-RU" sz="900" b="0" i="0" dirty="0" smtClean="0">
                <a:solidFill>
                  <a:srgbClr val="000000"/>
                </a:solidFill>
                <a:latin typeface="Arial"/>
              </a:rPr>
              <a:t>трансформируют</a:t>
            </a:r>
            <a:r>
              <a:rPr lang="ru-RU" sz="900" b="0" i="0" dirty="0" smtClean="0">
                <a:solidFill>
                  <a:srgbClr val="000000"/>
                </a:solidFill>
              </a:rPr>
              <a:t> </a:t>
            </a:r>
            <a:r>
              <a:rPr lang="ru-RU" sz="900" b="0" i="0" dirty="0" smtClean="0">
                <a:solidFill>
                  <a:srgbClr val="000000"/>
                </a:solidFill>
                <a:latin typeface="Arial"/>
              </a:rPr>
              <a:t>организации</a:t>
            </a:r>
            <a:r>
              <a:rPr lang="ru-RU" sz="900" b="0" i="0" dirty="0" smtClean="0">
                <a:solidFill>
                  <a:srgbClr val="000000"/>
                </a:solidFill>
              </a:rPr>
              <a:t> </a:t>
            </a:r>
            <a:r>
              <a:rPr lang="ru-RU" sz="900" b="0" i="0" dirty="0" smtClean="0">
                <a:solidFill>
                  <a:srgbClr val="000000"/>
                </a:solidFill>
                <a:latin typeface="Arial"/>
              </a:rPr>
              <a:t>в</a:t>
            </a:r>
            <a:r>
              <a:rPr lang="ru-RU" sz="900" b="0" i="0" dirty="0" smtClean="0">
                <a:solidFill>
                  <a:srgbClr val="000000"/>
                </a:solidFill>
              </a:rPr>
              <a:t> </a:t>
            </a:r>
            <a:r>
              <a:rPr lang="ru-RU" sz="900" b="0" i="0" dirty="0" smtClean="0">
                <a:solidFill>
                  <a:srgbClr val="000000"/>
                </a:solidFill>
                <a:latin typeface="Arial"/>
              </a:rPr>
              <a:t>сфере</a:t>
            </a:r>
            <a:r>
              <a:rPr lang="ru-RU" sz="900" b="0" i="0" dirty="0" smtClean="0">
                <a:solidFill>
                  <a:srgbClr val="000000"/>
                </a:solidFill>
              </a:rPr>
              <a:t> </a:t>
            </a:r>
            <a:r>
              <a:rPr lang="ru-RU" sz="900" b="0" i="0" dirty="0" smtClean="0">
                <a:solidFill>
                  <a:srgbClr val="000000"/>
                </a:solidFill>
                <a:latin typeface="Arial"/>
              </a:rPr>
              <a:t>розничной</a:t>
            </a:r>
            <a:r>
              <a:rPr lang="ru-RU" sz="900" b="0" i="0" dirty="0" smtClean="0">
                <a:solidFill>
                  <a:srgbClr val="000000"/>
                </a:solidFill>
              </a:rPr>
              <a:t> </a:t>
            </a:r>
            <a:r>
              <a:rPr lang="ru-RU" sz="900" b="0" i="0" dirty="0" smtClean="0">
                <a:solidFill>
                  <a:srgbClr val="000000"/>
                </a:solidFill>
                <a:latin typeface="Arial"/>
              </a:rPr>
              <a:t>торговли</a:t>
            </a:r>
            <a:r>
              <a:rPr lang="ru-RU" sz="900" b="0" i="0" dirty="0" smtClean="0">
                <a:solidFill>
                  <a:srgbClr val="000000"/>
                </a:solidFill>
              </a:rPr>
              <a:t>, </a:t>
            </a:r>
            <a:r>
              <a:rPr lang="ru-RU" sz="900" b="0" i="0" dirty="0" smtClean="0">
                <a:solidFill>
                  <a:srgbClr val="000000"/>
                </a:solidFill>
                <a:latin typeface="Arial"/>
              </a:rPr>
              <a:t>финансовых</a:t>
            </a:r>
            <a:r>
              <a:rPr lang="ru-RU" sz="900" b="0" i="0" dirty="0" smtClean="0">
                <a:solidFill>
                  <a:srgbClr val="000000"/>
                </a:solidFill>
              </a:rPr>
              <a:t> </a:t>
            </a:r>
            <a:r>
              <a:rPr lang="ru-RU" sz="900" b="0" i="0" dirty="0" smtClean="0">
                <a:solidFill>
                  <a:srgbClr val="000000"/>
                </a:solidFill>
                <a:latin typeface="Arial"/>
              </a:rPr>
              <a:t>услуг</a:t>
            </a:r>
            <a:r>
              <a:rPr lang="ru-RU" sz="900" b="0" i="0" dirty="0" smtClean="0">
                <a:solidFill>
                  <a:srgbClr val="000000"/>
                </a:solidFill>
              </a:rPr>
              <a:t>, </a:t>
            </a:r>
            <a:r>
              <a:rPr lang="ru-RU" sz="900" b="0" i="0" dirty="0" smtClean="0">
                <a:solidFill>
                  <a:srgbClr val="000000"/>
                </a:solidFill>
                <a:latin typeface="Arial"/>
              </a:rPr>
              <a:t>телекоммуникаций</a:t>
            </a:r>
            <a:r>
              <a:rPr lang="ru-RU" sz="900" b="0" i="0" dirty="0" smtClean="0">
                <a:solidFill>
                  <a:srgbClr val="000000"/>
                </a:solidFill>
              </a:rPr>
              <a:t> </a:t>
            </a:r>
            <a:r>
              <a:rPr lang="ru-RU" sz="900" b="0" i="0" dirty="0" smtClean="0">
                <a:solidFill>
                  <a:srgbClr val="000000"/>
                </a:solidFill>
                <a:latin typeface="Arial"/>
              </a:rPr>
              <a:t>и</a:t>
            </a:r>
            <a:r>
              <a:rPr lang="ru-RU" sz="900" b="0" i="0" dirty="0" smtClean="0">
                <a:solidFill>
                  <a:srgbClr val="000000"/>
                </a:solidFill>
              </a:rPr>
              <a:t> </a:t>
            </a:r>
            <a:r>
              <a:rPr lang="ru-RU" sz="900" b="0" i="0" dirty="0" smtClean="0">
                <a:solidFill>
                  <a:srgbClr val="000000"/>
                </a:solidFill>
                <a:latin typeface="Arial"/>
              </a:rPr>
              <a:t>здравоохранения</a:t>
            </a:r>
            <a:r>
              <a:rPr lang="ru-RU" sz="900" b="0" i="0" dirty="0" smtClean="0">
                <a:solidFill>
                  <a:srgbClr val="000000"/>
                </a:solidFill>
              </a:rPr>
              <a:t>, </a:t>
            </a:r>
            <a:r>
              <a:rPr lang="ru-RU" sz="900" b="0" i="0" dirty="0" smtClean="0">
                <a:solidFill>
                  <a:srgbClr val="000000"/>
                </a:solidFill>
                <a:latin typeface="Arial"/>
              </a:rPr>
              <a:t>а</a:t>
            </a:r>
            <a:r>
              <a:rPr lang="ru-RU" sz="900" b="0" i="0" dirty="0" smtClean="0">
                <a:solidFill>
                  <a:srgbClr val="000000"/>
                </a:solidFill>
              </a:rPr>
              <a:t> </a:t>
            </a:r>
            <a:r>
              <a:rPr lang="ru-RU" sz="900" b="0" i="0" dirty="0" smtClean="0">
                <a:solidFill>
                  <a:srgbClr val="000000"/>
                </a:solidFill>
                <a:latin typeface="Arial"/>
              </a:rPr>
              <a:t>также</a:t>
            </a:r>
            <a:r>
              <a:rPr lang="ru-RU" sz="900" b="0" i="0" dirty="0" smtClean="0">
                <a:solidFill>
                  <a:srgbClr val="000000"/>
                </a:solidFill>
              </a:rPr>
              <a:t> </a:t>
            </a:r>
            <a:r>
              <a:rPr lang="ru-RU" sz="900" b="0" i="0" dirty="0" smtClean="0">
                <a:solidFill>
                  <a:srgbClr val="000000"/>
                </a:solidFill>
                <a:latin typeface="Arial"/>
              </a:rPr>
              <a:t>государственные</a:t>
            </a:r>
            <a:r>
              <a:rPr lang="ru-RU" sz="900" b="0" i="0" dirty="0" smtClean="0">
                <a:solidFill>
                  <a:srgbClr val="000000"/>
                </a:solidFill>
              </a:rPr>
              <a:t> </a:t>
            </a:r>
            <a:r>
              <a:rPr lang="ru-RU" sz="900" b="0" i="0" dirty="0" smtClean="0">
                <a:solidFill>
                  <a:srgbClr val="000000"/>
                </a:solidFill>
                <a:latin typeface="Arial"/>
              </a:rPr>
              <a:t>учреждения</a:t>
            </a:r>
            <a:r>
              <a:rPr lang="ru-RU" sz="900" b="0" i="0" dirty="0" smtClean="0">
                <a:solidFill>
                  <a:srgbClr val="000000"/>
                </a:solidFill>
              </a:rPr>
              <a:t>. </a:t>
            </a:r>
          </a:p>
          <a:p>
            <a:pPr>
              <a:spcBef>
                <a:spcPts val="600"/>
              </a:spcBef>
            </a:pPr>
            <a:r>
              <a:rPr lang="ru-RU" sz="900" dirty="0" smtClean="0"/>
              <a:t>По оценкам IDC, </a:t>
            </a:r>
            <a:r>
              <a:rPr lang="ru-RU" sz="900" u="sng" dirty="0" smtClean="0"/>
              <a:t>в настоящее время свыше 80% инфраструктуры и приложений в большинстве центров обработки данных относятся ко второй платформе</a:t>
            </a:r>
            <a:r>
              <a:rPr lang="ru-RU" sz="900" dirty="0" smtClean="0"/>
              <a:t>. </a:t>
            </a:r>
          </a:p>
          <a:p>
            <a:pPr>
              <a:spcBef>
                <a:spcPts val="600"/>
              </a:spcBef>
            </a:pPr>
            <a:r>
              <a:rPr lang="ru-RU" sz="900" dirty="0" smtClean="0"/>
              <a:t>Кроме того, </a:t>
            </a:r>
            <a:r>
              <a:rPr lang="ru-RU" sz="900" u="sng" dirty="0" smtClean="0"/>
              <a:t>на технологии второй платформы в данный момент приходится 74% ИТ-затрат по всему миру</a:t>
            </a:r>
            <a:r>
              <a:rPr lang="ru-RU" sz="900" dirty="0" smtClean="0"/>
              <a:t>. Следовательно, для организаций, которые инвестируют значительные средства в технологии второй платформы, немедленный и полный переход к третьей платформе может быть затратным и непрактичным. Это обстоятельство привело к созданию промежуточной вычислительной платформы под названием «платформа 2.5», которая сочетает в себе черты второй и третьей платформ. </a:t>
            </a:r>
            <a:r>
              <a:rPr lang="ru-RU" sz="900" i="1" dirty="0" smtClean="0"/>
              <a:t>Платформа 2.5 включает решения и технологии, которые позволяют организациям сократить разрыв между второй и третьей платформой. Технологии платформы 2.5 позволяют организациям использовать сочетание технологий второй и третьей платформ. С их помощью организации смогут предоставлять приложения второй платформы и получать результаты работы для третьей платформы без дупликации и перемещения данных. </a:t>
            </a:r>
          </a:p>
          <a:p>
            <a:pPr>
              <a:spcBef>
                <a:spcPts val="600"/>
              </a:spcBef>
            </a:pPr>
            <a:r>
              <a:rPr lang="ru-RU" sz="900" i="1" dirty="0" smtClean="0"/>
              <a:t>Например, </a:t>
            </a:r>
            <a:r>
              <a:rPr lang="ru-RU" sz="900" i="1" u="sng" dirty="0" smtClean="0"/>
              <a:t>технологии платформы 2.5 позволят организациям запускать приложения второй платформы, используя традиционные структуры данных и протоколы, и при этом анализировать эти же данные с применением технологий больших данных. </a:t>
            </a:r>
          </a:p>
          <a:p>
            <a:pPr>
              <a:spcBef>
                <a:spcPts val="600"/>
              </a:spcBef>
            </a:pPr>
            <a:r>
              <a:rPr lang="ru-RU" sz="900" dirty="0" smtClean="0"/>
              <a:t>По прогнозам компании IDC, в будущем </a:t>
            </a:r>
            <a:r>
              <a:rPr lang="ru-RU" sz="900" u="sng" dirty="0" smtClean="0"/>
              <a:t>глобальные затраты на ИТ </a:t>
            </a:r>
            <a:r>
              <a:rPr lang="ru-RU" sz="900" dirty="0" smtClean="0"/>
              <a:t>будут направлены в основном </a:t>
            </a:r>
            <a:r>
              <a:rPr lang="ru-RU" sz="900" u="sng" dirty="0" smtClean="0"/>
              <a:t>на следующие сегменты: беспроводная передача данных, смартфоны и планшеты, облачные услуги, аналитика больших данных и Интернет вещей.</a:t>
            </a:r>
            <a:r>
              <a:rPr lang="ru-RU" sz="900" dirty="0" smtClean="0"/>
              <a:t> </a:t>
            </a:r>
          </a:p>
          <a:p>
            <a:pPr>
              <a:spcBef>
                <a:spcPts val="600"/>
              </a:spcBef>
            </a:pPr>
            <a:r>
              <a:rPr lang="ru-RU" sz="900" dirty="0" smtClean="0"/>
              <a:t>Ожидается, что эти затраты составят несколько сотен миллиардов долларов в каждом из сегментов. Это свидетельствует о набирающей популярность отраслевой тенденции к масштабному внедрению технологий третьей платформы. </a:t>
            </a:r>
          </a:p>
          <a:p>
            <a:pPr>
              <a:spcBef>
                <a:spcPts val="600"/>
              </a:spcBef>
            </a:pPr>
            <a:r>
              <a:rPr lang="ru-RU" sz="900" dirty="0" smtClean="0"/>
              <a:t>Согласно оценкам специалистов, </a:t>
            </a:r>
            <a:r>
              <a:rPr lang="ru-RU" sz="900" u="sng" dirty="0" smtClean="0"/>
              <a:t>к 2020 году на технологии третьей платформы будет направлено свыше 40% ИТ-затрат. В модуле 2 рассматриваются технологии третьей платформы</a:t>
            </a:r>
            <a:r>
              <a:rPr lang="ru-RU" sz="900" dirty="0" smtClean="0"/>
              <a:t>.</a:t>
            </a:r>
          </a:p>
        </p:txBody>
      </p:sp>
    </p:spTree>
    <p:extLst>
      <p:ext uri="{BB962C8B-B14F-4D97-AF65-F5344CB8AC3E}">
        <p14:creationId xmlns:p14="http://schemas.microsoft.com/office/powerpoint/2010/main" val="789061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5.xml"/><Relationship Id="rId4"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6.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5" y="1809750"/>
            <a:ext cx="6743596" cy="1194689"/>
          </a:xfrm>
          <a:prstGeom prst="rect">
            <a:avLst/>
          </a:prstGeom>
        </p:spPr>
        <p:txBody>
          <a:bodyPr lIns="0" tIns="0" rIns="0" bIns="0" anchor="b" anchorCtr="0"/>
          <a:lstStyle>
            <a:lvl1pPr algn="ctr">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1028807" y="3105151"/>
            <a:ext cx="6743595" cy="816769"/>
          </a:xfrm>
          <a:prstGeom prst="rect">
            <a:avLst/>
          </a:prstGeom>
        </p:spPr>
        <p:txBody>
          <a:bodyPr lIns="0" tIns="0" rIns="0" bIns="0"/>
          <a:lstStyle>
            <a:lvl1pPr marL="0" indent="0" algn="ctr">
              <a:buNone/>
              <a:defRPr sz="24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Text Box 78"/>
          <p:cNvSpPr txBox="1">
            <a:spLocks noChangeArrowheads="1"/>
          </p:cNvSpPr>
          <p:nvPr userDrawn="1"/>
        </p:nvSpPr>
        <p:spPr bwMode="auto">
          <a:xfrm>
            <a:off x="3352800" y="4932462"/>
            <a:ext cx="4343402" cy="153888"/>
          </a:xfrm>
          <a:prstGeom prst="rect">
            <a:avLst/>
          </a:prstGeom>
          <a:noFill/>
          <a:ln w="9525">
            <a:noFill/>
            <a:miter lim="800000"/>
            <a:headEnd/>
            <a:tailEnd/>
          </a:ln>
        </p:spPr>
        <p:txBody>
          <a:bodyPr wrap="square" lIns="0" tIns="0" rIns="0" bIns="0">
            <a:spAutoFit/>
          </a:bodyPr>
          <a:lstStyle/>
          <a:p>
            <a:pPr algn="r">
              <a:spcBef>
                <a:spcPts val="600"/>
              </a:spcBef>
            </a:pPr>
            <a:r>
              <a:rPr lang="en-US" sz="1000" b="0" i="0" baseline="0" noProof="0" dirty="0" err="1" smtClean="0">
                <a:solidFill>
                  <a:srgbClr val="10100F"/>
                </a:solidFill>
                <a:latin typeface="Arial" pitchFamily="34" charset="0"/>
                <a:cs typeface="Arial" pitchFamily="34" charset="0"/>
              </a:rPr>
              <a:t>Контактное</a:t>
            </a:r>
            <a:r>
              <a:rPr lang="en-US" sz="1000" b="0" i="0" baseline="0" noProof="0" dirty="0" smtClean="0">
                <a:solidFill>
                  <a:srgbClr val="10100F"/>
                </a:solidFill>
                <a:latin typeface="Arial" pitchFamily="34" charset="0"/>
                <a:cs typeface="Arial" pitchFamily="34" charset="0"/>
              </a:rPr>
              <a:t> </a:t>
            </a:r>
            <a:r>
              <a:rPr lang="en-US" sz="1000" b="0" i="0" baseline="0" noProof="0" dirty="0" err="1" smtClean="0">
                <a:solidFill>
                  <a:srgbClr val="10100F"/>
                </a:solidFill>
                <a:latin typeface="Arial" pitchFamily="34" charset="0"/>
                <a:cs typeface="Arial" pitchFamily="34" charset="0"/>
              </a:rPr>
              <a:t>лицо</a:t>
            </a:r>
            <a:r>
              <a:rPr lang="en-US" sz="1000" b="0" i="0" baseline="0" noProof="0" dirty="0" smtClean="0">
                <a:solidFill>
                  <a:srgbClr val="10100F"/>
                </a:solidFill>
                <a:latin typeface="Arial" pitchFamily="34" charset="0"/>
                <a:cs typeface="Arial" pitchFamily="34" charset="0"/>
              </a:rPr>
              <a:t> </a:t>
            </a:r>
            <a:r>
              <a:rPr lang="en-US" sz="1000" b="0" i="0" baseline="0" noProof="0" dirty="0" err="1" smtClean="0">
                <a:solidFill>
                  <a:srgbClr val="10100F"/>
                </a:solidFill>
                <a:latin typeface="Arial" pitchFamily="34" charset="0"/>
                <a:cs typeface="Arial" pitchFamily="34" charset="0"/>
              </a:rPr>
              <a:t>по</a:t>
            </a:r>
            <a:r>
              <a:rPr lang="en-US" sz="1000" b="0" i="0" baseline="0" noProof="0" dirty="0" smtClean="0">
                <a:solidFill>
                  <a:srgbClr val="10100F"/>
                </a:solidFill>
                <a:latin typeface="Arial" pitchFamily="34" charset="0"/>
                <a:cs typeface="Arial" pitchFamily="34" charset="0"/>
              </a:rPr>
              <a:t> </a:t>
            </a:r>
            <a:r>
              <a:rPr lang="en-US" sz="1000" b="0" i="0" baseline="0" noProof="0" dirty="0" err="1" smtClean="0">
                <a:solidFill>
                  <a:srgbClr val="10100F"/>
                </a:solidFill>
                <a:latin typeface="Arial" pitchFamily="34" charset="0"/>
                <a:cs typeface="Arial" pitchFamily="34" charset="0"/>
              </a:rPr>
              <a:t>поддержке</a:t>
            </a:r>
            <a:r>
              <a:rPr lang="en-US" sz="1000" b="0" i="0" baseline="0" noProof="0" dirty="0" smtClean="0">
                <a:solidFill>
                  <a:srgbClr val="10100F"/>
                </a:solidFill>
                <a:latin typeface="Arial" pitchFamily="34" charset="0"/>
                <a:cs typeface="Arial" pitchFamily="34" charset="0"/>
              </a:rPr>
              <a:t>: </a:t>
            </a:r>
            <a:r>
              <a:rPr lang="en-US" sz="1000" b="0" i="0" baseline="0" noProof="0" dirty="0" smtClean="0">
                <a:solidFill>
                  <a:srgbClr val="000000"/>
                </a:solidFill>
                <a:latin typeface="Arial" pitchFamily="34" charset="0"/>
                <a:cs typeface="Arial" pitchFamily="34" charset="0"/>
                <a:hlinkClick r:id="rId3"/>
              </a:rPr>
              <a:t>EMC Education Services</a:t>
            </a:r>
          </a:p>
        </p:txBody>
      </p: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949913" y="4100959"/>
            <a:ext cx="813087" cy="1061591"/>
          </a:xfrm>
          <a:prstGeom prst="rect">
            <a:avLst/>
          </a:prstGeom>
        </p:spPr>
      </p:pic>
      <p:sp>
        <p:nvSpPr>
          <p:cNvPr id="8" name="TextBox 7"/>
          <p:cNvSpPr txBox="1"/>
          <p:nvPr userDrawn="1"/>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r>
              <a:rPr lang="en-US" dirty="0" smtClean="0">
                <a:solidFill>
                  <a:schemeClr val="bg2"/>
                </a:solidFill>
                <a:latin typeface="Arial"/>
              </a:rPr>
              <a:t>1</a:t>
            </a:r>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379414"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Box 11"/>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39137832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3"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533402"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3252329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3"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533402"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2895136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smtClean="0"/>
              <a:t>Click to edit Master title style</a:t>
            </a:r>
            <a:endParaRPr lang="en-US" dirty="0"/>
          </a:p>
        </p:txBody>
      </p:sp>
      <p:sp>
        <p:nvSpPr>
          <p:cNvPr id="6" name="TextBox 5"/>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14662151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smtClean="0"/>
              <a:t>Click to edit Master title style</a:t>
            </a:r>
            <a:endParaRPr lang="en-US" dirty="0"/>
          </a:p>
        </p:txBody>
      </p:sp>
      <p:sp>
        <p:nvSpPr>
          <p:cNvPr id="3"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TextBox 6"/>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3835493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379414"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9" name="TextBox 8"/>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4164140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smtClean="0"/>
              <a:t>Click to edit Master title style</a:t>
            </a:r>
            <a:endParaRPr lang="en-US" dirty="0"/>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smtClean="0"/>
              <a:t> Click icon to add table</a:t>
            </a:r>
          </a:p>
          <a:p>
            <a:pPr lvl="0"/>
            <a:endParaRPr lang="en-US" noProof="0" dirty="0"/>
          </a:p>
        </p:txBody>
      </p:sp>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5395087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5"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Picture Placeholder 2"/>
          <p:cNvSpPr>
            <a:spLocks noGrp="1"/>
          </p:cNvSpPr>
          <p:nvPr>
            <p:ph type="pic" idx="11"/>
          </p:nvPr>
        </p:nvSpPr>
        <p:spPr>
          <a:xfrm>
            <a:off x="380999"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615864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Picture Placeholder 2"/>
          <p:cNvSpPr>
            <a:spLocks noGrp="1"/>
          </p:cNvSpPr>
          <p:nvPr>
            <p:ph type="pic" idx="11"/>
          </p:nvPr>
        </p:nvSpPr>
        <p:spPr>
          <a:xfrm>
            <a:off x="380999"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7"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TextBox 9"/>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27853598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379414"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4"/>
          <p:cNvSpPr>
            <a:spLocks noGrp="1"/>
          </p:cNvSpPr>
          <p:nvPr>
            <p:ph sz="quarter" idx="11"/>
          </p:nvPr>
        </p:nvSpPr>
        <p:spPr>
          <a:xfrm>
            <a:off x="4800600"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1418247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Arial" pitchFamily="34" charset="0"/>
                <a:ea typeface="+mj-ea"/>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379414"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6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2405768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4" name="Content Placeholder 4"/>
          <p:cNvSpPr>
            <a:spLocks noGrp="1"/>
          </p:cNvSpPr>
          <p:nvPr>
            <p:ph sz="quarter" idx="11"/>
          </p:nvPr>
        </p:nvSpPr>
        <p:spPr>
          <a:xfrm>
            <a:off x="4800600"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Box 6"/>
          <p:cNvSpPr txBox="1"/>
          <p:nvPr userDrawn="1"/>
        </p:nvSpPr>
        <p:spPr>
          <a:xfrm>
            <a:off x="56388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3625608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9" y="228601"/>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hasCustomPrompt="1"/>
          </p:nvPr>
        </p:nvSpPr>
        <p:spPr>
          <a:xfrm>
            <a:off x="374339" y="1011767"/>
            <a:ext cx="4038601" cy="3407833"/>
          </a:xfrm>
          <a:prstGeom prst="rect">
            <a:avLst/>
          </a:prstGeom>
        </p:spPr>
        <p:txBody>
          <a:bodyPr vert="horz" lIns="0" tIns="0" rIns="0" bIns="0"/>
          <a:lstStyle>
            <a:lvl1pPr marL="0" indent="0">
              <a:spcBef>
                <a:spcPts val="1200"/>
              </a:spcBef>
              <a:buClr>
                <a:schemeClr val="tx2"/>
              </a:buClr>
              <a:buNone/>
              <a:defRPr sz="2000">
                <a:solidFill>
                  <a:schemeClr val="tx2"/>
                </a:solidFill>
                <a:latin typeface="Arial" pitchFamily="34" charset="0"/>
                <a:cs typeface="Arial" pitchFamily="34" charset="0"/>
              </a:defRPr>
            </a:lvl1pPr>
            <a:lvl2pPr marL="169863" indent="-169863">
              <a:spcBef>
                <a:spcPts val="1200"/>
              </a:spcBef>
              <a:buClr>
                <a:schemeClr val="tx2"/>
              </a:buClr>
              <a:buFont typeface="Arial"/>
              <a:buChar char="•"/>
              <a:defRPr sz="1800">
                <a:solidFill>
                  <a:schemeClr val="tx1"/>
                </a:solidFill>
                <a:latin typeface="Arial" pitchFamily="34" charset="0"/>
                <a:cs typeface="Arial" pitchFamily="34" charset="0"/>
              </a:defRPr>
            </a:lvl2pPr>
            <a:lvl3pPr marL="515938" indent="-168275">
              <a:spcBef>
                <a:spcPts val="300"/>
              </a:spcBef>
              <a:buClr>
                <a:schemeClr val="tx2"/>
              </a:buClr>
              <a:buFont typeface="Lucida Grande"/>
              <a:buChar char="­"/>
              <a:defRPr sz="1400">
                <a:solidFill>
                  <a:schemeClr val="tx1"/>
                </a:solidFill>
                <a:latin typeface="Arial" pitchFamily="34" charset="0"/>
                <a:cs typeface="Arial" pitchFamily="34" charset="0"/>
              </a:defRPr>
            </a:lvl3pPr>
            <a:lvl4pPr marL="855663" indent="-169863">
              <a:spcBef>
                <a:spcPts val="300"/>
              </a:spcBef>
              <a:buClr>
                <a:schemeClr val="tx2"/>
              </a:buClr>
              <a:buFont typeface="Arial"/>
              <a:buChar char="•"/>
              <a:defRPr sz="1100">
                <a:solidFill>
                  <a:schemeClr val="tx1"/>
                </a:solidFill>
                <a:latin typeface="Arial" pitchFamily="34" charset="0"/>
                <a:cs typeface="Arial" pitchFamily="34" charset="0"/>
              </a:defRPr>
            </a:lvl4pPr>
            <a:lvl5pPr marL="1201738" indent="-168275">
              <a:spcBef>
                <a:spcPts val="300"/>
              </a:spcBef>
              <a:buClr>
                <a:schemeClr val="tx2"/>
              </a:buClr>
              <a:buFont typeface="Arial"/>
              <a:buChar char="–"/>
              <a:defRPr sz="1050">
                <a:solidFill>
                  <a:schemeClr val="tx1"/>
                </a:solidFill>
                <a:latin typeface="Arial" pitchFamily="34" charset="0"/>
                <a:cs typeface="Arial"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4"/>
          <p:cNvSpPr>
            <a:spLocks noGrp="1"/>
          </p:cNvSpPr>
          <p:nvPr>
            <p:ph sz="quarter" idx="11" hasCustomPrompt="1"/>
          </p:nvPr>
        </p:nvSpPr>
        <p:spPr>
          <a:xfrm>
            <a:off x="4809066" y="1011767"/>
            <a:ext cx="4038601" cy="3407833"/>
          </a:xfrm>
          <a:prstGeom prst="rect">
            <a:avLst/>
          </a:prstGeom>
        </p:spPr>
        <p:txBody>
          <a:bodyPr vert="horz" lIns="0" tIns="0" rIns="0" bIns="0"/>
          <a:lstStyle>
            <a:lvl1pPr marL="0" indent="0">
              <a:spcBef>
                <a:spcPts val="1200"/>
              </a:spcBef>
              <a:buClr>
                <a:schemeClr val="tx2"/>
              </a:buClr>
              <a:buNone/>
              <a:defRPr sz="2000">
                <a:solidFill>
                  <a:schemeClr val="tx2"/>
                </a:solidFill>
                <a:latin typeface="Arial" pitchFamily="34" charset="0"/>
                <a:cs typeface="Arial" pitchFamily="34" charset="0"/>
              </a:defRPr>
            </a:lvl1pPr>
            <a:lvl2pPr marL="169863" indent="-169863">
              <a:spcBef>
                <a:spcPts val="1200"/>
              </a:spcBef>
              <a:buClr>
                <a:schemeClr val="tx2"/>
              </a:buClr>
              <a:buFont typeface="Arial"/>
              <a:buChar char="•"/>
              <a:defRPr sz="1800">
                <a:solidFill>
                  <a:schemeClr val="tx1"/>
                </a:solidFill>
                <a:latin typeface="Arial" pitchFamily="34" charset="0"/>
                <a:cs typeface="Arial" pitchFamily="34" charset="0"/>
              </a:defRPr>
            </a:lvl2pPr>
            <a:lvl3pPr marL="515938" indent="-168275">
              <a:spcBef>
                <a:spcPts val="300"/>
              </a:spcBef>
              <a:buClr>
                <a:schemeClr val="tx2"/>
              </a:buClr>
              <a:buFont typeface="Lucida Grande"/>
              <a:buChar char="­"/>
              <a:defRPr sz="1400">
                <a:solidFill>
                  <a:schemeClr val="tx1"/>
                </a:solidFill>
                <a:latin typeface="Arial" pitchFamily="34" charset="0"/>
                <a:cs typeface="Arial" pitchFamily="34" charset="0"/>
              </a:defRPr>
            </a:lvl3pPr>
            <a:lvl4pPr marL="855663" indent="-169863">
              <a:spcBef>
                <a:spcPts val="300"/>
              </a:spcBef>
              <a:buClr>
                <a:schemeClr val="tx2"/>
              </a:buClr>
              <a:buFont typeface="Arial"/>
              <a:buChar char="•"/>
              <a:defRPr sz="1100">
                <a:solidFill>
                  <a:schemeClr val="tx1"/>
                </a:solidFill>
                <a:latin typeface="Arial" pitchFamily="34" charset="0"/>
                <a:cs typeface="Arial" pitchFamily="34" charset="0"/>
              </a:defRPr>
            </a:lvl4pPr>
            <a:lvl5pPr marL="1201738" indent="-168275">
              <a:spcBef>
                <a:spcPts val="300"/>
              </a:spcBef>
              <a:buClr>
                <a:schemeClr val="tx2"/>
              </a:buClr>
              <a:buFont typeface="Arial"/>
              <a:buChar char="–"/>
              <a:defRPr sz="1050">
                <a:solidFill>
                  <a:schemeClr val="tx1"/>
                </a:solidFill>
                <a:latin typeface="Arial" pitchFamily="34" charset="0"/>
                <a:cs typeface="Arial"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extBox 8"/>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462458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Exercise">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379414"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27500844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left blank">
    <p:spTree>
      <p:nvGrpSpPr>
        <p:cNvPr id="1" name=""/>
        <p:cNvGrpSpPr/>
        <p:nvPr/>
      </p:nvGrpSpPr>
      <p:grpSpPr>
        <a:xfrm>
          <a:off x="0" y="0"/>
          <a:ext cx="0" cy="0"/>
          <a:chOff x="0" y="0"/>
          <a:chExt cx="0" cy="0"/>
        </a:xfrm>
      </p:grpSpPr>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ru-RU" sz="1800" b="0" i="0" dirty="0" smtClean="0">
                <a:solidFill>
                  <a:srgbClr val="000000"/>
                </a:solidFill>
                <a:latin typeface="Arial" pitchFamily="34" charset="0"/>
                <a:cs typeface="Arial" pitchFamily="34" charset="0"/>
              </a:rPr>
              <a:t>Этот слайд намеренно оставлен пустым.</a:t>
            </a:r>
          </a:p>
        </p:txBody>
      </p:sp>
      <p:sp>
        <p:nvSpPr>
          <p:cNvPr id="7" name="TextBox 6"/>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2419931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8"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Text Box 78"/>
          <p:cNvSpPr txBox="1">
            <a:spLocks noChangeArrowheads="1"/>
          </p:cNvSpPr>
          <p:nvPr userDrawn="1"/>
        </p:nvSpPr>
        <p:spPr bwMode="auto">
          <a:xfrm>
            <a:off x="4267200" y="4933950"/>
            <a:ext cx="3352800" cy="153888"/>
          </a:xfrm>
          <a:prstGeom prst="rect">
            <a:avLst/>
          </a:prstGeom>
          <a:noFill/>
          <a:ln w="9525">
            <a:noFill/>
            <a:miter lim="800000"/>
            <a:headEnd/>
            <a:tailEnd/>
          </a:ln>
        </p:spPr>
        <p:txBody>
          <a:bodyPr wrap="square" lIns="0" tIns="0" rIns="0" bIns="0">
            <a:spAutoFit/>
          </a:bodyPr>
          <a:lstStyle/>
          <a:p>
            <a:pPr algn="r">
              <a:spcBef>
                <a:spcPts val="600"/>
              </a:spcBef>
            </a:pPr>
            <a:r>
              <a:rPr lang="ru-RU" sz="1000" b="0" i="0" dirty="0" smtClean="0">
                <a:solidFill>
                  <a:srgbClr val="10100F"/>
                </a:solidFill>
                <a:latin typeface="Arial" pitchFamily="34" charset="0"/>
                <a:cs typeface="Arial" pitchFamily="34" charset="0"/>
              </a:rPr>
              <a:t>Контактное лицо по поддержке: </a:t>
            </a:r>
            <a:r>
              <a:rPr lang="ru-RU" sz="1000" b="0" i="0" dirty="0" smtClean="0">
                <a:solidFill>
                  <a:srgbClr val="000000"/>
                </a:solidFill>
                <a:latin typeface="Arial" pitchFamily="34" charset="0"/>
                <a:cs typeface="Arial" pitchFamily="34" charset="0"/>
                <a:hlinkClick r:id="rId3"/>
              </a:rPr>
              <a:t>EMC Education Services</a:t>
            </a:r>
          </a:p>
        </p:txBody>
      </p: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96200" y="4086561"/>
            <a:ext cx="923925" cy="1080641"/>
          </a:xfrm>
          <a:prstGeom prst="rect">
            <a:avLst/>
          </a:prstGeom>
        </p:spPr>
      </p:pic>
    </p:spTree>
    <p:custDataLst>
      <p:tags r:id="rId1"/>
    </p:custDataLst>
    <p:extLst>
      <p:ext uri="{BB962C8B-B14F-4D97-AF65-F5344CB8AC3E}">
        <p14:creationId xmlns:p14="http://schemas.microsoft.com/office/powerpoint/2010/main" val="3615795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1" name="TextBox 10"/>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25062457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24932137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38701770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extBox 5"/>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3072121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7" name="TextBox 6"/>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15693216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15662245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atin typeface="Arial" pitchFamily="34" charset="0"/>
                <a:cs typeface="Arial" pitchFamily="34" charset="0"/>
              </a:defRPr>
            </a:lvl1pPr>
          </a:lstStyle>
          <a:p>
            <a:pPr lvl="0"/>
            <a:r>
              <a:rPr lang="en-US" noProof="0" dirty="0" smtClean="0"/>
              <a:t> Click icon to add table</a:t>
            </a:r>
          </a:p>
          <a:p>
            <a:pPr lvl="0"/>
            <a:endParaRPr lang="en-US" noProof="0" dirty="0"/>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9736231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2396679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12118503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9" name="TextBox 8"/>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3352787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Arial" pitchFamily="34" charset="0"/>
                <a:ea typeface="+mj-ea"/>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39435851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Arial" pitchFamily="34" charset="0"/>
                <a:cs typeface="Arial" pitchFamily="34" charset="0"/>
              </a:defRPr>
            </a:lvl1pPr>
            <a:lvl2pPr>
              <a:spcBef>
                <a:spcPts val="300"/>
              </a:spcBef>
              <a:buClr>
                <a:schemeClr val="tx2"/>
              </a:buClr>
              <a:defRPr sz="1800">
                <a:solidFill>
                  <a:schemeClr val="tx1"/>
                </a:solidFill>
                <a:latin typeface="Arial" pitchFamily="34" charset="0"/>
                <a:cs typeface="Arial" pitchFamily="34" charset="0"/>
              </a:defRPr>
            </a:lvl2pPr>
            <a:lvl3pPr marL="1084263" indent="-169863">
              <a:spcBef>
                <a:spcPts val="300"/>
              </a:spcBef>
              <a:buClr>
                <a:schemeClr val="tx2"/>
              </a:buClr>
              <a:defRPr sz="1600">
                <a:solidFill>
                  <a:schemeClr val="tx1"/>
                </a:solidFill>
                <a:latin typeface="Arial" pitchFamily="34" charset="0"/>
                <a:cs typeface="Arial" pitchFamily="34" charset="0"/>
              </a:defRPr>
            </a:lvl3pPr>
            <a:lvl4pPr marL="1430338" indent="-168275">
              <a:spcBef>
                <a:spcPts val="300"/>
              </a:spcBef>
              <a:buClr>
                <a:schemeClr val="tx2"/>
              </a:buClr>
              <a:defRPr sz="1400">
                <a:solidFill>
                  <a:schemeClr val="tx1"/>
                </a:solidFill>
                <a:latin typeface="Arial" pitchFamily="34" charset="0"/>
                <a:cs typeface="Arial" pitchFamily="34" charset="0"/>
              </a:defRPr>
            </a:lvl4pPr>
            <a:lvl5pPr marL="1770063" indent="-169863">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9" name="TextBox 8"/>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3469054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smtClean="0"/>
              <a:t>Click to edit Master title style</a:t>
            </a:r>
            <a:endParaRPr lang="en-US" dirty="0"/>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latin typeface="Arial" pitchFamily="34" charset="0"/>
                <a:cs typeface="Arial" pitchFamily="34" charset="0"/>
              </a:defRPr>
            </a:lvl1pPr>
            <a:lvl2pPr marL="169863" indent="-169863">
              <a:spcBef>
                <a:spcPts val="1200"/>
              </a:spcBef>
              <a:buClr>
                <a:schemeClr val="tx2"/>
              </a:buClr>
              <a:buFont typeface="Arial"/>
              <a:buChar char="•"/>
              <a:defRPr sz="1800">
                <a:solidFill>
                  <a:schemeClr val="tx1"/>
                </a:solidFill>
                <a:latin typeface="Arial" pitchFamily="34" charset="0"/>
                <a:cs typeface="Arial" pitchFamily="34" charset="0"/>
              </a:defRPr>
            </a:lvl2pPr>
            <a:lvl3pPr marL="515938" indent="-168275">
              <a:spcBef>
                <a:spcPts val="300"/>
              </a:spcBef>
              <a:buClr>
                <a:schemeClr val="tx2"/>
              </a:buClr>
              <a:buFont typeface="Lucida Grande"/>
              <a:buChar char="­"/>
              <a:defRPr sz="1600">
                <a:solidFill>
                  <a:schemeClr val="tx1"/>
                </a:solidFill>
                <a:latin typeface="Arial" pitchFamily="34" charset="0"/>
                <a:cs typeface="Arial" pitchFamily="34" charset="0"/>
              </a:defRPr>
            </a:lvl3pPr>
            <a:lvl4pPr marL="855663" indent="-169863">
              <a:spcBef>
                <a:spcPts val="300"/>
              </a:spcBef>
              <a:buClr>
                <a:schemeClr val="tx2"/>
              </a:buClr>
              <a:buFont typeface="Arial"/>
              <a:buChar char="•"/>
              <a:defRPr sz="1400">
                <a:solidFill>
                  <a:schemeClr val="tx1"/>
                </a:solidFill>
                <a:latin typeface="Arial" pitchFamily="34" charset="0"/>
                <a:cs typeface="Arial" pitchFamily="34" charset="0"/>
              </a:defRPr>
            </a:lvl4pPr>
            <a:lvl5pPr marL="1201738" indent="-168275">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latin typeface="Arial" pitchFamily="34" charset="0"/>
                <a:cs typeface="Arial" pitchFamily="34" charset="0"/>
              </a:defRPr>
            </a:lvl1pPr>
            <a:lvl2pPr marL="169863" indent="-169863">
              <a:spcBef>
                <a:spcPts val="1200"/>
              </a:spcBef>
              <a:buClr>
                <a:schemeClr val="tx2"/>
              </a:buClr>
              <a:buFont typeface="Arial"/>
              <a:buChar char="•"/>
              <a:defRPr sz="1800">
                <a:solidFill>
                  <a:schemeClr val="tx1"/>
                </a:solidFill>
                <a:latin typeface="Arial" pitchFamily="34" charset="0"/>
                <a:cs typeface="Arial" pitchFamily="34" charset="0"/>
              </a:defRPr>
            </a:lvl2pPr>
            <a:lvl3pPr marL="515938" indent="-168275">
              <a:spcBef>
                <a:spcPts val="300"/>
              </a:spcBef>
              <a:buClr>
                <a:schemeClr val="tx2"/>
              </a:buClr>
              <a:buFont typeface="Lucida Grande"/>
              <a:buChar char="­"/>
              <a:defRPr sz="1600">
                <a:solidFill>
                  <a:schemeClr val="tx1"/>
                </a:solidFill>
                <a:latin typeface="Arial" pitchFamily="34" charset="0"/>
                <a:cs typeface="Arial" pitchFamily="34" charset="0"/>
              </a:defRPr>
            </a:lvl3pPr>
            <a:lvl4pPr marL="855663" indent="-169863">
              <a:spcBef>
                <a:spcPts val="300"/>
              </a:spcBef>
              <a:buClr>
                <a:schemeClr val="tx2"/>
              </a:buClr>
              <a:buFont typeface="Arial"/>
              <a:buChar char="•"/>
              <a:defRPr sz="1400">
                <a:solidFill>
                  <a:schemeClr val="tx1"/>
                </a:solidFill>
                <a:latin typeface="Arial" pitchFamily="34" charset="0"/>
                <a:cs typeface="Arial" pitchFamily="34" charset="0"/>
              </a:defRPr>
            </a:lvl4pPr>
            <a:lvl5pPr marL="1201738" indent="-168275">
              <a:spcBef>
                <a:spcPts val="300"/>
              </a:spcBef>
              <a:buClr>
                <a:schemeClr val="tx2"/>
              </a:buClr>
              <a:buFont typeface="Arial"/>
              <a:buChar char="–"/>
              <a:defRPr sz="1200">
                <a:solidFill>
                  <a:schemeClr val="tx1"/>
                </a:solidFill>
                <a:latin typeface="Arial" pitchFamily="34" charset="0"/>
                <a:cs typeface="Arial"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24322370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eedback  ">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Arial" pitchFamily="34" charset="0"/>
                <a:cs typeface="Arial" pitchFamily="34" charset="0"/>
              </a:defRPr>
            </a:lvl1pPr>
          </a:lstStyle>
          <a:p>
            <a:r>
              <a:rPr lang="en-US" dirty="0" smtClean="0"/>
              <a:t>Click to edit Master title style</a:t>
            </a:r>
            <a:endParaRPr lang="en-US" dirty="0"/>
          </a:p>
        </p:txBody>
      </p:sp>
      <p:pic>
        <p:nvPicPr>
          <p:cNvPr id="6" name="Picture 10"/>
          <p:cNvPicPr>
            <a:picLocks noChangeAspect="1" noChangeArrowheads="1"/>
          </p:cNvPicPr>
          <p:nvPr userDrawn="1"/>
        </p:nvPicPr>
        <p:blipFill>
          <a:blip r:embed="rId3" cstate="print">
            <a:lum bright="70000" contrast="-70000"/>
          </a:blip>
          <a:srcRect/>
          <a:stretch>
            <a:fillRect/>
          </a:stretch>
        </p:blipFill>
        <p:spPr bwMode="auto">
          <a:xfrm>
            <a:off x="1828800" y="1123950"/>
            <a:ext cx="3754579" cy="2514600"/>
          </a:xfrm>
          <a:prstGeom prst="rect">
            <a:avLst/>
          </a:prstGeom>
          <a:noFill/>
          <a:ln w="28575" algn="ctr">
            <a:noFill/>
            <a:miter lim="800000"/>
            <a:headEnd/>
            <a:tailEnd/>
          </a:ln>
        </p:spPr>
      </p:pic>
      <p:sp>
        <p:nvSpPr>
          <p:cNvPr id="8" name="Rounded Rectangle 7"/>
          <p:cNvSpPr/>
          <p:nvPr userDrawn="1"/>
        </p:nvSpPr>
        <p:spPr bwMode="auto">
          <a:xfrm>
            <a:off x="4876800" y="3257550"/>
            <a:ext cx="2386013" cy="367904"/>
          </a:xfrm>
          <a:prstGeom prst="roundRect">
            <a:avLst/>
          </a:prstGeom>
          <a:solidFill>
            <a:schemeClr val="tx1">
              <a:lumMod val="65000"/>
              <a:lumOff val="35000"/>
            </a:schemeClr>
          </a:solidFill>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a:defRPr/>
            </a:pPr>
            <a:r>
              <a:rPr lang="ru-RU" b="0" i="0" dirty="0" smtClean="0">
                <a:solidFill>
                  <a:srgbClr val="FFFFFF"/>
                </a:solidFill>
                <a:latin typeface="Arial" pitchFamily="34" charset="0"/>
                <a:cs typeface="Arial" pitchFamily="34" charset="0"/>
              </a:rPr>
              <a:t>Отправить отзыв</a:t>
            </a: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3517359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1906826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lvl1pPr>
              <a:defRPr>
                <a:latin typeface="Arial" pitchFamily="34" charset="0"/>
                <a:cs typeface="Arial" pitchFamily="34" charset="0"/>
              </a:defRPr>
            </a:lvl1pPr>
          </a:lstStyle>
          <a:p>
            <a:r>
              <a:rPr lang="en-US" dirty="0" smtClean="0"/>
              <a:t>Click to edit Master title style</a:t>
            </a:r>
            <a:endParaRPr lang="en-US" dirty="0"/>
          </a:p>
        </p:txBody>
      </p:sp>
      <p:sp>
        <p:nvSpPr>
          <p:cNvPr id="5" name="TextBox 4"/>
          <p:cNvSpPr txBox="1"/>
          <p:nvPr userDrawn="1"/>
        </p:nvSpPr>
        <p:spPr>
          <a:xfrm>
            <a:off x="5562600" y="4946080"/>
            <a:ext cx="2590800" cy="184666"/>
          </a:xfrm>
          <a:prstGeom prst="rect">
            <a:avLst/>
          </a:prstGeom>
          <a:noFill/>
        </p:spPr>
        <p:txBody>
          <a:bodyPr wrap="square" rtlCol="0">
            <a:spAutoFit/>
          </a:bodyPr>
          <a:lstStyle/>
          <a:p>
            <a:r>
              <a:rPr lang="ru-RU" sz="600" kern="1200" dirty="0" smtClean="0">
                <a:solidFill>
                  <a:schemeClr val="accent4">
                    <a:lumMod val="50000"/>
                  </a:schemeClr>
                </a:solidFill>
                <a:latin typeface="Arial" pitchFamily="34" charset="0"/>
                <a:ea typeface="+mn-ea"/>
                <a:cs typeface="Arial" pitchFamily="34" charset="0"/>
              </a:rPr>
              <a:t>ISM v3 модуль 1: введение в системы хранения информации</a:t>
            </a:r>
            <a:endParaRPr lang="en-US" sz="600" kern="1200" dirty="0" err="1" smtClean="0">
              <a:solidFill>
                <a:schemeClr val="accent4">
                  <a:lumMod val="50000"/>
                </a:schemeClr>
              </a:solidFill>
              <a:latin typeface="Arial" pitchFamily="34" charset="0"/>
              <a:ea typeface="+mn-ea"/>
              <a:cs typeface="Arial" pitchFamily="34" charset="0"/>
            </a:endParaRPr>
          </a:p>
        </p:txBody>
      </p:sp>
    </p:spTree>
    <p:custDataLst>
      <p:tags r:id="rId1"/>
    </p:custDataLst>
    <p:extLst>
      <p:ext uri="{BB962C8B-B14F-4D97-AF65-F5344CB8AC3E}">
        <p14:creationId xmlns:p14="http://schemas.microsoft.com/office/powerpoint/2010/main" val="2010765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ags" Target="../tags/tag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16"/>
          <p:cNvSpPr txBox="1"/>
          <p:nvPr/>
        </p:nvSpPr>
        <p:spPr bwMode="gray">
          <a:xfrm>
            <a:off x="366714" y="5033045"/>
            <a:ext cx="1748877"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smtClean="0">
                <a:solidFill>
                  <a:srgbClr val="717073"/>
                </a:solidFill>
                <a:latin typeface="Arial" pitchFamily="34" charset="0"/>
                <a:cs typeface="Arial" pitchFamily="34" charset="0"/>
              </a:rPr>
              <a:t> Корпорация EMC, 2015 г. Все права защищены.</a:t>
            </a:r>
          </a:p>
        </p:txBody>
      </p:sp>
      <p:pic>
        <p:nvPicPr>
          <p:cNvPr id="9" name="Picture 8"/>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229162" y="4448396"/>
            <a:ext cx="533838" cy="709502"/>
          </a:xfrm>
          <a:prstGeom prst="rect">
            <a:avLst/>
          </a:prstGeom>
        </p:spPr>
      </p:pic>
    </p:spTree>
    <p:custDataLst>
      <p:tags r:id="rId19"/>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5" r:id="rId15"/>
    <p:sldLayoutId id="2147483771" r:id="rId16"/>
    <p:sldLayoutId id="2147483768" r:id="rId17"/>
  </p:sldLayoutIdLst>
  <p:timing>
    <p:tnLst>
      <p:par>
        <p:cTn id="1" dur="indefinite" restart="never" nodeType="tmRoot"/>
      </p:par>
    </p:tnLst>
  </p:timing>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16"/>
          <p:cNvSpPr txBox="1"/>
          <p:nvPr/>
        </p:nvSpPr>
        <p:spPr bwMode="gray">
          <a:xfrm>
            <a:off x="366714" y="5033041"/>
            <a:ext cx="1748877"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smtClean="0">
                <a:solidFill>
                  <a:srgbClr val="717073"/>
                </a:solidFill>
                <a:latin typeface="Arial" pitchFamily="34" charset="0"/>
                <a:cs typeface="Arial" pitchFamily="34" charset="0"/>
              </a:rPr>
              <a:t> Корпорация EMC, 2015 г. Все права защищены.</a:t>
            </a:r>
          </a:p>
        </p:txBody>
      </p:sp>
    </p:spTree>
    <p:custDataLst>
      <p:tags r:id="rId19"/>
    </p:custDataLst>
    <p:extLst>
      <p:ext uri="{BB962C8B-B14F-4D97-AF65-F5344CB8AC3E}">
        <p14:creationId xmlns:p14="http://schemas.microsoft.com/office/powerpoint/2010/main" val="3161552595"/>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Lst>
  <p:timing>
    <p:tnLst>
      <p:par>
        <p:cTn id="1" dur="indefinite" restart="never" nodeType="tmRoot"/>
      </p:par>
    </p:tnLst>
  </p:timing>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5.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42.xml"/><Relationship Id="rId6" Type="http://schemas.openxmlformats.org/officeDocument/2006/relationships/image" Target="../media/image7.jpe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hyperlink" Target="http://rtcloud.ru/"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4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12.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tags" Target="../tags/tag61.xml"/><Relationship Id="rId18" Type="http://schemas.openxmlformats.org/officeDocument/2006/relationships/tags" Target="../tags/tag66.xml"/><Relationship Id="rId26" Type="http://schemas.openxmlformats.org/officeDocument/2006/relationships/image" Target="../media/image14.png"/><Relationship Id="rId3" Type="http://schemas.openxmlformats.org/officeDocument/2006/relationships/tags" Target="../tags/tag51.xml"/><Relationship Id="rId21" Type="http://schemas.openxmlformats.org/officeDocument/2006/relationships/tags" Target="../tags/tag69.xml"/><Relationship Id="rId7" Type="http://schemas.openxmlformats.org/officeDocument/2006/relationships/tags" Target="../tags/tag55.xml"/><Relationship Id="rId12" Type="http://schemas.openxmlformats.org/officeDocument/2006/relationships/tags" Target="../tags/tag60.xml"/><Relationship Id="rId17" Type="http://schemas.openxmlformats.org/officeDocument/2006/relationships/tags" Target="../tags/tag65.xml"/><Relationship Id="rId25" Type="http://schemas.openxmlformats.org/officeDocument/2006/relationships/image" Target="../media/image13.png"/><Relationship Id="rId2" Type="http://schemas.openxmlformats.org/officeDocument/2006/relationships/tags" Target="../tags/tag50.xml"/><Relationship Id="rId16" Type="http://schemas.openxmlformats.org/officeDocument/2006/relationships/tags" Target="../tags/tag64.xml"/><Relationship Id="rId20" Type="http://schemas.openxmlformats.org/officeDocument/2006/relationships/tags" Target="../tags/tag68.xml"/><Relationship Id="rId29" Type="http://schemas.openxmlformats.org/officeDocument/2006/relationships/image" Target="../media/image17.png"/><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24" Type="http://schemas.openxmlformats.org/officeDocument/2006/relationships/notesSlide" Target="../notesSlides/notesSlide12.xml"/><Relationship Id="rId5" Type="http://schemas.openxmlformats.org/officeDocument/2006/relationships/tags" Target="../tags/tag53.xml"/><Relationship Id="rId15" Type="http://schemas.openxmlformats.org/officeDocument/2006/relationships/tags" Target="../tags/tag63.xml"/><Relationship Id="rId23" Type="http://schemas.openxmlformats.org/officeDocument/2006/relationships/slideLayout" Target="../slideLayouts/slideLayout2.xml"/><Relationship Id="rId28" Type="http://schemas.openxmlformats.org/officeDocument/2006/relationships/image" Target="../media/image16.png"/><Relationship Id="rId10" Type="http://schemas.openxmlformats.org/officeDocument/2006/relationships/tags" Target="../tags/tag58.xml"/><Relationship Id="rId19" Type="http://schemas.openxmlformats.org/officeDocument/2006/relationships/tags" Target="../tags/tag67.xml"/><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tags" Target="../tags/tag62.xml"/><Relationship Id="rId22" Type="http://schemas.openxmlformats.org/officeDocument/2006/relationships/tags" Target="../tags/tag70.xml"/><Relationship Id="rId27" Type="http://schemas.openxmlformats.org/officeDocument/2006/relationships/image" Target="../media/image15.png"/><Relationship Id="rId30"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image" Target="../media/image20.png"/><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image" Target="../media/image19.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notesSlide" Target="../notesSlides/notesSlide13.xml"/><Relationship Id="rId5" Type="http://schemas.openxmlformats.org/officeDocument/2006/relationships/tags" Target="../tags/tag75.xml"/><Relationship Id="rId10" Type="http://schemas.openxmlformats.org/officeDocument/2006/relationships/slideLayout" Target="../slideLayouts/slideLayout2.xml"/><Relationship Id="rId4" Type="http://schemas.openxmlformats.org/officeDocument/2006/relationships/tags" Target="../tags/tag74.xml"/><Relationship Id="rId9" Type="http://schemas.openxmlformats.org/officeDocument/2006/relationships/tags" Target="../tags/tag79.xml"/></Relationships>
</file>

<file path=ppt/slides/_rels/slide14.xml.rels><?xml version="1.0" encoding="UTF-8" standalone="yes"?>
<Relationships xmlns="http://schemas.openxmlformats.org/package/2006/relationships"><Relationship Id="rId8" Type="http://schemas.openxmlformats.org/officeDocument/2006/relationships/tags" Target="../tags/tag87.xml"/><Relationship Id="rId13" Type="http://schemas.openxmlformats.org/officeDocument/2006/relationships/tags" Target="../tags/tag92.xml"/><Relationship Id="rId18" Type="http://schemas.openxmlformats.org/officeDocument/2006/relationships/slideLayout" Target="../slideLayouts/slideLayout2.xml"/><Relationship Id="rId3" Type="http://schemas.openxmlformats.org/officeDocument/2006/relationships/tags" Target="../tags/tag82.xml"/><Relationship Id="rId21" Type="http://schemas.openxmlformats.org/officeDocument/2006/relationships/image" Target="../media/image21.png"/><Relationship Id="rId7" Type="http://schemas.openxmlformats.org/officeDocument/2006/relationships/tags" Target="../tags/tag86.xml"/><Relationship Id="rId12" Type="http://schemas.openxmlformats.org/officeDocument/2006/relationships/tags" Target="../tags/tag91.xml"/><Relationship Id="rId17" Type="http://schemas.openxmlformats.org/officeDocument/2006/relationships/tags" Target="../tags/tag96.xml"/><Relationship Id="rId2" Type="http://schemas.openxmlformats.org/officeDocument/2006/relationships/tags" Target="../tags/tag81.xml"/><Relationship Id="rId16" Type="http://schemas.openxmlformats.org/officeDocument/2006/relationships/tags" Target="../tags/tag95.xml"/><Relationship Id="rId20" Type="http://schemas.openxmlformats.org/officeDocument/2006/relationships/image" Target="../media/image5.png"/><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tags" Target="../tags/tag90.xml"/><Relationship Id="rId24" Type="http://schemas.openxmlformats.org/officeDocument/2006/relationships/image" Target="../media/image10.png"/><Relationship Id="rId5" Type="http://schemas.openxmlformats.org/officeDocument/2006/relationships/tags" Target="../tags/tag84.xml"/><Relationship Id="rId15" Type="http://schemas.openxmlformats.org/officeDocument/2006/relationships/tags" Target="../tags/tag94.xml"/><Relationship Id="rId23" Type="http://schemas.openxmlformats.org/officeDocument/2006/relationships/image" Target="../media/image11.png"/><Relationship Id="rId10" Type="http://schemas.openxmlformats.org/officeDocument/2006/relationships/tags" Target="../tags/tag89.xml"/><Relationship Id="rId19" Type="http://schemas.openxmlformats.org/officeDocument/2006/relationships/notesSlide" Target="../notesSlides/notesSlide14.xml"/><Relationship Id="rId4" Type="http://schemas.openxmlformats.org/officeDocument/2006/relationships/tags" Target="../tags/tag83.xml"/><Relationship Id="rId9" Type="http://schemas.openxmlformats.org/officeDocument/2006/relationships/tags" Target="../tags/tag88.xml"/><Relationship Id="rId14" Type="http://schemas.openxmlformats.org/officeDocument/2006/relationships/tags" Target="../tags/tag93.xml"/><Relationship Id="rId22" Type="http://schemas.openxmlformats.org/officeDocument/2006/relationships/image" Target="../media/image22.png"/></Relationships>
</file>

<file path=ppt/slides/_rels/slide15.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image" Target="../media/image23.png"/><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notesSlide" Target="../notesSlides/notesSlide15.xml"/><Relationship Id="rId2" Type="http://schemas.openxmlformats.org/officeDocument/2006/relationships/tags" Target="../tags/tag98.xml"/><Relationship Id="rId16" Type="http://schemas.openxmlformats.org/officeDocument/2006/relationships/image" Target="../media/image26.png"/><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slideLayout" Target="../slideLayouts/slideLayout2.xml"/><Relationship Id="rId5" Type="http://schemas.openxmlformats.org/officeDocument/2006/relationships/tags" Target="../tags/tag101.xml"/><Relationship Id="rId15" Type="http://schemas.openxmlformats.org/officeDocument/2006/relationships/image" Target="../media/image25.png"/><Relationship Id="rId10" Type="http://schemas.openxmlformats.org/officeDocument/2006/relationships/tags" Target="../tags/tag106.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dirty="0" smtClean="0"/>
              <a:t>ISM v3 модуль 1: введение в системы хранения информации</a:t>
            </a:r>
            <a:endParaRPr lang="ru-RU" sz="2800" b="0" i="0" dirty="0" smtClean="0">
              <a:solidFill>
                <a:srgbClr val="2C95DD"/>
              </a:solidFill>
              <a:latin typeface="Arial" pitchFamily="34" charset="0"/>
              <a:cs typeface="Arial" pitchFamily="34" charset="0"/>
            </a:endParaRPr>
          </a:p>
        </p:txBody>
      </p:sp>
    </p:spTree>
    <p:custDataLst>
      <p:tags r:id="rId1"/>
    </p:custDataLst>
    <p:extLst>
      <p:ext uri="{BB962C8B-B14F-4D97-AF65-F5344CB8AC3E}">
        <p14:creationId xmlns:p14="http://schemas.microsoft.com/office/powerpoint/2010/main" val="10805878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Обзор модуля</a:t>
            </a:r>
          </a:p>
        </p:txBody>
      </p:sp>
      <p:graphicFrame>
        <p:nvGraphicFramePr>
          <p:cNvPr id="8" name="Content Placeholder 7"/>
          <p:cNvGraphicFramePr>
            <a:graphicFrameLocks noGrp="1"/>
          </p:cNvGraphicFramePr>
          <p:nvPr>
            <p:ph sz="quarter" idx="10"/>
            <p:extLst>
              <p:ext uri="{D42A27DB-BD31-4B8C-83A1-F6EECF244321}">
                <p14:modId xmlns:p14="http://schemas.microsoft.com/office/powerpoint/2010/main" val="3457495242"/>
              </p:ext>
            </p:extLst>
          </p:nvPr>
        </p:nvGraphicFramePr>
        <p:xfrm>
          <a:off x="379413" y="990600"/>
          <a:ext cx="8458200" cy="2565400"/>
        </p:xfrm>
        <a:graphic>
          <a:graphicData uri="http://schemas.openxmlformats.org/drawingml/2006/table">
            <a:tbl>
              <a:tblPr firstCol="1" bandRow="1">
                <a:tableStyleId>{5C22544A-7EE6-4342-B048-85BDC9FD1C3A}</a:tableStyleId>
              </a:tblPr>
              <a:tblGrid>
                <a:gridCol w="1373187">
                  <a:extLst>
                    <a:ext uri="{9D8B030D-6E8A-4147-A177-3AD203B41FA5}">
                      <a16:colId xmlns:a16="http://schemas.microsoft.com/office/drawing/2014/main" val="20000"/>
                    </a:ext>
                  </a:extLst>
                </a:gridCol>
                <a:gridCol w="7085013">
                  <a:extLst>
                    <a:ext uri="{9D8B030D-6E8A-4147-A177-3AD203B41FA5}">
                      <a16:colId xmlns:a16="http://schemas.microsoft.com/office/drawing/2014/main" val="20001"/>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kern="1200" dirty="0" smtClean="0">
                        <a:latin typeface="Arial" pitchFamily="34" charset="0"/>
                        <a:cs typeface="Arial"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ru-RU" sz="1400" b="1" i="0" dirty="0" smtClean="0">
                          <a:solidFill>
                            <a:srgbClr val="FFFFFF"/>
                          </a:solidFill>
                          <a:latin typeface="Arial" pitchFamily="34" charset="0"/>
                          <a:cs typeface="Arial" pitchFamily="34" charset="0"/>
                        </a:rPr>
                        <a:t>Описание</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Arial" pitchFamily="34" charset="0"/>
                        <a:ea typeface="+mn-ea"/>
                        <a:cs typeface="Arial" pitchFamily="34" charset="0"/>
                      </a:endParaRPr>
                    </a:p>
                  </a:txBody>
                  <a:tcPr anchor="ctr">
                    <a:gradFill>
                      <a:gsLst>
                        <a:gs pos="0">
                          <a:schemeClr val="tx2">
                            <a:lumMod val="75000"/>
                          </a:schemeClr>
                        </a:gs>
                        <a:gs pos="100000">
                          <a:schemeClr val="tx2"/>
                        </a:gs>
                      </a:gsLst>
                      <a:lin ang="2700000" scaled="1"/>
                    </a:gradFill>
                  </a:tcPr>
                </a:tc>
                <a:tc>
                  <a:txBody>
                    <a:bodyPr/>
                    <a:lstStyle/>
                    <a:p>
                      <a:pPr marL="171450" marR="0" lvl="0" indent="0" algn="l" defTabSz="457200" rtl="0" eaLnBrk="1" fontAlgn="auto" latinLnBrk="0" hangingPunct="1">
                        <a:lnSpc>
                          <a:spcPct val="100000"/>
                        </a:lnSpc>
                        <a:spcBef>
                          <a:spcPts val="0"/>
                        </a:spcBef>
                        <a:spcAft>
                          <a:spcPts val="0"/>
                        </a:spcAft>
                        <a:buClrTx/>
                        <a:buSzTx/>
                        <a:buFontTx/>
                        <a:buNone/>
                        <a:tabLst/>
                        <a:defRPr/>
                      </a:pPr>
                      <a:r>
                        <a:rPr lang="ru-RU" sz="1200" b="0" i="0" dirty="0" smtClean="0">
                          <a:solidFill>
                            <a:srgbClr val="000000"/>
                          </a:solidFill>
                          <a:latin typeface="Arial" pitchFamily="34" charset="0"/>
                          <a:cs typeface="Arial" pitchFamily="34" charset="0"/>
                        </a:rPr>
                        <a:t>В рамках этого модуля слушателям предоставляются сведения о классификации данных, центрах обработки данных и вычислительных платформах. Рассматриваются цифровые данные, типы цифровых данных и информация. Приводится обзор центра обработки данных и его ключевых характеристик. Также описываются ключевые процессы управления центрами обработки данных. Кроме того, в рамках данного модуля рассматривается развитие вычислительных платформ.</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0"/>
                  </a:ext>
                </a:extLst>
              </a:tr>
              <a:tr h="370840">
                <a:tc>
                  <a:txBody>
                    <a:bodyPr/>
                    <a:lstStyle/>
                    <a:p>
                      <a:pPr algn="ctr"/>
                      <a:r>
                        <a:rPr lang="ru-RU" sz="1400" b="1" i="0" dirty="0" smtClean="0">
                          <a:solidFill>
                            <a:srgbClr val="FFFFFF"/>
                          </a:solidFill>
                          <a:latin typeface="Arial" pitchFamily="34" charset="0"/>
                          <a:cs typeface="Arial" pitchFamily="34" charset="0"/>
                        </a:rPr>
                        <a:t>Аудитория</a:t>
                      </a:r>
                    </a:p>
                  </a:txBody>
                  <a:tcPr anchor="ctr">
                    <a:gradFill>
                      <a:gsLst>
                        <a:gs pos="0">
                          <a:schemeClr val="tx2">
                            <a:lumMod val="75000"/>
                          </a:schemeClr>
                        </a:gs>
                        <a:gs pos="100000">
                          <a:schemeClr val="tx2"/>
                        </a:gs>
                      </a:gsLst>
                      <a:lin ang="2700000" scaled="1"/>
                    </a:gradFill>
                  </a:tcPr>
                </a:tc>
                <a:tc>
                  <a:txBody>
                    <a:bodyPr/>
                    <a:lstStyle/>
                    <a:p>
                      <a:pPr marL="114300" marR="251460" lvl="0" indent="44450" algn="l" defTabSz="914400" rtl="0" eaLnBrk="1" fontAlgn="auto" latinLnBrk="0" hangingPunct="1">
                        <a:lnSpc>
                          <a:spcPct val="115000"/>
                        </a:lnSpc>
                        <a:spcBef>
                          <a:spcPts val="0"/>
                        </a:spcBef>
                        <a:spcAft>
                          <a:spcPts val="1000"/>
                        </a:spcAft>
                        <a:buClrTx/>
                        <a:buSzTx/>
                        <a:buFontTx/>
                        <a:buNone/>
                        <a:tabLst>
                          <a:tab pos="2743200" algn="ctr"/>
                          <a:tab pos="5486400" algn="r"/>
                        </a:tabLst>
                        <a:defRPr/>
                      </a:pPr>
                      <a:r>
                        <a:rPr lang="ru-RU" sz="1200" b="0" i="0" u="none" dirty="0" smtClean="0">
                          <a:solidFill>
                            <a:srgbClr val="000000"/>
                          </a:solidFill>
                          <a:latin typeface="Arial" pitchFamily="34" charset="0"/>
                          <a:cs typeface="Arial" pitchFamily="34" charset="0"/>
                        </a:rPr>
                        <a:t>Заказчики, партнеры, сотрудники EMC и отраслевые специалисты (включая студентов)</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1"/>
                  </a:ext>
                </a:extLst>
              </a:tr>
              <a:tr h="370840">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ru-RU" sz="1400" b="1" i="0" dirty="0" smtClean="0">
                          <a:solidFill>
                            <a:srgbClr val="FFFFFF"/>
                          </a:solidFill>
                          <a:latin typeface="Arial" pitchFamily="34" charset="0"/>
                          <a:cs typeface="Arial" pitchFamily="34" charset="0"/>
                        </a:rPr>
                        <a:t>Цели</a:t>
                      </a:r>
                    </a:p>
                  </a:txBody>
                  <a:tcPr anchor="ctr">
                    <a:gradFill>
                      <a:gsLst>
                        <a:gs pos="0">
                          <a:schemeClr val="tx2">
                            <a:lumMod val="75000"/>
                          </a:schemeClr>
                        </a:gs>
                        <a:gs pos="100000">
                          <a:schemeClr val="tx2"/>
                        </a:gs>
                      </a:gsLst>
                      <a:lin ang="2700000" scaled="1"/>
                    </a:gradFill>
                  </a:tcPr>
                </a:tc>
                <a:tc>
                  <a:txBody>
                    <a:bodyPr/>
                    <a:lstStyle/>
                    <a:p>
                      <a:pPr marL="342900" marR="0" lvl="0" indent="-171450" algn="l" defTabSz="914400" rtl="0" eaLnBrk="1" fontAlgn="base" latinLnBrk="0" hangingPunct="1">
                        <a:lnSpc>
                          <a:spcPct val="100000"/>
                        </a:lnSpc>
                        <a:spcBef>
                          <a:spcPct val="0"/>
                        </a:spcBef>
                        <a:spcAft>
                          <a:spcPct val="0"/>
                        </a:spcAft>
                        <a:buClrTx/>
                        <a:buSzTx/>
                        <a:buFontTx/>
                        <a:buNone/>
                        <a:tabLst/>
                        <a:defRPr/>
                      </a:pPr>
                      <a:r>
                        <a:rPr lang="ru-RU" sz="1200" b="0" i="0" u="none" dirty="0" smtClean="0">
                          <a:solidFill>
                            <a:srgbClr val="000000"/>
                          </a:solidFill>
                          <a:latin typeface="Arial" pitchFamily="34" charset="0"/>
                          <a:cs typeface="Arial" pitchFamily="34" charset="0"/>
                        </a:rPr>
                        <a:t>По окончании этого модуля вы должны уметь:</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smtClean="0">
                          <a:solidFill>
                            <a:srgbClr val="000000"/>
                          </a:solidFill>
                          <a:latin typeface="Arial" pitchFamily="34" charset="0"/>
                          <a:cs typeface="Arial" pitchFamily="34" charset="0"/>
                        </a:rPr>
                        <a:t>давать определение цифровым данным, типам данных и информации;</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smtClean="0">
                          <a:solidFill>
                            <a:srgbClr val="000000"/>
                          </a:solidFill>
                          <a:latin typeface="Arial" pitchFamily="34" charset="0"/>
                          <a:cs typeface="Arial" pitchFamily="34" charset="0"/>
                        </a:rPr>
                        <a:t>давать определение центру обработки данных и описывать его характеристики;</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smtClean="0">
                          <a:solidFill>
                            <a:srgbClr val="000000"/>
                          </a:solidFill>
                          <a:latin typeface="Arial" pitchFamily="34" charset="0"/>
                          <a:cs typeface="Arial" pitchFamily="34" charset="0"/>
                        </a:rPr>
                        <a:t>описывать ключевые процессы управления центром обработки данных;</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smtClean="0">
                          <a:solidFill>
                            <a:srgbClr val="000000"/>
                          </a:solidFill>
                          <a:latin typeface="Arial" pitchFamily="34" charset="0"/>
                          <a:cs typeface="Arial" pitchFamily="34" charset="0"/>
                        </a:rPr>
                        <a:t>описывать этапы развития вычислительных платформ.</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2"/>
                  </a:ext>
                </a:extLst>
              </a:tr>
            </a:tbl>
          </a:graphicData>
        </a:graphic>
      </p:graphicFrame>
      <p:sp>
        <p:nvSpPr>
          <p:cNvPr id="10" name="TextBox 9"/>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3367583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Рост цифровой вселенной</a:t>
            </a:r>
          </a:p>
        </p:txBody>
      </p:sp>
      <p:sp>
        <p:nvSpPr>
          <p:cNvPr id="5" name="Content Placeholder 4"/>
          <p:cNvSpPr>
            <a:spLocks noGrp="1"/>
          </p:cNvSpPr>
          <p:nvPr>
            <p:ph sz="quarter" idx="10"/>
          </p:nvPr>
        </p:nvSpPr>
        <p:spPr/>
        <p:txBody>
          <a:bodyPr/>
          <a:lstStyle/>
          <a:p>
            <a:r>
              <a:rPr lang="ru-RU" sz="1900" b="0" i="0" dirty="0" smtClean="0">
                <a:solidFill>
                  <a:srgbClr val="000000"/>
                </a:solidFill>
                <a:latin typeface="Arial" pitchFamily="34" charset="0"/>
                <a:cs typeface="Arial" pitchFamily="34" charset="0"/>
              </a:rPr>
              <a:t>Цифровую вселенную создает и определяет программное обеспечение</a:t>
            </a:r>
          </a:p>
          <a:p>
            <a:pPr lvl="1"/>
            <a:r>
              <a:rPr lang="ru-RU" sz="1700" b="0" i="0" dirty="0" smtClean="0">
                <a:solidFill>
                  <a:srgbClr val="000000"/>
                </a:solidFill>
                <a:latin typeface="Arial" pitchFamily="34" charset="0"/>
                <a:cs typeface="Arial" pitchFamily="34" charset="0"/>
              </a:rPr>
              <a:t>Непрерывное создание, сбор, хранение и анализ цифровых данных осуществляются с помощью ПО </a:t>
            </a:r>
          </a:p>
          <a:p>
            <a:r>
              <a:rPr lang="ru-RU" sz="1900" b="0" i="0" dirty="0" smtClean="0">
                <a:solidFill>
                  <a:srgbClr val="000000"/>
                </a:solidFill>
                <a:latin typeface="Arial" pitchFamily="34" charset="0"/>
                <a:cs typeface="Arial" pitchFamily="34" charset="0"/>
              </a:rPr>
              <a:t>В цифровой вселенной каждый год создается около 4,4 триллиона Гбайт данных</a:t>
            </a:r>
          </a:p>
          <a:p>
            <a:pPr lvl="1"/>
            <a:r>
              <a:rPr lang="ru-RU" sz="1700" b="0" i="0" dirty="0" smtClean="0">
                <a:solidFill>
                  <a:srgbClr val="000000"/>
                </a:solidFill>
                <a:latin typeface="Arial" pitchFamily="34" charset="0"/>
                <a:cs typeface="Arial" pitchFamily="34" charset="0"/>
              </a:rPr>
              <a:t>Распространение ИТ, широкое использование Интернета, социальных сетей и интеллектуальных устройств способствуют росту объема данных</a:t>
            </a:r>
          </a:p>
          <a:p>
            <a:r>
              <a:rPr lang="ru-RU" sz="1900" b="0" i="0" dirty="0" smtClean="0">
                <a:solidFill>
                  <a:srgbClr val="000000"/>
                </a:solidFill>
                <a:latin typeface="Arial" pitchFamily="34" charset="0"/>
                <a:cs typeface="Arial" pitchFamily="34" charset="0"/>
              </a:rPr>
              <a:t>Интернет вещей также вносит свой вклад в рост объема данных</a:t>
            </a:r>
          </a:p>
          <a:p>
            <a:pPr lvl="1"/>
            <a:r>
              <a:rPr lang="ru-RU" sz="1700" b="0" i="0" dirty="0" smtClean="0">
                <a:solidFill>
                  <a:srgbClr val="000000"/>
                </a:solidFill>
                <a:latin typeface="Arial" pitchFamily="34" charset="0"/>
                <a:cs typeface="Arial" pitchFamily="34" charset="0"/>
              </a:rPr>
              <a:t>Интернет вещей составляют связанные с помощью Интернета устройства и датчики</a:t>
            </a:r>
          </a:p>
        </p:txBody>
      </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29404657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Зачем нужны решения для хранения информации и управления ею?</a:t>
            </a:r>
          </a:p>
        </p:txBody>
      </p:sp>
      <p:sp>
        <p:nvSpPr>
          <p:cNvPr id="3" name="Content Placeholder 2"/>
          <p:cNvSpPr>
            <a:spLocks noGrp="1"/>
          </p:cNvSpPr>
          <p:nvPr>
            <p:ph sz="quarter" idx="10"/>
          </p:nvPr>
        </p:nvSpPr>
        <p:spPr/>
        <p:txBody>
          <a:bodyPr/>
          <a:lstStyle/>
          <a:p>
            <a:r>
              <a:rPr lang="ru-RU" sz="2000" b="0" i="0" dirty="0" smtClean="0">
                <a:solidFill>
                  <a:srgbClr val="000000"/>
                </a:solidFill>
                <a:latin typeface="Arial" pitchFamily="34" charset="0"/>
                <a:cs typeface="Arial" pitchFamily="34" charset="0"/>
              </a:rPr>
              <a:t>Организации зависят от непрерывного и надежного доступа к информации </a:t>
            </a:r>
          </a:p>
          <a:p>
            <a:r>
              <a:rPr lang="ru-RU" sz="2000" b="0" i="0" dirty="0" smtClean="0">
                <a:solidFill>
                  <a:srgbClr val="000000"/>
                </a:solidFill>
                <a:latin typeface="Arial" pitchFamily="34" charset="0"/>
                <a:cs typeface="Arial" pitchFamily="34" charset="0"/>
              </a:rPr>
              <a:t>Организации стремятся эффективно хранить, защищать, обрабатывать и использовать информацию, а также управлять ею</a:t>
            </a:r>
          </a:p>
          <a:p>
            <a:r>
              <a:rPr lang="ru-RU" sz="2000" b="0" i="0" dirty="0" smtClean="0">
                <a:solidFill>
                  <a:srgbClr val="000000"/>
                </a:solidFill>
                <a:latin typeface="Arial" pitchFamily="34" charset="0"/>
                <a:cs typeface="Arial" pitchFamily="34" charset="0"/>
              </a:rPr>
              <a:t>Все больше организаций внедряют интеллектуальные решения для хранения данных, которые позволяют:</a:t>
            </a:r>
          </a:p>
          <a:p>
            <a:pPr lvl="1"/>
            <a:r>
              <a:rPr lang="ru-RU" sz="1800" b="0" i="0" dirty="0" smtClean="0">
                <a:solidFill>
                  <a:srgbClr val="000000"/>
                </a:solidFill>
                <a:latin typeface="Arial" pitchFamily="34" charset="0"/>
                <a:cs typeface="Arial" pitchFamily="34" charset="0"/>
              </a:rPr>
              <a:t>обеспечить эффективное хранение и администрирование информации;</a:t>
            </a:r>
          </a:p>
          <a:p>
            <a:pPr lvl="1"/>
            <a:r>
              <a:rPr lang="ru-RU" sz="1800" b="0" i="0" dirty="0" smtClean="0">
                <a:solidFill>
                  <a:srgbClr val="000000"/>
                </a:solidFill>
                <a:latin typeface="Arial" pitchFamily="34" charset="0"/>
                <a:cs typeface="Arial" pitchFamily="34" charset="0"/>
              </a:rPr>
              <a:t>получить конкурентное преимущество;</a:t>
            </a:r>
          </a:p>
          <a:p>
            <a:pPr lvl="1"/>
            <a:r>
              <a:rPr lang="ru-RU" sz="1800" b="0" i="0" dirty="0" smtClean="0">
                <a:solidFill>
                  <a:srgbClr val="000000"/>
                </a:solidFill>
                <a:latin typeface="Arial" pitchFamily="34" charset="0"/>
                <a:cs typeface="Arial" pitchFamily="34" charset="0"/>
              </a:rPr>
              <a:t>открыть новые возможности для бизнеса.</a:t>
            </a:r>
          </a:p>
        </p:txBody>
      </p:sp>
      <p:sp>
        <p:nvSpPr>
          <p:cNvPr id="8" name="TextBox 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41755436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Что собой представляют цифровые данные?</a:t>
            </a:r>
          </a:p>
        </p:txBody>
      </p:sp>
      <p:grpSp>
        <p:nvGrpSpPr>
          <p:cNvPr id="6" name="Group 5"/>
          <p:cNvGrpSpPr/>
          <p:nvPr/>
        </p:nvGrpSpPr>
        <p:grpSpPr>
          <a:xfrm>
            <a:off x="334134" y="990000"/>
            <a:ext cx="8486338" cy="1005686"/>
            <a:chOff x="299409" y="798190"/>
            <a:chExt cx="8486338" cy="1005686"/>
          </a:xfrm>
        </p:grpSpPr>
        <p:sp>
          <p:nvSpPr>
            <p:cNvPr id="7" name="Rectangle 6"/>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8" name="Rectangle 7"/>
            <p:cNvSpPr/>
            <p:nvPr/>
          </p:nvSpPr>
          <p:spPr>
            <a:xfrm>
              <a:off x="614992" y="996920"/>
              <a:ext cx="8170755" cy="80695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600" b="0" i="0" dirty="0" smtClean="0">
                  <a:solidFill>
                    <a:srgbClr val="000000"/>
                  </a:solidFill>
                  <a:latin typeface="Arial" pitchFamily="34" charset="0"/>
                  <a:cs typeface="Arial" pitchFamily="34" charset="0"/>
                </a:rPr>
                <a:t>Набор фактов, которые передаются и хранятся в электронной форме и обрабатываются с помощью программного обеспечения. </a:t>
              </a:r>
            </a:p>
          </p:txBody>
        </p:sp>
        <p:sp>
          <p:nvSpPr>
            <p:cNvPr id="9" name="Rectangle 8"/>
            <p:cNvSpPr/>
            <p:nvPr/>
          </p:nvSpPr>
          <p:spPr>
            <a:xfrm>
              <a:off x="349179"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600" b="1" i="0" dirty="0" smtClean="0">
                  <a:solidFill>
                    <a:srgbClr val="FFFFFF"/>
                  </a:solidFill>
                  <a:latin typeface="Arial" pitchFamily="34" charset="0"/>
                  <a:cs typeface="Arial" pitchFamily="34" charset="0"/>
                </a:rPr>
                <a:t>Цифровые данные</a:t>
              </a:r>
            </a:p>
          </p:txBody>
        </p:sp>
      </p:grpSp>
      <p:grpSp>
        <p:nvGrpSpPr>
          <p:cNvPr id="5" name="Group 4"/>
          <p:cNvGrpSpPr/>
          <p:nvPr/>
        </p:nvGrpSpPr>
        <p:grpSpPr>
          <a:xfrm>
            <a:off x="435318" y="2283718"/>
            <a:ext cx="8105767" cy="2674169"/>
            <a:chOff x="498681" y="2283718"/>
            <a:chExt cx="8105767" cy="2674169"/>
          </a:xfrm>
        </p:grpSpPr>
        <p:pic>
          <p:nvPicPr>
            <p:cNvPr id="12" name="Picture 6" descr="C:\Users\patils1\Desktop\2013 Projects\CIS v2\CIS Slide Deck_Based on Book\Colored Graphics\Clien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8031" y="3232780"/>
              <a:ext cx="513945" cy="576000"/>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Arrow Connector 24"/>
            <p:cNvCxnSpPr/>
            <p:nvPr/>
          </p:nvCxnSpPr>
          <p:spPr>
            <a:xfrm>
              <a:off x="1728970" y="3520780"/>
              <a:ext cx="2880000" cy="0"/>
            </a:xfrm>
            <a:prstGeom prst="straightConnector1">
              <a:avLst/>
            </a:prstGeom>
            <a:ln w="44450" cap="sq" cmpd="sng">
              <a:solidFill>
                <a:schemeClr val="accent1">
                  <a:lumMod val="5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pic>
          <p:nvPicPr>
            <p:cNvPr id="1029" name="Picture 5" descr="C:\1_Projects\1_ISM\ISM V3\Modules PPT\Module 1\digital photos.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8655" y="3687926"/>
              <a:ext cx="468000" cy="468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1_Projects\1_ISM\ISM V3\Modules PPT\Module 1\video.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8655" y="2283718"/>
              <a:ext cx="468000" cy="468000"/>
            </a:xfrm>
            <a:prstGeom prst="rect">
              <a:avLst/>
            </a:prstGeom>
            <a:noFill/>
            <a:extLst>
              <a:ext uri="{909E8E84-426E-40DD-AFC4-6F175D3DCCD1}">
                <a14:hiddenFill xmlns:a14="http://schemas.microsoft.com/office/drawing/2010/main">
                  <a:solidFill>
                    <a:srgbClr val="FFFFFF"/>
                  </a:solidFill>
                </a14:hiddenFill>
              </a:ext>
            </a:extLst>
          </p:spPr>
        </p:pic>
        <p:sp>
          <p:nvSpPr>
            <p:cNvPr id="44" name="Text Box 38"/>
            <p:cNvSpPr txBox="1">
              <a:spLocks noChangeArrowheads="1"/>
            </p:cNvSpPr>
            <p:nvPr/>
          </p:nvSpPr>
          <p:spPr bwMode="auto">
            <a:xfrm>
              <a:off x="825363" y="3800823"/>
              <a:ext cx="1124026"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smtClean="0">
                  <a:solidFill>
                    <a:srgbClr val="000000"/>
                  </a:solidFill>
                  <a:latin typeface="Arial" pitchFamily="34" charset="0"/>
                  <a:cs typeface="Arial" pitchFamily="34" charset="0"/>
                </a:rPr>
                <a:t>Рабочее место</a:t>
              </a:r>
            </a:p>
          </p:txBody>
        </p:sp>
        <p:sp>
          <p:nvSpPr>
            <p:cNvPr id="45" name="Text Box 38"/>
            <p:cNvSpPr txBox="1">
              <a:spLocks noChangeArrowheads="1"/>
            </p:cNvSpPr>
            <p:nvPr/>
          </p:nvSpPr>
          <p:spPr bwMode="auto">
            <a:xfrm>
              <a:off x="498681" y="4557777"/>
              <a:ext cx="1752403" cy="400110"/>
            </a:xfrm>
            <a:prstGeom prst="rect">
              <a:avLst/>
            </a:prstGeom>
            <a:noFill/>
          </p:spPr>
          <p:txBody>
            <a:bodyPr wrap="none" rtlCol="0">
              <a:spAutoFit/>
            </a:bodyPr>
            <a:lstStyle>
              <a:defPPr>
                <a:defRPr lang="en-US"/>
              </a:defPPr>
              <a:lvl1pPr>
                <a:defRPr sz="1000" b="1">
                  <a:solidFill>
                    <a:schemeClr val="bg2"/>
                  </a:solidFill>
                </a:defRPr>
              </a:lvl1pPr>
            </a:lstStyle>
            <a:p>
              <a:pPr algn="ctr"/>
              <a:r>
                <a:rPr lang="ru-RU" i="0" dirty="0" smtClean="0">
                  <a:solidFill>
                    <a:srgbClr val="000000"/>
                  </a:solidFill>
                  <a:latin typeface="Arial" pitchFamily="34" charset="0"/>
                  <a:cs typeface="Arial" pitchFamily="34" charset="0"/>
                </a:rPr>
                <a:t>Планшеты и мобильные</a:t>
              </a:r>
              <a:r>
                <a:rPr lang="en-US" i="0" dirty="0" smtClean="0">
                  <a:solidFill>
                    <a:srgbClr val="FF00FF"/>
                  </a:solidFill>
                  <a:latin typeface="Arial" pitchFamily="34" charset="0"/>
                  <a:cs typeface="Arial" pitchFamily="34" charset="0"/>
                </a:rPr>
                <a:t/>
              </a:r>
              <a:br>
                <a:rPr lang="en-US" i="0" dirty="0" smtClean="0">
                  <a:solidFill>
                    <a:srgbClr val="FF00FF"/>
                  </a:solidFill>
                  <a:latin typeface="Arial" pitchFamily="34" charset="0"/>
                  <a:cs typeface="Arial" pitchFamily="34" charset="0"/>
                </a:rPr>
              </a:br>
              <a:r>
                <a:rPr lang="ru-RU" i="0" dirty="0" smtClean="0">
                  <a:solidFill>
                    <a:srgbClr val="000000"/>
                  </a:solidFill>
                  <a:latin typeface="Arial" pitchFamily="34" charset="0"/>
                  <a:cs typeface="Arial" pitchFamily="34" charset="0"/>
                </a:rPr>
                <a:t>телефоны</a:t>
              </a:r>
            </a:p>
          </p:txBody>
        </p:sp>
        <p:sp>
          <p:nvSpPr>
            <p:cNvPr id="46" name="Text Box 38"/>
            <p:cNvSpPr txBox="1">
              <a:spLocks noChangeArrowheads="1"/>
            </p:cNvSpPr>
            <p:nvPr/>
          </p:nvSpPr>
          <p:spPr bwMode="auto">
            <a:xfrm>
              <a:off x="1011344" y="2869469"/>
              <a:ext cx="780983"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smtClean="0">
                  <a:solidFill>
                    <a:srgbClr val="000000"/>
                  </a:solidFill>
                  <a:latin typeface="Arial" pitchFamily="34" charset="0"/>
                  <a:cs typeface="Arial" pitchFamily="34" charset="0"/>
                </a:rPr>
                <a:t>Ноутбуки</a:t>
              </a:r>
            </a:p>
          </p:txBody>
        </p:sp>
        <p:sp>
          <p:nvSpPr>
            <p:cNvPr id="47" name="Text Box 38"/>
            <p:cNvSpPr txBox="1">
              <a:spLocks noChangeArrowheads="1"/>
            </p:cNvSpPr>
            <p:nvPr/>
          </p:nvSpPr>
          <p:spPr bwMode="auto">
            <a:xfrm>
              <a:off x="2771800" y="3104616"/>
              <a:ext cx="530915"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smtClean="0">
                  <a:solidFill>
                    <a:srgbClr val="000000"/>
                  </a:solidFill>
                  <a:latin typeface="Arial" pitchFamily="34" charset="0"/>
                  <a:cs typeface="Arial" pitchFamily="34" charset="0"/>
                </a:rPr>
                <a:t>Текст</a:t>
              </a:r>
            </a:p>
          </p:txBody>
        </p:sp>
        <p:sp>
          <p:nvSpPr>
            <p:cNvPr id="48" name="Text Box 38"/>
            <p:cNvSpPr txBox="1">
              <a:spLocks noChangeArrowheads="1"/>
            </p:cNvSpPr>
            <p:nvPr/>
          </p:nvSpPr>
          <p:spPr bwMode="auto">
            <a:xfrm>
              <a:off x="2349363" y="3789763"/>
              <a:ext cx="984565"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smtClean="0">
                  <a:solidFill>
                    <a:srgbClr val="000000"/>
                  </a:solidFill>
                  <a:latin typeface="Arial" pitchFamily="34" charset="0"/>
                  <a:cs typeface="Arial" pitchFamily="34" charset="0"/>
                </a:rPr>
                <a:t>Фотографии</a:t>
              </a:r>
            </a:p>
          </p:txBody>
        </p:sp>
        <p:sp>
          <p:nvSpPr>
            <p:cNvPr id="49" name="Text Box 38"/>
            <p:cNvSpPr txBox="1">
              <a:spLocks noChangeArrowheads="1"/>
            </p:cNvSpPr>
            <p:nvPr/>
          </p:nvSpPr>
          <p:spPr bwMode="auto">
            <a:xfrm>
              <a:off x="2425563" y="2394608"/>
              <a:ext cx="587020" cy="246221"/>
            </a:xfrm>
            <a:prstGeom prst="rect">
              <a:avLst/>
            </a:prstGeom>
            <a:noFill/>
          </p:spPr>
          <p:txBody>
            <a:bodyPr wrap="none" rtlCol="0">
              <a:spAutoFit/>
            </a:bodyPr>
            <a:lstStyle>
              <a:defPPr>
                <a:defRPr lang="en-US"/>
              </a:defPPr>
              <a:lvl1pPr>
                <a:defRPr>
                  <a:solidFill>
                    <a:schemeClr val="bg2"/>
                  </a:solidFill>
                </a:defRPr>
              </a:lvl1pPr>
            </a:lstStyle>
            <a:p>
              <a:r>
                <a:rPr lang="ru-RU" sz="1000" b="1" i="0" dirty="0" smtClean="0">
                  <a:solidFill>
                    <a:srgbClr val="000000"/>
                  </a:solidFill>
                  <a:latin typeface="Arial" pitchFamily="34" charset="0"/>
                  <a:cs typeface="Arial" pitchFamily="34" charset="0"/>
                </a:rPr>
                <a:t>Видео</a:t>
              </a:r>
            </a:p>
          </p:txBody>
        </p:sp>
        <p:sp>
          <p:nvSpPr>
            <p:cNvPr id="33" name="Rounded Rectangle 32"/>
            <p:cNvSpPr/>
            <p:nvPr/>
          </p:nvSpPr>
          <p:spPr>
            <a:xfrm rot="16200000">
              <a:off x="6534265" y="1775601"/>
              <a:ext cx="828000" cy="3312366"/>
            </a:xfrm>
            <a:prstGeom prst="roundRect">
              <a:avLst/>
            </a:prstGeom>
            <a:solidFill>
              <a:schemeClr val="tx2">
                <a:lumMod val="75000"/>
              </a:schemeClr>
            </a:solidFill>
            <a:ln>
              <a:solidFill>
                <a:schemeClr val="bg2">
                  <a:lumMod val="75000"/>
                </a:schemeClr>
              </a:solidFill>
            </a:ln>
            <a:effectLst>
              <a:outerShdw blurRad="50800" dist="38100" dir="2700000" algn="t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900">
                <a:latin typeface="Arial" pitchFamily="34" charset="0"/>
                <a:cs typeface="Arial" pitchFamily="34" charset="0"/>
              </a:endParaRPr>
            </a:p>
          </p:txBody>
        </p:sp>
        <p:grpSp>
          <p:nvGrpSpPr>
            <p:cNvPr id="24" name="Group 23"/>
            <p:cNvGrpSpPr/>
            <p:nvPr/>
          </p:nvGrpSpPr>
          <p:grpSpPr>
            <a:xfrm>
              <a:off x="5538791" y="3122841"/>
              <a:ext cx="705321" cy="617885"/>
              <a:chOff x="7579638" y="2792218"/>
              <a:chExt cx="705321" cy="617885"/>
            </a:xfrm>
          </p:grpSpPr>
          <p:sp>
            <p:nvSpPr>
              <p:cNvPr id="30" name="Rectangle 154"/>
              <p:cNvSpPr>
                <a:spLocks noChangeArrowheads="1"/>
              </p:cNvSpPr>
              <p:nvPr/>
            </p:nvSpPr>
            <p:spPr bwMode="auto">
              <a:xfrm>
                <a:off x="7579638" y="3271604"/>
                <a:ext cx="705321" cy="138499"/>
              </a:xfrm>
              <a:prstGeom prst="rect">
                <a:avLst/>
              </a:prstGeom>
              <a:noFill/>
              <a:ln w="9525">
                <a:noFill/>
                <a:miter lim="800000"/>
                <a:headEnd/>
                <a:tailEnd/>
              </a:ln>
            </p:spPr>
            <p:txBody>
              <a:bodyPr wrap="none" lIns="0" tIns="0" rIns="0" bIns="0">
                <a:spAutoFit/>
              </a:bodyPr>
              <a:lstStyle/>
              <a:p>
                <a:pPr marL="354013" indent="-354013" algn="ctr" defTabSz="941388"/>
                <a:r>
                  <a:rPr lang="ru-RU" sz="900" b="1" i="0" dirty="0" smtClean="0">
                    <a:solidFill>
                      <a:srgbClr val="F2F2F2"/>
                    </a:solidFill>
                    <a:latin typeface="Arial" pitchFamily="34" charset="0"/>
                    <a:cs typeface="Arial" pitchFamily="34" charset="0"/>
                  </a:rPr>
                  <a:t>10101010101</a:t>
                </a:r>
              </a:p>
            </p:txBody>
          </p:sp>
          <p:sp>
            <p:nvSpPr>
              <p:cNvPr id="31" name="Rectangle 155"/>
              <p:cNvSpPr>
                <a:spLocks noChangeArrowheads="1"/>
              </p:cNvSpPr>
              <p:nvPr/>
            </p:nvSpPr>
            <p:spPr bwMode="auto">
              <a:xfrm>
                <a:off x="7579638" y="2792218"/>
                <a:ext cx="705321" cy="138499"/>
              </a:xfrm>
              <a:prstGeom prst="rect">
                <a:avLst/>
              </a:prstGeom>
              <a:noFill/>
              <a:ln w="9525">
                <a:noFill/>
                <a:miter lim="800000"/>
                <a:headEnd/>
                <a:tailEnd/>
              </a:ln>
            </p:spPr>
            <p:txBody>
              <a:bodyPr wrap="none" lIns="0" tIns="0" rIns="0" bIns="0">
                <a:spAutoFit/>
              </a:bodyPr>
              <a:lstStyle/>
              <a:p>
                <a:pPr marL="354013" indent="-354013" algn="ctr" defTabSz="941388"/>
                <a:r>
                  <a:rPr lang="ru-RU" sz="900" b="1" i="0" dirty="0" smtClean="0">
                    <a:solidFill>
                      <a:srgbClr val="F2F2F2"/>
                    </a:solidFill>
                    <a:latin typeface="Arial" pitchFamily="34" charset="0"/>
                    <a:cs typeface="Arial" pitchFamily="34" charset="0"/>
                  </a:rPr>
                  <a:t>10101011010</a:t>
                </a:r>
              </a:p>
            </p:txBody>
          </p:sp>
          <p:sp>
            <p:nvSpPr>
              <p:cNvPr id="32" name="Rectangle 156"/>
              <p:cNvSpPr>
                <a:spLocks noChangeArrowheads="1"/>
              </p:cNvSpPr>
              <p:nvPr/>
            </p:nvSpPr>
            <p:spPr bwMode="auto">
              <a:xfrm>
                <a:off x="7579638" y="3031911"/>
                <a:ext cx="705321" cy="138499"/>
              </a:xfrm>
              <a:prstGeom prst="rect">
                <a:avLst/>
              </a:prstGeom>
              <a:noFill/>
              <a:ln w="9525">
                <a:noFill/>
                <a:miter lim="800000"/>
                <a:headEnd/>
                <a:tailEnd/>
              </a:ln>
            </p:spPr>
            <p:txBody>
              <a:bodyPr wrap="none" lIns="0" tIns="0" rIns="0" bIns="0">
                <a:spAutoFit/>
              </a:bodyPr>
              <a:lstStyle/>
              <a:p>
                <a:pPr marL="354013" indent="-354013" algn="ctr" defTabSz="941388"/>
                <a:r>
                  <a:rPr lang="ru-RU" sz="900" b="1" i="0" dirty="0" smtClean="0">
                    <a:solidFill>
                      <a:srgbClr val="F2F2F2"/>
                    </a:solidFill>
                    <a:latin typeface="Arial" pitchFamily="34" charset="0"/>
                    <a:cs typeface="Arial" pitchFamily="34" charset="0"/>
                  </a:rPr>
                  <a:t>00110101110</a:t>
                </a:r>
              </a:p>
            </p:txBody>
          </p:sp>
        </p:grpSp>
        <p:grpSp>
          <p:nvGrpSpPr>
            <p:cNvPr id="26" name="Group 25"/>
            <p:cNvGrpSpPr/>
            <p:nvPr/>
          </p:nvGrpSpPr>
          <p:grpSpPr>
            <a:xfrm>
              <a:off x="6601317" y="3122841"/>
              <a:ext cx="705321" cy="617885"/>
              <a:chOff x="7579638" y="3511297"/>
              <a:chExt cx="705321" cy="617885"/>
            </a:xfrm>
          </p:grpSpPr>
          <p:sp>
            <p:nvSpPr>
              <p:cNvPr id="34" name="Rectangle 155"/>
              <p:cNvSpPr>
                <a:spLocks noChangeArrowheads="1"/>
              </p:cNvSpPr>
              <p:nvPr/>
            </p:nvSpPr>
            <p:spPr bwMode="auto">
              <a:xfrm>
                <a:off x="7579638" y="3511297"/>
                <a:ext cx="705321" cy="138499"/>
              </a:xfrm>
              <a:prstGeom prst="rect">
                <a:avLst/>
              </a:prstGeom>
              <a:noFill/>
              <a:ln w="9525">
                <a:noFill/>
                <a:miter lim="800000"/>
                <a:headEnd/>
                <a:tailEnd/>
              </a:ln>
            </p:spPr>
            <p:txBody>
              <a:bodyPr wrap="none" lIns="0" tIns="0" rIns="0" bIns="0">
                <a:spAutoFit/>
              </a:bodyPr>
              <a:lstStyle/>
              <a:p>
                <a:pPr marL="354013" indent="-354013" algn="ctr" defTabSz="941388"/>
                <a:r>
                  <a:rPr lang="ru-RU" sz="900" b="1" i="0" dirty="0" smtClean="0">
                    <a:solidFill>
                      <a:srgbClr val="F2F2F2"/>
                    </a:solidFill>
                    <a:latin typeface="Arial" pitchFamily="34" charset="0"/>
                    <a:cs typeface="Arial" pitchFamily="34" charset="0"/>
                  </a:rPr>
                  <a:t>11101011011</a:t>
                </a:r>
              </a:p>
            </p:txBody>
          </p:sp>
          <p:sp>
            <p:nvSpPr>
              <p:cNvPr id="35" name="Rectangle 156"/>
              <p:cNvSpPr>
                <a:spLocks noChangeArrowheads="1"/>
              </p:cNvSpPr>
              <p:nvPr/>
            </p:nvSpPr>
            <p:spPr bwMode="auto">
              <a:xfrm>
                <a:off x="7579638" y="3750990"/>
                <a:ext cx="705321" cy="138499"/>
              </a:xfrm>
              <a:prstGeom prst="rect">
                <a:avLst/>
              </a:prstGeom>
              <a:noFill/>
              <a:ln w="9525">
                <a:noFill/>
                <a:miter lim="800000"/>
                <a:headEnd/>
                <a:tailEnd/>
              </a:ln>
            </p:spPr>
            <p:txBody>
              <a:bodyPr wrap="none" lIns="0" tIns="0" rIns="0" bIns="0">
                <a:spAutoFit/>
              </a:bodyPr>
              <a:lstStyle/>
              <a:p>
                <a:pPr marL="354013" indent="-354013" algn="ctr" defTabSz="941388"/>
                <a:r>
                  <a:rPr lang="ru-RU" sz="900" b="1" i="0" dirty="0" smtClean="0">
                    <a:solidFill>
                      <a:srgbClr val="F2F2F2"/>
                    </a:solidFill>
                    <a:latin typeface="Arial" pitchFamily="34" charset="0"/>
                    <a:cs typeface="Arial" pitchFamily="34" charset="0"/>
                  </a:rPr>
                  <a:t>10011101001</a:t>
                </a:r>
              </a:p>
            </p:txBody>
          </p:sp>
          <p:sp>
            <p:nvSpPr>
              <p:cNvPr id="36" name="Rectangle 157"/>
              <p:cNvSpPr>
                <a:spLocks noChangeArrowheads="1"/>
              </p:cNvSpPr>
              <p:nvPr/>
            </p:nvSpPr>
            <p:spPr bwMode="auto">
              <a:xfrm>
                <a:off x="7579638" y="3990683"/>
                <a:ext cx="705321" cy="138499"/>
              </a:xfrm>
              <a:prstGeom prst="rect">
                <a:avLst/>
              </a:prstGeom>
              <a:noFill/>
              <a:ln w="9525">
                <a:noFill/>
                <a:miter lim="800000"/>
                <a:headEnd/>
                <a:tailEnd/>
              </a:ln>
            </p:spPr>
            <p:txBody>
              <a:bodyPr wrap="none" lIns="0" tIns="0" rIns="0" bIns="0">
                <a:spAutoFit/>
              </a:bodyPr>
              <a:lstStyle/>
              <a:p>
                <a:pPr marL="354013" indent="-354013" algn="ctr" defTabSz="941388"/>
                <a:r>
                  <a:rPr lang="ru-RU" sz="900" b="1" i="0" dirty="0" smtClean="0">
                    <a:solidFill>
                      <a:srgbClr val="F2F2F2"/>
                    </a:solidFill>
                    <a:latin typeface="Arial" pitchFamily="34" charset="0"/>
                    <a:cs typeface="Arial" pitchFamily="34" charset="0"/>
                  </a:rPr>
                  <a:t>01110111011</a:t>
                </a:r>
              </a:p>
            </p:txBody>
          </p:sp>
        </p:grpSp>
        <p:grpSp>
          <p:nvGrpSpPr>
            <p:cNvPr id="27" name="Group 26"/>
            <p:cNvGrpSpPr/>
            <p:nvPr/>
          </p:nvGrpSpPr>
          <p:grpSpPr>
            <a:xfrm>
              <a:off x="7663842" y="3122840"/>
              <a:ext cx="705321" cy="617886"/>
              <a:chOff x="7579638" y="4230376"/>
              <a:chExt cx="705321" cy="617886"/>
            </a:xfrm>
          </p:grpSpPr>
          <p:sp>
            <p:nvSpPr>
              <p:cNvPr id="38" name="Rectangle 158"/>
              <p:cNvSpPr>
                <a:spLocks noChangeArrowheads="1"/>
              </p:cNvSpPr>
              <p:nvPr/>
            </p:nvSpPr>
            <p:spPr bwMode="auto">
              <a:xfrm>
                <a:off x="7579638" y="4230376"/>
                <a:ext cx="705321" cy="138499"/>
              </a:xfrm>
              <a:prstGeom prst="rect">
                <a:avLst/>
              </a:prstGeom>
              <a:noFill/>
              <a:ln w="9525">
                <a:noFill/>
                <a:miter lim="800000"/>
                <a:headEnd/>
                <a:tailEnd/>
              </a:ln>
            </p:spPr>
            <p:txBody>
              <a:bodyPr wrap="none" lIns="0" tIns="0" rIns="0" bIns="0">
                <a:spAutoFit/>
              </a:bodyPr>
              <a:lstStyle/>
              <a:p>
                <a:pPr marL="354013" indent="-354013" algn="ctr" defTabSz="941388"/>
                <a:r>
                  <a:rPr lang="ru-RU" sz="900" b="1" i="0" dirty="0" smtClean="0">
                    <a:solidFill>
                      <a:srgbClr val="F2F2F2"/>
                    </a:solidFill>
                    <a:latin typeface="Arial" pitchFamily="34" charset="0"/>
                    <a:cs typeface="Arial" pitchFamily="34" charset="0"/>
                  </a:rPr>
                  <a:t>11101110100</a:t>
                </a:r>
              </a:p>
            </p:txBody>
          </p:sp>
          <p:sp>
            <p:nvSpPr>
              <p:cNvPr id="39" name="Rectangle 159"/>
              <p:cNvSpPr>
                <a:spLocks noChangeArrowheads="1"/>
              </p:cNvSpPr>
              <p:nvPr/>
            </p:nvSpPr>
            <p:spPr bwMode="auto">
              <a:xfrm>
                <a:off x="7579638" y="4470069"/>
                <a:ext cx="705321" cy="138499"/>
              </a:xfrm>
              <a:prstGeom prst="rect">
                <a:avLst/>
              </a:prstGeom>
              <a:noFill/>
              <a:ln w="9525">
                <a:noFill/>
                <a:miter lim="800000"/>
                <a:headEnd/>
                <a:tailEnd/>
              </a:ln>
            </p:spPr>
            <p:txBody>
              <a:bodyPr wrap="none" lIns="0" tIns="0" rIns="0" bIns="0">
                <a:spAutoFit/>
              </a:bodyPr>
              <a:lstStyle/>
              <a:p>
                <a:pPr marL="354013" indent="-354013" algn="ctr" defTabSz="941388"/>
                <a:r>
                  <a:rPr lang="ru-RU" sz="900" b="1" i="0" dirty="0" smtClean="0">
                    <a:solidFill>
                      <a:srgbClr val="F2F2F2"/>
                    </a:solidFill>
                    <a:latin typeface="Arial" pitchFamily="34" charset="0"/>
                    <a:cs typeface="Arial" pitchFamily="34" charset="0"/>
                  </a:rPr>
                  <a:t>11100100010</a:t>
                </a:r>
              </a:p>
            </p:txBody>
          </p:sp>
          <p:sp>
            <p:nvSpPr>
              <p:cNvPr id="40" name="Rectangle 158"/>
              <p:cNvSpPr>
                <a:spLocks noChangeArrowheads="1"/>
              </p:cNvSpPr>
              <p:nvPr/>
            </p:nvSpPr>
            <p:spPr bwMode="auto">
              <a:xfrm>
                <a:off x="7579638" y="4709763"/>
                <a:ext cx="705321" cy="138499"/>
              </a:xfrm>
              <a:prstGeom prst="rect">
                <a:avLst/>
              </a:prstGeom>
              <a:noFill/>
              <a:ln w="9525">
                <a:noFill/>
                <a:miter lim="800000"/>
                <a:headEnd/>
                <a:tailEnd/>
              </a:ln>
            </p:spPr>
            <p:txBody>
              <a:bodyPr wrap="none" lIns="0" tIns="0" rIns="0" bIns="0">
                <a:spAutoFit/>
              </a:bodyPr>
              <a:lstStyle/>
              <a:p>
                <a:pPr marL="354013" indent="-354013" algn="ctr" defTabSz="941388"/>
                <a:r>
                  <a:rPr lang="ru-RU" sz="900" b="1" i="0" dirty="0" smtClean="0">
                    <a:solidFill>
                      <a:srgbClr val="F2F2F2"/>
                    </a:solidFill>
                    <a:latin typeface="Arial" pitchFamily="34" charset="0"/>
                    <a:cs typeface="Arial" pitchFamily="34" charset="0"/>
                  </a:rPr>
                  <a:t>10111011101</a:t>
                </a:r>
              </a:p>
            </p:txBody>
          </p:sp>
        </p:grpSp>
        <p:cxnSp>
          <p:nvCxnSpPr>
            <p:cNvPr id="41" name="Straight Connector 40"/>
            <p:cNvCxnSpPr/>
            <p:nvPr/>
          </p:nvCxnSpPr>
          <p:spPr>
            <a:xfrm rot="16200000">
              <a:off x="6019161" y="3430475"/>
              <a:ext cx="828000" cy="0"/>
            </a:xfrm>
            <a:prstGeom prst="line">
              <a:avLst/>
            </a:prstGeom>
            <a:ln w="12700" cmpd="sng">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flipV="1">
              <a:off x="1728970" y="3800823"/>
              <a:ext cx="2880000" cy="499119"/>
            </a:xfrm>
            <a:prstGeom prst="straightConnector1">
              <a:avLst/>
            </a:prstGeom>
            <a:ln w="44450" cap="sq" cmpd="sng">
              <a:solidFill>
                <a:schemeClr val="accent1">
                  <a:lumMod val="5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a:off x="1728970" y="2753049"/>
              <a:ext cx="2880000" cy="474677"/>
            </a:xfrm>
            <a:prstGeom prst="straightConnector1">
              <a:avLst/>
            </a:prstGeom>
            <a:ln w="44450" cap="sq" cmpd="sng">
              <a:solidFill>
                <a:schemeClr val="accent1">
                  <a:lumMod val="5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51" name="Text Box 38"/>
            <p:cNvSpPr txBox="1">
              <a:spLocks noChangeArrowheads="1"/>
            </p:cNvSpPr>
            <p:nvPr/>
          </p:nvSpPr>
          <p:spPr bwMode="auto">
            <a:xfrm>
              <a:off x="6271775" y="3918218"/>
              <a:ext cx="1404552"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smtClean="0">
                  <a:solidFill>
                    <a:srgbClr val="000000"/>
                  </a:solidFill>
                  <a:latin typeface="Arial" pitchFamily="34" charset="0"/>
                  <a:cs typeface="Arial" pitchFamily="34" charset="0"/>
                </a:rPr>
                <a:t>Цифровые данные</a:t>
              </a:r>
            </a:p>
          </p:txBody>
        </p:sp>
        <p:pic>
          <p:nvPicPr>
            <p:cNvPr id="2050" name="Picture 2" descr="C:\1_Projects\1_ISM\ISM V3\Modules PPT\Module 1\Notepad.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5270" y="2993726"/>
              <a:ext cx="468000" cy="46800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1" descr="C:\Users\patils1\Desktop\2013 Projects\CIS v2\CIS Slide Deck_Based on Book\Colored Graphics\Disk Drive.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3764" y="3125785"/>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50" name="Text Box 38"/>
            <p:cNvSpPr txBox="1">
              <a:spLocks noChangeArrowheads="1"/>
            </p:cNvSpPr>
            <p:nvPr/>
          </p:nvSpPr>
          <p:spPr bwMode="auto">
            <a:xfrm>
              <a:off x="4339914" y="3848071"/>
              <a:ext cx="1371302" cy="553998"/>
            </a:xfrm>
            <a:prstGeom prst="rect">
              <a:avLst/>
            </a:prstGeom>
            <a:noFill/>
          </p:spPr>
          <p:txBody>
            <a:bodyPr wrap="square" rtlCol="0">
              <a:spAutoFit/>
            </a:bodyPr>
            <a:lstStyle>
              <a:defPPr>
                <a:defRPr lang="en-US"/>
              </a:defPPr>
              <a:lvl1pPr>
                <a:defRPr sz="1000" b="1">
                  <a:solidFill>
                    <a:schemeClr val="bg2"/>
                  </a:solidFill>
                </a:defRPr>
              </a:lvl1pPr>
            </a:lstStyle>
            <a:p>
              <a:pPr algn="ctr"/>
              <a:r>
                <a:rPr lang="ru-RU" i="0" dirty="0" smtClean="0">
                  <a:solidFill>
                    <a:srgbClr val="000000"/>
                  </a:solidFill>
                  <a:latin typeface="Arial" pitchFamily="34" charset="0"/>
                  <a:cs typeface="Arial" pitchFamily="34" charset="0"/>
                </a:rPr>
                <a:t>Внутренняя или внешняя система хранения</a:t>
              </a:r>
            </a:p>
          </p:txBody>
        </p:sp>
        <p:cxnSp>
          <p:nvCxnSpPr>
            <p:cNvPr id="52" name="Straight Connector 51"/>
            <p:cNvCxnSpPr/>
            <p:nvPr/>
          </p:nvCxnSpPr>
          <p:spPr>
            <a:xfrm rot="16200000">
              <a:off x="7076421" y="3434741"/>
              <a:ext cx="828000" cy="0"/>
            </a:xfrm>
            <a:prstGeom prst="line">
              <a:avLst/>
            </a:prstGeom>
            <a:ln w="12700" cmpd="sng">
              <a:solidFill>
                <a:schemeClr val="accent4">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026" name="Picture 2" descr="C:\1_Projects\1_ISM\ISM V3\1_ILT Modules PPT\Module 1\Images\tablet and phone_1.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107" y="4127681"/>
              <a:ext cx="557792" cy="3960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1_Projects\1_ISM\ISM V3\1_ILT Modules PPT\Module 1\Images\laptop4.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86022" y="2335286"/>
              <a:ext cx="617963" cy="540000"/>
            </a:xfrm>
            <a:prstGeom prst="rect">
              <a:avLst/>
            </a:prstGeom>
            <a:noFill/>
            <a:extLst>
              <a:ext uri="{909E8E84-426E-40DD-AFC4-6F175D3DCCD1}">
                <a14:hiddenFill xmlns:a14="http://schemas.microsoft.com/office/drawing/2010/main">
                  <a:solidFill>
                    <a:srgbClr val="FFFFFF"/>
                  </a:solidFill>
                </a14:hiddenFill>
              </a:ext>
            </a:extLst>
          </p:spPr>
        </p:pic>
      </p:grpSp>
      <p:sp>
        <p:nvSpPr>
          <p:cNvPr id="96" name="TextBox 9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20944270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Типы цифровых данных</a:t>
            </a:r>
          </a:p>
        </p:txBody>
      </p:sp>
      <p:grpSp>
        <p:nvGrpSpPr>
          <p:cNvPr id="24" name="Group 23"/>
          <p:cNvGrpSpPr/>
          <p:nvPr/>
        </p:nvGrpSpPr>
        <p:grpSpPr>
          <a:xfrm rot="10800000">
            <a:off x="695843" y="1143002"/>
            <a:ext cx="3600000" cy="3239999"/>
            <a:chOff x="695843" y="1143002"/>
            <a:chExt cx="3600000" cy="3239999"/>
          </a:xfrm>
        </p:grpSpPr>
        <p:sp>
          <p:nvSpPr>
            <p:cNvPr id="25" name="Freeform 24"/>
            <p:cNvSpPr/>
            <p:nvPr/>
          </p:nvSpPr>
          <p:spPr>
            <a:xfrm>
              <a:off x="2041488" y="1143002"/>
              <a:ext cx="908709" cy="817838"/>
            </a:xfrm>
            <a:custGeom>
              <a:avLst/>
              <a:gdLst>
                <a:gd name="connsiteX0" fmla="*/ 0 w 908709"/>
                <a:gd name="connsiteY0" fmla="*/ 817838 h 817838"/>
                <a:gd name="connsiteX1" fmla="*/ 454355 w 908709"/>
                <a:gd name="connsiteY1" fmla="*/ 0 h 817838"/>
                <a:gd name="connsiteX2" fmla="*/ 454355 w 908709"/>
                <a:gd name="connsiteY2" fmla="*/ 0 h 817838"/>
                <a:gd name="connsiteX3" fmla="*/ 908709 w 908709"/>
                <a:gd name="connsiteY3" fmla="*/ 817838 h 817838"/>
                <a:gd name="connsiteX4" fmla="*/ 0 w 908709"/>
                <a:gd name="connsiteY4" fmla="*/ 817838 h 817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8709" h="817838">
                  <a:moveTo>
                    <a:pt x="0" y="817838"/>
                  </a:moveTo>
                  <a:lnTo>
                    <a:pt x="454355" y="0"/>
                  </a:lnTo>
                  <a:lnTo>
                    <a:pt x="454355" y="0"/>
                  </a:lnTo>
                  <a:lnTo>
                    <a:pt x="908709" y="817838"/>
                  </a:lnTo>
                  <a:lnTo>
                    <a:pt x="0" y="817838"/>
                  </a:lnTo>
                  <a:close/>
                </a:path>
              </a:pathLst>
            </a:custGeom>
          </p:spPr>
          <p:style>
            <a:lnRef idx="2">
              <a:schemeClr val="lt1">
                <a:hueOff val="0"/>
                <a:satOff val="0"/>
                <a:lumOff val="0"/>
                <a:alphaOff val="0"/>
              </a:schemeClr>
            </a:lnRef>
            <a:fillRef idx="1">
              <a:schemeClr val="accent1">
                <a:alpha val="90000"/>
                <a:hueOff val="0"/>
                <a:satOff val="0"/>
                <a:lumOff val="0"/>
                <a:alphaOff val="0"/>
              </a:schemeClr>
            </a:fillRef>
            <a:effectRef idx="0">
              <a:schemeClr val="accent1">
                <a:alpha val="90000"/>
                <a:hueOff val="0"/>
                <a:satOff val="0"/>
                <a:lumOff val="0"/>
                <a:alphaOff val="0"/>
              </a:schemeClr>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US" sz="1600" b="1" kern="1200" dirty="0" smtClean="0">
                <a:solidFill>
                  <a:schemeClr val="tx1"/>
                </a:solidFill>
                <a:latin typeface="Arial" pitchFamily="34" charset="0"/>
                <a:cs typeface="Arial" pitchFamily="34" charset="0"/>
              </a:endParaRPr>
            </a:p>
          </p:txBody>
        </p:sp>
        <p:sp>
          <p:nvSpPr>
            <p:cNvPr id="26" name="Freeform 25"/>
            <p:cNvSpPr/>
            <p:nvPr/>
          </p:nvSpPr>
          <p:spPr>
            <a:xfrm>
              <a:off x="1592932" y="1960840"/>
              <a:ext cx="1805821" cy="807400"/>
            </a:xfrm>
            <a:custGeom>
              <a:avLst/>
              <a:gdLst>
                <a:gd name="connsiteX0" fmla="*/ 0 w 1805821"/>
                <a:gd name="connsiteY0" fmla="*/ 807400 h 807400"/>
                <a:gd name="connsiteX1" fmla="*/ 448559 w 1805821"/>
                <a:gd name="connsiteY1" fmla="*/ 0 h 807400"/>
                <a:gd name="connsiteX2" fmla="*/ 1357262 w 1805821"/>
                <a:gd name="connsiteY2" fmla="*/ 0 h 807400"/>
                <a:gd name="connsiteX3" fmla="*/ 1805821 w 1805821"/>
                <a:gd name="connsiteY3" fmla="*/ 807400 h 807400"/>
                <a:gd name="connsiteX4" fmla="*/ 0 w 1805821"/>
                <a:gd name="connsiteY4" fmla="*/ 807400 h 80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821" h="807400">
                  <a:moveTo>
                    <a:pt x="0" y="807400"/>
                  </a:moveTo>
                  <a:lnTo>
                    <a:pt x="448559" y="0"/>
                  </a:lnTo>
                  <a:lnTo>
                    <a:pt x="1357262" y="0"/>
                  </a:lnTo>
                  <a:lnTo>
                    <a:pt x="1805821" y="807400"/>
                  </a:lnTo>
                  <a:lnTo>
                    <a:pt x="0" y="807400"/>
                  </a:lnTo>
                  <a:close/>
                </a:path>
              </a:pathLst>
            </a:custGeom>
          </p:spPr>
          <p:style>
            <a:lnRef idx="2">
              <a:schemeClr val="lt1">
                <a:hueOff val="0"/>
                <a:satOff val="0"/>
                <a:lumOff val="0"/>
                <a:alphaOff val="0"/>
              </a:schemeClr>
            </a:lnRef>
            <a:fillRef idx="1">
              <a:schemeClr val="accent1">
                <a:alpha val="90000"/>
                <a:hueOff val="0"/>
                <a:satOff val="0"/>
                <a:lumOff val="0"/>
                <a:alphaOff val="-13333"/>
              </a:schemeClr>
            </a:fillRef>
            <a:effectRef idx="0">
              <a:schemeClr val="accent1">
                <a:alpha val="90000"/>
                <a:hueOff val="0"/>
                <a:satOff val="0"/>
                <a:lumOff val="0"/>
                <a:alphaOff val="-13333"/>
              </a:schemeClr>
            </a:effectRef>
            <a:fontRef idx="minor">
              <a:schemeClr val="lt1"/>
            </a:fontRef>
          </p:style>
          <p:txBody>
            <a:bodyPr spcFirstLastPara="0" vert="horz" wrap="square" lIns="333798" tIns="17780" rIns="333799" bIns="17780" numCol="1" spcCol="1270" anchor="ctr" anchorCtr="0">
              <a:noAutofit/>
            </a:bodyPr>
            <a:lstStyle/>
            <a:p>
              <a:pPr lvl="0" algn="ctr" defTabSz="622300">
                <a:lnSpc>
                  <a:spcPct val="90000"/>
                </a:lnSpc>
                <a:spcBef>
                  <a:spcPct val="0"/>
                </a:spcBef>
                <a:spcAft>
                  <a:spcPct val="35000"/>
                </a:spcAft>
              </a:pPr>
              <a:endParaRPr lang="en-US" sz="1400" b="1" kern="1200" dirty="0" smtClean="0">
                <a:solidFill>
                  <a:schemeClr val="tx1"/>
                </a:solidFill>
                <a:latin typeface="Arial" pitchFamily="34" charset="0"/>
                <a:cs typeface="Arial" pitchFamily="34" charset="0"/>
              </a:endParaRPr>
            </a:p>
          </p:txBody>
        </p:sp>
        <p:sp>
          <p:nvSpPr>
            <p:cNvPr id="27" name="Freeform 26"/>
            <p:cNvSpPr/>
            <p:nvPr/>
          </p:nvSpPr>
          <p:spPr>
            <a:xfrm>
              <a:off x="1145840" y="2768241"/>
              <a:ext cx="2700005" cy="804765"/>
            </a:xfrm>
            <a:custGeom>
              <a:avLst/>
              <a:gdLst>
                <a:gd name="connsiteX0" fmla="*/ 0 w 2700005"/>
                <a:gd name="connsiteY0" fmla="*/ 804765 h 804765"/>
                <a:gd name="connsiteX1" fmla="*/ 447095 w 2700005"/>
                <a:gd name="connsiteY1" fmla="*/ 0 h 804765"/>
                <a:gd name="connsiteX2" fmla="*/ 2252910 w 2700005"/>
                <a:gd name="connsiteY2" fmla="*/ 0 h 804765"/>
                <a:gd name="connsiteX3" fmla="*/ 2700005 w 2700005"/>
                <a:gd name="connsiteY3" fmla="*/ 804765 h 804765"/>
                <a:gd name="connsiteX4" fmla="*/ 0 w 2700005"/>
                <a:gd name="connsiteY4" fmla="*/ 804765 h 804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0005" h="804765">
                  <a:moveTo>
                    <a:pt x="0" y="804765"/>
                  </a:moveTo>
                  <a:lnTo>
                    <a:pt x="447095" y="0"/>
                  </a:lnTo>
                  <a:lnTo>
                    <a:pt x="2252910" y="0"/>
                  </a:lnTo>
                  <a:lnTo>
                    <a:pt x="2700005" y="804765"/>
                  </a:lnTo>
                  <a:lnTo>
                    <a:pt x="0" y="804765"/>
                  </a:lnTo>
                  <a:close/>
                </a:path>
              </a:pathLst>
            </a:custGeom>
          </p:spPr>
          <p:style>
            <a:lnRef idx="2">
              <a:schemeClr val="lt1">
                <a:hueOff val="0"/>
                <a:satOff val="0"/>
                <a:lumOff val="0"/>
                <a:alphaOff val="0"/>
              </a:schemeClr>
            </a:lnRef>
            <a:fillRef idx="1">
              <a:schemeClr val="accent1">
                <a:alpha val="90000"/>
                <a:hueOff val="0"/>
                <a:satOff val="0"/>
                <a:lumOff val="0"/>
                <a:alphaOff val="-26667"/>
              </a:schemeClr>
            </a:fillRef>
            <a:effectRef idx="0">
              <a:schemeClr val="accent1">
                <a:alpha val="90000"/>
                <a:hueOff val="0"/>
                <a:satOff val="0"/>
                <a:lumOff val="0"/>
                <a:alphaOff val="-26667"/>
              </a:schemeClr>
            </a:effectRef>
            <a:fontRef idx="minor">
              <a:schemeClr val="lt1"/>
            </a:fontRef>
          </p:style>
          <p:txBody>
            <a:bodyPr spcFirstLastPara="0" vert="horz" wrap="square" lIns="490281" tIns="17780" rIns="490281" bIns="17780" numCol="1" spcCol="1270" anchor="ctr" anchorCtr="0">
              <a:noAutofit/>
            </a:bodyPr>
            <a:lstStyle/>
            <a:p>
              <a:pPr lvl="0" algn="ctr" defTabSz="622300">
                <a:lnSpc>
                  <a:spcPct val="90000"/>
                </a:lnSpc>
                <a:spcBef>
                  <a:spcPct val="0"/>
                </a:spcBef>
                <a:spcAft>
                  <a:spcPct val="35000"/>
                </a:spcAft>
              </a:pPr>
              <a:endParaRPr lang="en-US" sz="1400" b="1" kern="1200" dirty="0" smtClean="0">
                <a:solidFill>
                  <a:schemeClr val="tx1"/>
                </a:solidFill>
                <a:latin typeface="Arial" pitchFamily="34" charset="0"/>
                <a:cs typeface="Arial" pitchFamily="34" charset="0"/>
              </a:endParaRPr>
            </a:p>
          </p:txBody>
        </p:sp>
        <p:sp>
          <p:nvSpPr>
            <p:cNvPr id="28" name="Freeform 27"/>
            <p:cNvSpPr/>
            <p:nvPr/>
          </p:nvSpPr>
          <p:spPr>
            <a:xfrm>
              <a:off x="695843" y="3573007"/>
              <a:ext cx="3600000" cy="809994"/>
            </a:xfrm>
            <a:custGeom>
              <a:avLst/>
              <a:gdLst>
                <a:gd name="connsiteX0" fmla="*/ 0 w 3600000"/>
                <a:gd name="connsiteY0" fmla="*/ 809994 h 809994"/>
                <a:gd name="connsiteX1" fmla="*/ 450000 w 3600000"/>
                <a:gd name="connsiteY1" fmla="*/ 0 h 809994"/>
                <a:gd name="connsiteX2" fmla="*/ 3150000 w 3600000"/>
                <a:gd name="connsiteY2" fmla="*/ 0 h 809994"/>
                <a:gd name="connsiteX3" fmla="*/ 3600000 w 3600000"/>
                <a:gd name="connsiteY3" fmla="*/ 809994 h 809994"/>
                <a:gd name="connsiteX4" fmla="*/ 0 w 3600000"/>
                <a:gd name="connsiteY4" fmla="*/ 809994 h 809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0" h="809994">
                  <a:moveTo>
                    <a:pt x="0" y="809994"/>
                  </a:moveTo>
                  <a:lnTo>
                    <a:pt x="450000" y="0"/>
                  </a:lnTo>
                  <a:lnTo>
                    <a:pt x="3150000" y="0"/>
                  </a:lnTo>
                  <a:lnTo>
                    <a:pt x="3600000" y="809994"/>
                  </a:lnTo>
                  <a:lnTo>
                    <a:pt x="0" y="809994"/>
                  </a:lnTo>
                  <a:close/>
                </a:path>
              </a:pathLst>
            </a:custGeom>
          </p:spPr>
          <p:style>
            <a:lnRef idx="2">
              <a:schemeClr val="lt1">
                <a:hueOff val="0"/>
                <a:satOff val="0"/>
                <a:lumOff val="0"/>
                <a:alphaOff val="0"/>
              </a:schemeClr>
            </a:lnRef>
            <a:fillRef idx="1">
              <a:schemeClr val="accent1">
                <a:alpha val="90000"/>
                <a:hueOff val="0"/>
                <a:satOff val="0"/>
                <a:lumOff val="0"/>
                <a:alphaOff val="-40000"/>
              </a:schemeClr>
            </a:fillRef>
            <a:effectRef idx="0">
              <a:schemeClr val="accent1">
                <a:alpha val="90000"/>
                <a:hueOff val="0"/>
                <a:satOff val="0"/>
                <a:lumOff val="0"/>
                <a:alphaOff val="-40000"/>
              </a:schemeClr>
            </a:effectRef>
            <a:fontRef idx="minor">
              <a:schemeClr val="lt1"/>
            </a:fontRef>
          </p:style>
          <p:txBody>
            <a:bodyPr spcFirstLastPara="0" vert="horz" wrap="square" lIns="647779" tIns="17780" rIns="647781" bIns="17780" numCol="1" spcCol="1270" anchor="ctr" anchorCtr="0">
              <a:noAutofit/>
            </a:bodyPr>
            <a:lstStyle/>
            <a:p>
              <a:pPr lvl="0" algn="ctr" defTabSz="622300">
                <a:lnSpc>
                  <a:spcPct val="90000"/>
                </a:lnSpc>
                <a:spcBef>
                  <a:spcPct val="0"/>
                </a:spcBef>
                <a:spcAft>
                  <a:spcPct val="35000"/>
                </a:spcAft>
              </a:pPr>
              <a:endParaRPr lang="en-US" sz="1400" b="1" kern="1200" dirty="0">
                <a:solidFill>
                  <a:schemeClr val="tx1"/>
                </a:solidFill>
                <a:latin typeface="Arial" pitchFamily="34" charset="0"/>
                <a:cs typeface="Arial" pitchFamily="34" charset="0"/>
              </a:endParaRPr>
            </a:p>
          </p:txBody>
        </p:sp>
      </p:grpSp>
      <p:sp>
        <p:nvSpPr>
          <p:cNvPr id="6" name="TextBox 5"/>
          <p:cNvSpPr txBox="1"/>
          <p:nvPr/>
        </p:nvSpPr>
        <p:spPr>
          <a:xfrm>
            <a:off x="2347752" y="1446624"/>
            <a:ext cx="2201052" cy="307777"/>
          </a:xfrm>
          <a:prstGeom prst="rect">
            <a:avLst/>
          </a:prstGeom>
          <a:noFill/>
        </p:spPr>
        <p:txBody>
          <a:bodyPr wrap="none" rtlCol="0">
            <a:spAutoFit/>
          </a:bodyPr>
          <a:lstStyle/>
          <a:p>
            <a:pPr algn="ctr"/>
            <a:r>
              <a:rPr lang="ru-RU" sz="1400" b="1" i="0" dirty="0" smtClean="0">
                <a:solidFill>
                  <a:srgbClr val="000000"/>
                </a:solidFill>
                <a:latin typeface="Arial" pitchFamily="34" charset="0"/>
                <a:cs typeface="Arial" pitchFamily="34" charset="0"/>
              </a:rPr>
              <a:t>Неструктурированные</a:t>
            </a:r>
          </a:p>
        </p:txBody>
      </p:sp>
      <p:sp>
        <p:nvSpPr>
          <p:cNvPr id="7" name="TextBox 6"/>
          <p:cNvSpPr txBox="1"/>
          <p:nvPr/>
        </p:nvSpPr>
        <p:spPr>
          <a:xfrm>
            <a:off x="2180446" y="2238132"/>
            <a:ext cx="2547877" cy="307777"/>
          </a:xfrm>
          <a:prstGeom prst="rect">
            <a:avLst/>
          </a:prstGeom>
          <a:noFill/>
        </p:spPr>
        <p:txBody>
          <a:bodyPr wrap="none" rtlCol="0">
            <a:spAutoFit/>
          </a:bodyPr>
          <a:lstStyle/>
          <a:p>
            <a:pPr algn="ctr"/>
            <a:r>
              <a:rPr lang="ru-RU" sz="1400" b="1" i="0" dirty="0" smtClean="0">
                <a:solidFill>
                  <a:srgbClr val="000000"/>
                </a:solidFill>
                <a:latin typeface="Arial" pitchFamily="34" charset="0"/>
                <a:cs typeface="Arial" pitchFamily="34" charset="0"/>
              </a:rPr>
              <a:t>Квазиструктурированные</a:t>
            </a:r>
          </a:p>
        </p:txBody>
      </p:sp>
      <p:sp>
        <p:nvSpPr>
          <p:cNvPr id="8" name="TextBox 7"/>
          <p:cNvSpPr txBox="1"/>
          <p:nvPr/>
        </p:nvSpPr>
        <p:spPr>
          <a:xfrm>
            <a:off x="2003229" y="3029640"/>
            <a:ext cx="2900730" cy="307777"/>
          </a:xfrm>
          <a:prstGeom prst="rect">
            <a:avLst/>
          </a:prstGeom>
          <a:noFill/>
        </p:spPr>
        <p:txBody>
          <a:bodyPr wrap="none" rtlCol="0">
            <a:spAutoFit/>
          </a:bodyPr>
          <a:lstStyle/>
          <a:p>
            <a:pPr algn="ctr"/>
            <a:r>
              <a:rPr lang="ru-RU" sz="1400" b="1" i="0" dirty="0" smtClean="0">
                <a:solidFill>
                  <a:srgbClr val="000000"/>
                </a:solidFill>
                <a:latin typeface="Arial" pitchFamily="34" charset="0"/>
                <a:cs typeface="Arial" pitchFamily="34" charset="0"/>
              </a:rPr>
              <a:t>Частично структурированные</a:t>
            </a:r>
          </a:p>
        </p:txBody>
      </p:sp>
      <p:sp>
        <p:nvSpPr>
          <p:cNvPr id="9" name="TextBox 8"/>
          <p:cNvSpPr txBox="1"/>
          <p:nvPr/>
        </p:nvSpPr>
        <p:spPr>
          <a:xfrm>
            <a:off x="2410217" y="3821147"/>
            <a:ext cx="2079993" cy="307777"/>
          </a:xfrm>
          <a:prstGeom prst="rect">
            <a:avLst/>
          </a:prstGeom>
          <a:noFill/>
        </p:spPr>
        <p:txBody>
          <a:bodyPr wrap="none" rtlCol="0">
            <a:spAutoFit/>
          </a:bodyPr>
          <a:lstStyle/>
          <a:p>
            <a:pPr algn="ctr"/>
            <a:r>
              <a:rPr lang="ru-RU" sz="1400" b="1" i="0" dirty="0" smtClean="0">
                <a:solidFill>
                  <a:srgbClr val="000000"/>
                </a:solidFill>
                <a:latin typeface="Arial" pitchFamily="34" charset="0"/>
                <a:cs typeface="Arial" pitchFamily="34" charset="0"/>
              </a:rPr>
              <a:t>Структурированные</a:t>
            </a:r>
          </a:p>
        </p:txBody>
      </p:sp>
      <p:sp>
        <p:nvSpPr>
          <p:cNvPr id="10" name="TextBox 9"/>
          <p:cNvSpPr txBox="1">
            <a:spLocks noChangeArrowheads="1"/>
          </p:cNvSpPr>
          <p:nvPr/>
        </p:nvSpPr>
        <p:spPr bwMode="auto">
          <a:xfrm>
            <a:off x="4848863" y="1150686"/>
            <a:ext cx="4127500" cy="830997"/>
          </a:xfrm>
          <a:prstGeom prst="rect">
            <a:avLst/>
          </a:prstGeom>
          <a:noFill/>
          <a:ln w="9525">
            <a:noFill/>
            <a:miter lim="800000"/>
            <a:headEnd/>
            <a:tailEnd/>
          </a:ln>
        </p:spPr>
        <p:txBody>
          <a:bodyPr>
            <a:spAutoFit/>
          </a:bodyPr>
          <a:lstStyle/>
          <a:p>
            <a:pPr marL="233363" indent="-233363">
              <a:buClr>
                <a:srgbClr val="2C95DD"/>
              </a:buClr>
              <a:buSzPts val="1400"/>
              <a:buFont typeface="Arial" charset="0"/>
              <a:buChar char="•"/>
            </a:pPr>
            <a:r>
              <a:rPr lang="ru-RU" sz="1200" b="0" i="0" dirty="0" smtClean="0">
                <a:solidFill>
                  <a:srgbClr val="000000"/>
                </a:solidFill>
                <a:latin typeface="Arial" pitchFamily="34" charset="0"/>
                <a:cs typeface="Arial" pitchFamily="34" charset="0"/>
              </a:rPr>
              <a:t>Данные без внутренней структуры, которые обычно хранятся в качестве различных типов фалов.</a:t>
            </a:r>
          </a:p>
          <a:p>
            <a:pPr marL="233363" indent="-233363">
              <a:buClr>
                <a:srgbClr val="2C95DD"/>
              </a:buClr>
              <a:buSzPts val="1400"/>
              <a:buFont typeface="Arial" charset="0"/>
              <a:buChar char="•"/>
            </a:pPr>
            <a:r>
              <a:rPr lang="ru-RU" sz="1200" b="0" i="0" dirty="0" smtClean="0">
                <a:solidFill>
                  <a:srgbClr val="000000"/>
                </a:solidFill>
                <a:latin typeface="Arial" pitchFamily="34" charset="0"/>
                <a:cs typeface="Arial" pitchFamily="34" charset="0"/>
              </a:rPr>
              <a:t>Например, текстовые документы, PDF-файлы, изображения и видеозаписи</a:t>
            </a:r>
          </a:p>
        </p:txBody>
      </p:sp>
      <p:cxnSp>
        <p:nvCxnSpPr>
          <p:cNvPr id="11" name="Straight Connector 10"/>
          <p:cNvCxnSpPr/>
          <p:nvPr/>
        </p:nvCxnSpPr>
        <p:spPr>
          <a:xfrm>
            <a:off x="3842263" y="1936378"/>
            <a:ext cx="5076000"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3410263" y="2739576"/>
            <a:ext cx="5508000"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2963023" y="3553570"/>
            <a:ext cx="5940000"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2510263" y="4354488"/>
            <a:ext cx="6408000" cy="0"/>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a:spLocks noChangeArrowheads="1"/>
          </p:cNvSpPr>
          <p:nvPr/>
        </p:nvSpPr>
        <p:spPr bwMode="auto">
          <a:xfrm>
            <a:off x="4848863" y="1942194"/>
            <a:ext cx="4127500" cy="830997"/>
          </a:xfrm>
          <a:prstGeom prst="rect">
            <a:avLst/>
          </a:prstGeom>
          <a:noFill/>
          <a:ln w="9525">
            <a:noFill/>
            <a:miter lim="800000"/>
            <a:headEnd/>
            <a:tailEnd/>
          </a:ln>
        </p:spPr>
        <p:txBody>
          <a:bodyPr>
            <a:spAutoFit/>
          </a:bodyPr>
          <a:lstStyle/>
          <a:p>
            <a:pPr marL="233363" indent="-233363">
              <a:buClr>
                <a:schemeClr val="accent1"/>
              </a:buClr>
              <a:buSzPts val="1400"/>
              <a:buFont typeface="Arial" charset="0"/>
              <a:buChar char="•"/>
            </a:pPr>
            <a:r>
              <a:rPr lang="ru-RU" sz="1200" b="0" i="0" dirty="0" smtClean="0">
                <a:solidFill>
                  <a:srgbClr val="000000"/>
                </a:solidFill>
                <a:latin typeface="Arial" pitchFamily="34" charset="0"/>
                <a:cs typeface="Arial" pitchFamily="34" charset="0"/>
              </a:rPr>
              <a:t>Текстовые данные в разных форматах, которые можно форматировать с некоторыми трудностями с помощью программных инструментов</a:t>
            </a:r>
          </a:p>
          <a:p>
            <a:pPr marL="233363" indent="-233363">
              <a:buClr>
                <a:schemeClr val="accent1"/>
              </a:buClr>
              <a:buSzPts val="1400"/>
              <a:buFont typeface="Arial" charset="0"/>
              <a:buChar char="•"/>
            </a:pPr>
            <a:r>
              <a:rPr lang="ru-RU" sz="1200" b="0" i="0" dirty="0" smtClean="0">
                <a:solidFill>
                  <a:srgbClr val="000000"/>
                </a:solidFill>
                <a:latin typeface="Arial" pitchFamily="34" charset="0"/>
                <a:cs typeface="Arial" pitchFamily="34" charset="0"/>
              </a:rPr>
              <a:t>Например, данные потоков кликов </a:t>
            </a:r>
          </a:p>
        </p:txBody>
      </p:sp>
      <p:sp>
        <p:nvSpPr>
          <p:cNvPr id="16" name="TextBox 15"/>
          <p:cNvSpPr txBox="1">
            <a:spLocks noChangeArrowheads="1"/>
          </p:cNvSpPr>
          <p:nvPr/>
        </p:nvSpPr>
        <p:spPr bwMode="auto">
          <a:xfrm>
            <a:off x="4848863" y="2860363"/>
            <a:ext cx="4127500" cy="646331"/>
          </a:xfrm>
          <a:prstGeom prst="rect">
            <a:avLst/>
          </a:prstGeom>
          <a:noFill/>
          <a:ln w="9525">
            <a:noFill/>
            <a:miter lim="800000"/>
            <a:headEnd/>
            <a:tailEnd/>
          </a:ln>
        </p:spPr>
        <p:txBody>
          <a:bodyPr>
            <a:spAutoFit/>
          </a:bodyPr>
          <a:lstStyle/>
          <a:p>
            <a:pPr marL="233363" indent="-233363">
              <a:buClr>
                <a:schemeClr val="accent1"/>
              </a:buClr>
              <a:buSzPts val="1400"/>
              <a:buFont typeface="Arial" charset="0"/>
              <a:buChar char="•"/>
            </a:pPr>
            <a:r>
              <a:rPr lang="ru-RU" sz="1200" b="0" i="0" dirty="0" smtClean="0">
                <a:solidFill>
                  <a:srgbClr val="000000"/>
                </a:solidFill>
                <a:latin typeface="Arial" pitchFamily="34" charset="0"/>
                <a:cs typeface="Arial" pitchFamily="34" charset="0"/>
              </a:rPr>
              <a:t>Текстовые данные с явной структурой, которые можно анализировать </a:t>
            </a:r>
          </a:p>
          <a:p>
            <a:pPr marL="233363" indent="-233363">
              <a:buClr>
                <a:schemeClr val="accent1"/>
              </a:buClr>
              <a:buSzPts val="1400"/>
              <a:buFont typeface="Arial" charset="0"/>
              <a:buChar char="•"/>
            </a:pPr>
            <a:r>
              <a:rPr lang="ru-RU" sz="1200" b="0" i="0" dirty="0" smtClean="0">
                <a:solidFill>
                  <a:srgbClr val="000000"/>
                </a:solidFill>
                <a:latin typeface="Arial" pitchFamily="34" charset="0"/>
                <a:cs typeface="Arial" pitchFamily="34" charset="0"/>
              </a:rPr>
              <a:t>Например, электронные таблицы и XML-файлы</a:t>
            </a:r>
          </a:p>
        </p:txBody>
      </p:sp>
      <p:sp>
        <p:nvSpPr>
          <p:cNvPr id="17" name="TextBox 16"/>
          <p:cNvSpPr txBox="1">
            <a:spLocks noChangeArrowheads="1"/>
          </p:cNvSpPr>
          <p:nvPr/>
        </p:nvSpPr>
        <p:spPr bwMode="auto">
          <a:xfrm>
            <a:off x="4848863" y="3651870"/>
            <a:ext cx="4127500" cy="646331"/>
          </a:xfrm>
          <a:prstGeom prst="rect">
            <a:avLst/>
          </a:prstGeom>
          <a:noFill/>
          <a:ln w="9525">
            <a:noFill/>
            <a:miter lim="800000"/>
            <a:headEnd/>
            <a:tailEnd/>
          </a:ln>
        </p:spPr>
        <p:txBody>
          <a:bodyPr>
            <a:spAutoFit/>
          </a:bodyPr>
          <a:lstStyle/>
          <a:p>
            <a:pPr marL="171450" indent="-171450">
              <a:buClr>
                <a:schemeClr val="tx2"/>
              </a:buClr>
              <a:buSzPts val="1400"/>
              <a:buFont typeface="Arial" panose="020B0604020202020204" pitchFamily="34" charset="0"/>
              <a:buChar char="•"/>
            </a:pPr>
            <a:r>
              <a:rPr lang="ru-RU" sz="1200" b="0" i="0" dirty="0" smtClean="0">
                <a:solidFill>
                  <a:srgbClr val="000000"/>
                </a:solidFill>
                <a:latin typeface="Arial" pitchFamily="34" charset="0"/>
                <a:cs typeface="Arial" pitchFamily="34" charset="0"/>
              </a:rPr>
              <a:t>Данные с определенной моделью, форматом и структурой </a:t>
            </a:r>
          </a:p>
          <a:p>
            <a:pPr marL="171450" indent="-171450">
              <a:buClr>
                <a:schemeClr val="tx2"/>
              </a:buClr>
              <a:buSzPts val="1400"/>
              <a:buFont typeface="Arial" panose="020B0604020202020204" pitchFamily="34" charset="0"/>
              <a:buChar char="•"/>
            </a:pPr>
            <a:r>
              <a:rPr lang="ru-RU" sz="1200" b="0" i="0" dirty="0" smtClean="0">
                <a:solidFill>
                  <a:srgbClr val="000000"/>
                </a:solidFill>
                <a:latin typeface="Arial" pitchFamily="34" charset="0"/>
                <a:cs typeface="Arial" pitchFamily="34" charset="0"/>
              </a:rPr>
              <a:t>Например, базы данных</a:t>
            </a:r>
          </a:p>
        </p:txBody>
      </p:sp>
      <p:sp>
        <p:nvSpPr>
          <p:cNvPr id="18" name="Up Arrow 26"/>
          <p:cNvSpPr>
            <a:spLocks noChangeArrowheads="1"/>
          </p:cNvSpPr>
          <p:nvPr/>
        </p:nvSpPr>
        <p:spPr bwMode="auto">
          <a:xfrm>
            <a:off x="382903" y="1143002"/>
            <a:ext cx="365125" cy="3240000"/>
          </a:xfrm>
          <a:prstGeom prst="upArrow">
            <a:avLst>
              <a:gd name="adj1" fmla="val 50000"/>
              <a:gd name="adj2" fmla="val 50071"/>
            </a:avLst>
          </a:prstGeom>
          <a:gradFill flip="none" rotWithShape="1">
            <a:gsLst>
              <a:gs pos="0">
                <a:schemeClr val="accent1">
                  <a:lumMod val="60000"/>
                  <a:lumOff val="40000"/>
                  <a:shade val="30000"/>
                  <a:satMod val="115000"/>
                </a:schemeClr>
              </a:gs>
              <a:gs pos="50000">
                <a:schemeClr val="accent1">
                  <a:lumMod val="60000"/>
                  <a:lumOff val="40000"/>
                  <a:shade val="67500"/>
                  <a:satMod val="115000"/>
                </a:schemeClr>
              </a:gs>
              <a:gs pos="100000">
                <a:schemeClr val="accent1">
                  <a:lumMod val="60000"/>
                  <a:lumOff val="40000"/>
                  <a:shade val="100000"/>
                  <a:satMod val="115000"/>
                </a:schemeClr>
              </a:gs>
            </a:gsLst>
            <a:lin ang="8100000" scaled="1"/>
            <a:tileRect/>
          </a:gradFill>
          <a:ln w="12700" algn="ctr">
            <a:noFill/>
            <a:round/>
            <a:headEnd/>
            <a:tailEnd/>
          </a:ln>
        </p:spPr>
        <p:txBody>
          <a:bodyPr wrap="none" lIns="0" tIns="0" rIns="0" bIns="0" anchor="ctr"/>
          <a:lstStyle/>
          <a:p>
            <a:pPr algn="ctr"/>
            <a:endParaRPr lang="en-US" sz="2000" dirty="0">
              <a:latin typeface="Arial" pitchFamily="34" charset="0"/>
              <a:cs typeface="Arial" pitchFamily="34" charset="0"/>
            </a:endParaRPr>
          </a:p>
        </p:txBody>
      </p:sp>
      <p:sp>
        <p:nvSpPr>
          <p:cNvPr id="19" name="TextBox 18"/>
          <p:cNvSpPr txBox="1"/>
          <p:nvPr/>
        </p:nvSpPr>
        <p:spPr>
          <a:xfrm rot="16200000">
            <a:off x="-695105" y="2632197"/>
            <a:ext cx="1936749" cy="261610"/>
          </a:xfrm>
          <a:prstGeom prst="rect">
            <a:avLst/>
          </a:prstGeom>
          <a:noFill/>
        </p:spPr>
        <p:txBody>
          <a:bodyPr wrap="none" rtlCol="0">
            <a:spAutoFit/>
          </a:bodyPr>
          <a:lstStyle/>
          <a:p>
            <a:r>
              <a:rPr lang="ru-RU" sz="1100" b="1" i="0" dirty="0" smtClean="0">
                <a:solidFill>
                  <a:srgbClr val="000000"/>
                </a:solidFill>
                <a:latin typeface="Arial" pitchFamily="34" charset="0"/>
                <a:cs typeface="Arial" pitchFamily="34" charset="0"/>
              </a:rPr>
              <a:t>Прогрессирующий рост</a:t>
            </a:r>
          </a:p>
        </p:txBody>
      </p:sp>
      <p:sp>
        <p:nvSpPr>
          <p:cNvPr id="58" name="TextBox 5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6</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27948710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Что такое информация?</a:t>
            </a:r>
          </a:p>
        </p:txBody>
      </p:sp>
      <p:sp>
        <p:nvSpPr>
          <p:cNvPr id="3" name="Content Placeholder 2"/>
          <p:cNvSpPr>
            <a:spLocks noGrp="1"/>
          </p:cNvSpPr>
          <p:nvPr>
            <p:ph sz="quarter" idx="10"/>
          </p:nvPr>
        </p:nvSpPr>
        <p:spPr>
          <a:xfrm>
            <a:off x="379414" y="2139702"/>
            <a:ext cx="8458200" cy="2279898"/>
          </a:xfrm>
        </p:spPr>
        <p:txBody>
          <a:bodyPr/>
          <a:lstStyle/>
          <a:p>
            <a:r>
              <a:rPr lang="ru-RU" sz="2000" b="0" i="0" dirty="0" smtClean="0">
                <a:solidFill>
                  <a:srgbClr val="000000"/>
                </a:solidFill>
                <a:latin typeface="Arial" pitchFamily="34" charset="0"/>
                <a:cs typeface="Arial" pitchFamily="34" charset="0"/>
              </a:rPr>
              <a:t>Примеры: данные о ежегодных продажах, которые обрабатываются для составления отчета по продажам</a:t>
            </a:r>
          </a:p>
          <a:p>
            <a:pPr lvl="1"/>
            <a:r>
              <a:rPr lang="ru-RU" sz="1800" b="0" i="0" dirty="0" smtClean="0">
                <a:solidFill>
                  <a:srgbClr val="000000"/>
                </a:solidFill>
                <a:latin typeface="Arial" pitchFamily="34" charset="0"/>
                <a:cs typeface="Arial" pitchFamily="34" charset="0"/>
              </a:rPr>
              <a:t>Эти данные позволяют вычислять средние показатели продаж продукта и проводить сравнение фактических показателей продаж с прогнозируемыми</a:t>
            </a:r>
          </a:p>
          <a:p>
            <a:r>
              <a:rPr lang="ru-RU" sz="2000" b="0" i="0" dirty="0" smtClean="0">
                <a:solidFill>
                  <a:srgbClr val="000000"/>
                </a:solidFill>
                <a:latin typeface="Arial" pitchFamily="34" charset="0"/>
                <a:cs typeface="Arial" pitchFamily="34" charset="0"/>
              </a:rPr>
              <a:t>Появились новые архитектуры и технологии для извлечения информации из неструктурированных данных</a:t>
            </a:r>
          </a:p>
        </p:txBody>
      </p:sp>
      <p:grpSp>
        <p:nvGrpSpPr>
          <p:cNvPr id="5" name="Group 4"/>
          <p:cNvGrpSpPr/>
          <p:nvPr/>
        </p:nvGrpSpPr>
        <p:grpSpPr>
          <a:xfrm>
            <a:off x="334134" y="990000"/>
            <a:ext cx="8486338" cy="1005686"/>
            <a:chOff x="299409" y="798190"/>
            <a:chExt cx="8486338" cy="1005686"/>
          </a:xfrm>
        </p:grpSpPr>
        <p:sp>
          <p:nvSpPr>
            <p:cNvPr id="6" name="Rectangle 5"/>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7" name="Rectangle 6"/>
            <p:cNvSpPr/>
            <p:nvPr/>
          </p:nvSpPr>
          <p:spPr>
            <a:xfrm>
              <a:off x="614992" y="996920"/>
              <a:ext cx="8170755" cy="80695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600" b="0" i="0" dirty="0" smtClean="0">
                  <a:solidFill>
                    <a:srgbClr val="000000"/>
                  </a:solidFill>
                  <a:latin typeface="Arial" pitchFamily="34" charset="0"/>
                  <a:cs typeface="Arial" pitchFamily="34" charset="0"/>
                </a:rPr>
                <a:t>Обработанные данные, которые предоставляются в определенном контексте для практической интерпретации и могут использоваться для принятия решений.</a:t>
              </a:r>
            </a:p>
          </p:txBody>
        </p:sp>
        <p:sp>
          <p:nvSpPr>
            <p:cNvPr id="8" name="Rectangle 7"/>
            <p:cNvSpPr/>
            <p:nvPr/>
          </p:nvSpPr>
          <p:spPr>
            <a:xfrm>
              <a:off x="349179"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600" b="1" i="0" dirty="0" smtClean="0">
                  <a:solidFill>
                    <a:srgbClr val="FFFFFF"/>
                  </a:solidFill>
                  <a:latin typeface="Arial" pitchFamily="34" charset="0"/>
                  <a:cs typeface="Arial" pitchFamily="34" charset="0"/>
                </a:rPr>
                <a:t>Информация</a:t>
              </a:r>
            </a:p>
          </p:txBody>
        </p:sp>
      </p:grpSp>
      <p:sp>
        <p:nvSpPr>
          <p:cNvPr id="18" name="TextBox 1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7</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37141239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Система хранения информации</a:t>
            </a:r>
          </a:p>
        </p:txBody>
      </p:sp>
      <p:sp>
        <p:nvSpPr>
          <p:cNvPr id="3" name="Content Placeholder 2"/>
          <p:cNvSpPr>
            <a:spLocks noGrp="1"/>
          </p:cNvSpPr>
          <p:nvPr>
            <p:ph sz="quarter" idx="10"/>
          </p:nvPr>
        </p:nvSpPr>
        <p:spPr/>
        <p:txBody>
          <a:bodyPr/>
          <a:lstStyle/>
          <a:p>
            <a:r>
              <a:rPr lang="ru-RU" sz="1600" b="0" i="0" dirty="0" smtClean="0">
                <a:solidFill>
                  <a:srgbClr val="000000"/>
                </a:solidFill>
                <a:latin typeface="Arial" pitchFamily="34" charset="0"/>
                <a:cs typeface="Arial" pitchFamily="34" charset="0"/>
              </a:rPr>
              <a:t>Информация хранится на устройствах хранения данных, состоящих из энергонезависимых носителей</a:t>
            </a:r>
          </a:p>
          <a:p>
            <a:r>
              <a:rPr lang="ru-RU" sz="1600" b="0" i="0" dirty="0" smtClean="0">
                <a:solidFill>
                  <a:srgbClr val="000000"/>
                </a:solidFill>
                <a:latin typeface="Arial" pitchFamily="34" charset="0"/>
                <a:cs typeface="Arial" pitchFamily="34" charset="0"/>
              </a:rPr>
              <a:t>Типы устройств хранения данных: </a:t>
            </a:r>
          </a:p>
          <a:p>
            <a:pPr lvl="1"/>
            <a:r>
              <a:rPr lang="ru-RU" sz="1400" b="1" i="0" dirty="0" smtClean="0">
                <a:solidFill>
                  <a:srgbClr val="000000"/>
                </a:solidFill>
                <a:latin typeface="Arial" pitchFamily="34" charset="0"/>
                <a:cs typeface="Arial" pitchFamily="34" charset="0"/>
              </a:rPr>
              <a:t>магнитные устройства хранения данных</a:t>
            </a:r>
            <a:r>
              <a:rPr lang="ru-RU" sz="1400" b="0" i="0" dirty="0" smtClean="0">
                <a:solidFill>
                  <a:srgbClr val="000000"/>
                </a:solidFill>
                <a:latin typeface="Arial" pitchFamily="34" charset="0"/>
                <a:cs typeface="Arial" pitchFamily="34" charset="0"/>
              </a:rPr>
              <a:t>: жесткие диски и магнитная лента;</a:t>
            </a:r>
          </a:p>
          <a:p>
            <a:pPr lvl="1"/>
            <a:r>
              <a:rPr lang="ru-RU" sz="1400" b="1" i="0" dirty="0" smtClean="0">
                <a:solidFill>
                  <a:srgbClr val="000000"/>
                </a:solidFill>
                <a:latin typeface="Arial" pitchFamily="34" charset="0"/>
                <a:cs typeface="Arial" pitchFamily="34" charset="0"/>
              </a:rPr>
              <a:t>оптические устройства хранения данных</a:t>
            </a:r>
            <a:r>
              <a:rPr lang="ru-RU" sz="1400" b="0" i="0" dirty="0" smtClean="0">
                <a:solidFill>
                  <a:srgbClr val="000000"/>
                </a:solidFill>
                <a:latin typeface="Arial" pitchFamily="34" charset="0"/>
                <a:cs typeface="Arial" pitchFamily="34" charset="0"/>
              </a:rPr>
              <a:t>: диски Blu-ray, DVD-диски и компакт-диски;</a:t>
            </a:r>
          </a:p>
          <a:p>
            <a:pPr lvl="1"/>
            <a:r>
              <a:rPr lang="ru-RU" sz="1400" b="1" i="0" dirty="0" smtClean="0">
                <a:solidFill>
                  <a:srgbClr val="000000"/>
                </a:solidFill>
                <a:latin typeface="Arial" pitchFamily="34" charset="0"/>
                <a:cs typeface="Arial" pitchFamily="34" charset="0"/>
              </a:rPr>
              <a:t>устройства хранения данных на флэш-дисках</a:t>
            </a:r>
            <a:r>
              <a:rPr lang="ru-RU" sz="1400" b="0" i="0" dirty="0" smtClean="0">
                <a:solidFill>
                  <a:srgbClr val="000000"/>
                </a:solidFill>
                <a:latin typeface="Arial" pitchFamily="34" charset="0"/>
                <a:cs typeface="Arial" pitchFamily="34" charset="0"/>
              </a:rPr>
              <a:t>: твердотельные диски, карты памяти и флэш-накопители USB.</a:t>
            </a:r>
          </a:p>
          <a:p>
            <a:r>
              <a:rPr lang="ru-RU" sz="1600" b="0" i="0" dirty="0" smtClean="0">
                <a:solidFill>
                  <a:srgbClr val="000000"/>
                </a:solidFill>
                <a:latin typeface="Arial" pitchFamily="34" charset="0"/>
                <a:cs typeface="Arial" pitchFamily="34" charset="0"/>
              </a:rPr>
              <a:t>Группирование устройств хранения данных выполняется в пределах системы хранения или «массива»</a:t>
            </a:r>
          </a:p>
          <a:p>
            <a:pPr lvl="1"/>
            <a:r>
              <a:rPr lang="ru-RU" sz="1400" b="0" i="0" dirty="0" smtClean="0">
                <a:solidFill>
                  <a:srgbClr val="000000"/>
                </a:solidFill>
                <a:latin typeface="Arial" pitchFamily="34" charset="0"/>
                <a:cs typeface="Arial" pitchFamily="34" charset="0"/>
              </a:rPr>
              <a:t>Это обеспечивает высокую емкость, масштабируемость, производительность, надежность и безопасность</a:t>
            </a:r>
          </a:p>
          <a:p>
            <a:r>
              <a:rPr lang="ru-RU" sz="1600" b="0" i="0" dirty="0" smtClean="0">
                <a:solidFill>
                  <a:srgbClr val="000000"/>
                </a:solidFill>
                <a:latin typeface="Arial" pitchFamily="34" charset="0"/>
                <a:cs typeface="Arial" pitchFamily="34" charset="0"/>
              </a:rPr>
              <a:t>Системы хранения и другие компоненты ИТ-инфраструктуры размещаются в центре обработки данных</a:t>
            </a:r>
          </a:p>
        </p:txBody>
      </p:sp>
      <p:sp>
        <p:nvSpPr>
          <p:cNvPr id="8" name="TextBox 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8</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2271245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Что такое центр обработки данных?</a:t>
            </a:r>
          </a:p>
        </p:txBody>
      </p:sp>
      <p:sp>
        <p:nvSpPr>
          <p:cNvPr id="3" name="Content Placeholder 2"/>
          <p:cNvSpPr>
            <a:spLocks noGrp="1"/>
          </p:cNvSpPr>
          <p:nvPr>
            <p:ph sz="quarter" idx="10"/>
          </p:nvPr>
        </p:nvSpPr>
        <p:spPr>
          <a:xfrm>
            <a:off x="379414" y="2427734"/>
            <a:ext cx="8441058" cy="2353816"/>
          </a:xfrm>
        </p:spPr>
        <p:txBody>
          <a:bodyPr>
            <a:normAutofit fontScale="92500" lnSpcReduction="20000"/>
          </a:bodyPr>
          <a:lstStyle/>
          <a:p>
            <a:r>
              <a:rPr lang="ru-RU" sz="1900" b="0" i="0" dirty="0" smtClean="0">
                <a:solidFill>
                  <a:srgbClr val="000000"/>
                </a:solidFill>
                <a:latin typeface="Arial" pitchFamily="34" charset="0"/>
                <a:cs typeface="Arial" pitchFamily="34" charset="0"/>
              </a:rPr>
              <a:t>Центр обработки данных включает следующие компоненты</a:t>
            </a:r>
          </a:p>
          <a:p>
            <a:pPr lvl="1"/>
            <a:r>
              <a:rPr lang="ru-RU" sz="1700" b="1" i="0" dirty="0" smtClean="0">
                <a:solidFill>
                  <a:srgbClr val="000000"/>
                </a:solidFill>
                <a:latin typeface="Arial" pitchFamily="34" charset="0"/>
                <a:cs typeface="Arial" pitchFamily="34" charset="0"/>
              </a:rPr>
              <a:t>Площадка</a:t>
            </a:r>
            <a:r>
              <a:rPr lang="ru-RU" sz="1700" b="0" i="0" dirty="0" smtClean="0">
                <a:solidFill>
                  <a:srgbClr val="000000"/>
                </a:solidFill>
                <a:latin typeface="Arial" pitchFamily="34" charset="0"/>
                <a:cs typeface="Arial" pitchFamily="34" charset="0"/>
              </a:rPr>
              <a:t> — здание или помещение, где находится центр обработки данных</a:t>
            </a:r>
          </a:p>
          <a:p>
            <a:pPr lvl="1"/>
            <a:r>
              <a:rPr lang="ru-RU" sz="1700" b="1" i="0" dirty="0" smtClean="0">
                <a:solidFill>
                  <a:srgbClr val="000000"/>
                </a:solidFill>
                <a:latin typeface="Arial" pitchFamily="34" charset="0"/>
                <a:cs typeface="Arial" pitchFamily="34" charset="0"/>
              </a:rPr>
              <a:t>ИТ-оборудование</a:t>
            </a:r>
            <a:r>
              <a:rPr lang="ru-RU" sz="1700" b="0" i="0" dirty="0" smtClean="0">
                <a:solidFill>
                  <a:srgbClr val="000000"/>
                </a:solidFill>
                <a:latin typeface="Arial" pitchFamily="34" charset="0"/>
                <a:cs typeface="Arial" pitchFamily="34" charset="0"/>
              </a:rPr>
              <a:t> — вычислительное, сетевое оборудование и оборудование для хранения данных</a:t>
            </a:r>
          </a:p>
          <a:p>
            <a:pPr lvl="1"/>
            <a:r>
              <a:rPr lang="ru-RU" sz="1700" b="1" i="0" dirty="0" smtClean="0">
                <a:solidFill>
                  <a:srgbClr val="000000"/>
                </a:solidFill>
                <a:latin typeface="Arial" pitchFamily="34" charset="0"/>
                <a:cs typeface="Arial" pitchFamily="34" charset="0"/>
              </a:rPr>
              <a:t>Вспомогательная инфраструктура</a:t>
            </a:r>
            <a:r>
              <a:rPr lang="ru-RU" sz="1700" b="0" i="0" dirty="0" smtClean="0">
                <a:solidFill>
                  <a:srgbClr val="000000"/>
                </a:solidFill>
                <a:latin typeface="Arial" pitchFamily="34" charset="0"/>
                <a:cs typeface="Arial" pitchFamily="34" charset="0"/>
              </a:rPr>
              <a:t> — источник питания, система обнаружения пожара, системы отопления, вентиляции и кондиционирования воздуха, а также системы </a:t>
            </a:r>
            <a:r>
              <a:rPr lang="ru-RU" sz="1700" b="0" i="0" dirty="0" smtClean="0">
                <a:solidFill>
                  <a:srgbClr val="000000"/>
                </a:solidFill>
                <a:latin typeface="Arial" pitchFamily="34" charset="0"/>
                <a:cs typeface="Arial" pitchFamily="34" charset="0"/>
              </a:rPr>
              <a:t>безопасности</a:t>
            </a:r>
          </a:p>
          <a:p>
            <a:pPr marL="0" indent="0">
              <a:lnSpc>
                <a:spcPct val="120000"/>
              </a:lnSpc>
              <a:spcBef>
                <a:spcPts val="0"/>
              </a:spcBef>
              <a:buNone/>
            </a:pPr>
            <a:r>
              <a:rPr lang="ru-RU" sz="1400" b="1" dirty="0"/>
              <a:t>ЦОД:</a:t>
            </a:r>
            <a:r>
              <a:rPr lang="ru-RU" sz="1400" dirty="0"/>
              <a:t> Центр Информационных Технологий</a:t>
            </a:r>
          </a:p>
          <a:p>
            <a:pPr marL="0" indent="0">
              <a:lnSpc>
                <a:spcPct val="120000"/>
              </a:lnSpc>
              <a:spcBef>
                <a:spcPts val="0"/>
              </a:spcBef>
              <a:buNone/>
            </a:pPr>
            <a:r>
              <a:rPr lang="ru-RU" sz="1400" b="1" dirty="0"/>
              <a:t>Адрес:</a:t>
            </a:r>
            <a:r>
              <a:rPr lang="ru-RU" sz="1400" dirty="0"/>
              <a:t> Россия, Новосибирск, </a:t>
            </a:r>
            <a:r>
              <a:rPr lang="ru-RU" sz="1400" dirty="0" err="1"/>
              <a:t>г.Новосибирск</a:t>
            </a:r>
            <a:r>
              <a:rPr lang="ru-RU" sz="1400" dirty="0"/>
              <a:t>, </a:t>
            </a:r>
            <a:r>
              <a:rPr lang="ru-RU" sz="1400" dirty="0" err="1"/>
              <a:t>ул.Николаева</a:t>
            </a:r>
            <a:r>
              <a:rPr lang="ru-RU" sz="1400" dirty="0"/>
              <a:t> 11/3</a:t>
            </a:r>
          </a:p>
          <a:p>
            <a:pPr marL="0" indent="0">
              <a:lnSpc>
                <a:spcPct val="120000"/>
              </a:lnSpc>
              <a:spcBef>
                <a:spcPts val="0"/>
              </a:spcBef>
              <a:buNone/>
            </a:pPr>
            <a:r>
              <a:rPr lang="ru-RU" sz="1400" b="1" dirty="0"/>
              <a:t>Сайт:</a:t>
            </a:r>
            <a:r>
              <a:rPr lang="ru-RU" sz="1400" dirty="0"/>
              <a:t> </a:t>
            </a:r>
            <a:r>
              <a:rPr lang="ru-RU" sz="1400" u="sng" dirty="0">
                <a:hlinkClick r:id="rId4"/>
              </a:rPr>
              <a:t>rtcloud.ru</a:t>
            </a:r>
            <a:endParaRPr lang="ru-RU" sz="1400" dirty="0"/>
          </a:p>
          <a:p>
            <a:pPr marL="0" indent="0">
              <a:lnSpc>
                <a:spcPct val="120000"/>
              </a:lnSpc>
              <a:spcBef>
                <a:spcPts val="0"/>
              </a:spcBef>
              <a:buNone/>
            </a:pPr>
            <a:r>
              <a:rPr lang="ru-RU" sz="1400" b="1" dirty="0"/>
              <a:t>Дата запуска в ком. эксплуатацию:</a:t>
            </a:r>
            <a:r>
              <a:rPr lang="ru-RU" sz="1400" dirty="0"/>
              <a:t> 19.08.2015</a:t>
            </a:r>
          </a:p>
          <a:p>
            <a:pPr lvl="1"/>
            <a:endParaRPr lang="ru-RU" sz="1700" b="0" i="0" dirty="0" smtClean="0">
              <a:solidFill>
                <a:srgbClr val="000000"/>
              </a:solidFill>
              <a:latin typeface="Arial" pitchFamily="34" charset="0"/>
              <a:cs typeface="Arial" pitchFamily="34" charset="0"/>
            </a:endParaRPr>
          </a:p>
        </p:txBody>
      </p:sp>
      <p:grpSp>
        <p:nvGrpSpPr>
          <p:cNvPr id="9" name="Group 8"/>
          <p:cNvGrpSpPr/>
          <p:nvPr/>
        </p:nvGrpSpPr>
        <p:grpSpPr>
          <a:xfrm>
            <a:off x="334134" y="990000"/>
            <a:ext cx="8486338" cy="1293718"/>
            <a:chOff x="299409" y="798190"/>
            <a:chExt cx="8486338" cy="1293718"/>
          </a:xfrm>
        </p:grpSpPr>
        <p:sp>
          <p:nvSpPr>
            <p:cNvPr id="10" name="Rectangle 9"/>
            <p:cNvSpPr/>
            <p:nvPr/>
          </p:nvSpPr>
          <p:spPr>
            <a:xfrm>
              <a:off x="299409"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11" name="Rectangle 10"/>
            <p:cNvSpPr/>
            <p:nvPr/>
          </p:nvSpPr>
          <p:spPr>
            <a:xfrm>
              <a:off x="614992" y="996920"/>
              <a:ext cx="8170755" cy="1094988"/>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500" b="0" i="0" dirty="0" smtClean="0">
                  <a:solidFill>
                    <a:srgbClr val="000000"/>
                  </a:solidFill>
                  <a:latin typeface="Arial" pitchFamily="34" charset="0"/>
                  <a:cs typeface="Arial" pitchFamily="34" charset="0"/>
                </a:rPr>
                <a:t>Площадка, на которой установлено ИТ-оборудование, включая вычислительные ресурсы, СХД и сетевые компоненты, а также вспомогательные компоненты ИТ-инфраструктуры, обеспечивающая возможность централизованной обработки данных.</a:t>
              </a:r>
            </a:p>
          </p:txBody>
        </p:sp>
        <p:sp>
          <p:nvSpPr>
            <p:cNvPr id="12" name="Rectangle 11"/>
            <p:cNvSpPr/>
            <p:nvPr/>
          </p:nvSpPr>
          <p:spPr>
            <a:xfrm>
              <a:off x="349179"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500" b="1" i="0" dirty="0" smtClean="0">
                  <a:solidFill>
                    <a:srgbClr val="FFFFFF"/>
                  </a:solidFill>
                  <a:latin typeface="Arial" pitchFamily="34" charset="0"/>
                  <a:cs typeface="Arial" pitchFamily="34" charset="0"/>
                </a:rPr>
                <a:t>Ц</a:t>
              </a:r>
              <a:r>
                <a:rPr lang="ru-RU" sz="1500" b="0" i="0" dirty="0" smtClean="0">
                  <a:solidFill>
                    <a:srgbClr val="FFFFFF"/>
                  </a:solidFill>
                  <a:latin typeface="Arial" pitchFamily="34" charset="0"/>
                  <a:cs typeface="Arial" pitchFamily="34" charset="0"/>
                </a:rPr>
                <a:t>ентр обработки данных</a:t>
              </a:r>
            </a:p>
          </p:txBody>
        </p:sp>
      </p:grpSp>
      <p:sp>
        <p:nvSpPr>
          <p:cNvPr id="21" name="TextBox 2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9</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12374198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700" b="0" i="0" dirty="0" smtClean="0">
                <a:solidFill>
                  <a:srgbClr val="2C95DD"/>
                </a:solidFill>
                <a:latin typeface="Arial" pitchFamily="34" charset="0"/>
                <a:cs typeface="Arial" pitchFamily="34" charset="0"/>
              </a:rPr>
              <a:t>Ключевые характеристики центра обработки данных</a:t>
            </a:r>
          </a:p>
        </p:txBody>
      </p:sp>
      <p:grpSp>
        <p:nvGrpSpPr>
          <p:cNvPr id="5" name="Group 4"/>
          <p:cNvGrpSpPr/>
          <p:nvPr/>
        </p:nvGrpSpPr>
        <p:grpSpPr>
          <a:xfrm>
            <a:off x="2357194" y="843998"/>
            <a:ext cx="4303038" cy="3960000"/>
            <a:chOff x="2357194" y="843998"/>
            <a:chExt cx="4303038" cy="3960000"/>
          </a:xfrm>
        </p:grpSpPr>
        <p:pic>
          <p:nvPicPr>
            <p:cNvPr id="6" name="Picture 14" descr="main_image"/>
            <p:cNvPicPr>
              <a:picLocks noChangeAspect="1" noChangeArrowheads="1"/>
            </p:cNvPicPr>
            <p:nvPr/>
          </p:nvPicPr>
          <p:blipFill>
            <a:blip r:embed="rId4" cstate="print"/>
            <a:srcRect/>
            <a:stretch>
              <a:fillRect/>
            </a:stretch>
          </p:blipFill>
          <p:spPr bwMode="auto">
            <a:xfrm>
              <a:off x="2357194" y="843998"/>
              <a:ext cx="4303038" cy="3960000"/>
            </a:xfrm>
            <a:prstGeom prst="rect">
              <a:avLst/>
            </a:prstGeom>
            <a:noFill/>
          </p:spPr>
        </p:pic>
        <p:sp>
          <p:nvSpPr>
            <p:cNvPr id="7" name="Text Box 15"/>
            <p:cNvSpPr txBox="1">
              <a:spLocks noChangeArrowheads="1"/>
            </p:cNvSpPr>
            <p:nvPr/>
          </p:nvSpPr>
          <p:spPr bwMode="auto">
            <a:xfrm>
              <a:off x="4086428" y="1305009"/>
              <a:ext cx="817531" cy="153888"/>
            </a:xfrm>
            <a:prstGeom prst="rect">
              <a:avLst/>
            </a:prstGeom>
            <a:noFill/>
            <a:ln w="9525">
              <a:noFill/>
              <a:miter lim="800000"/>
              <a:headEnd/>
              <a:tailEnd/>
            </a:ln>
            <a:effectLst>
              <a:outerShdw dist="28398" dir="3806097" algn="ctr" rotWithShape="0">
                <a:srgbClr val="000000"/>
              </a:outerShdw>
            </a:effectLst>
          </p:spPr>
          <p:txBody>
            <a:bodyPr wrap="none" lIns="0" tIns="0" rIns="0" bIns="0">
              <a:spAutoFit/>
            </a:bodyPr>
            <a:lstStyle/>
            <a:p>
              <a:pPr>
                <a:spcBef>
                  <a:spcPct val="0"/>
                </a:spcBef>
                <a:buClrTx/>
                <a:buFontTx/>
                <a:buNone/>
              </a:pPr>
              <a:r>
                <a:rPr lang="ru-RU" sz="1000" b="1" i="0" dirty="0" smtClean="0">
                  <a:solidFill>
                    <a:srgbClr val="FFFFFF"/>
                  </a:solidFill>
                  <a:latin typeface="Arial" pitchFamily="34" charset="0"/>
                  <a:cs typeface="Arial" pitchFamily="34" charset="0"/>
                </a:rPr>
                <a:t>Доступность</a:t>
              </a:r>
            </a:p>
          </p:txBody>
        </p:sp>
        <p:sp>
          <p:nvSpPr>
            <p:cNvPr id="8" name="Text Box 16"/>
            <p:cNvSpPr txBox="1">
              <a:spLocks noChangeArrowheads="1"/>
            </p:cNvSpPr>
            <p:nvPr/>
          </p:nvSpPr>
          <p:spPr bwMode="auto">
            <a:xfrm>
              <a:off x="2420294" y="1881767"/>
              <a:ext cx="1336478" cy="153888"/>
            </a:xfrm>
            <a:prstGeom prst="rect">
              <a:avLst/>
            </a:prstGeom>
            <a:noFill/>
            <a:ln w="9525">
              <a:noFill/>
              <a:miter lim="800000"/>
              <a:headEnd/>
              <a:tailEnd/>
            </a:ln>
            <a:effectLst>
              <a:outerShdw dist="28398" dir="3806097" algn="ctr" rotWithShape="0">
                <a:srgbClr val="000000"/>
              </a:outerShdw>
            </a:effectLst>
          </p:spPr>
          <p:txBody>
            <a:bodyPr wrap="square" lIns="0" tIns="0" rIns="0" bIns="0">
              <a:spAutoFit/>
            </a:bodyPr>
            <a:lstStyle/>
            <a:p>
              <a:pPr algn="ctr">
                <a:spcBef>
                  <a:spcPct val="0"/>
                </a:spcBef>
                <a:buClrTx/>
                <a:buFontTx/>
                <a:buNone/>
              </a:pPr>
              <a:r>
                <a:rPr lang="ru-RU" sz="1000" b="1" i="0" dirty="0" smtClean="0">
                  <a:solidFill>
                    <a:srgbClr val="FFFFFF"/>
                  </a:solidFill>
                  <a:latin typeface="Arial" pitchFamily="34" charset="0"/>
                  <a:cs typeface="Arial" pitchFamily="34" charset="0"/>
                </a:rPr>
                <a:t>Целостность</a:t>
              </a:r>
              <a:r>
                <a:rPr lang="en-US" sz="1000" b="1" i="0" dirty="0" smtClean="0">
                  <a:solidFill>
                    <a:srgbClr val="FFFFFF"/>
                  </a:solidFill>
                  <a:latin typeface="Arial" pitchFamily="34" charset="0"/>
                  <a:cs typeface="Arial" pitchFamily="34" charset="0"/>
                </a:rPr>
                <a:t> </a:t>
              </a:r>
              <a:r>
                <a:rPr lang="ru-RU" sz="1000" b="1" i="0" dirty="0" smtClean="0">
                  <a:solidFill>
                    <a:srgbClr val="FFFFFF"/>
                  </a:solidFill>
                  <a:latin typeface="Arial" pitchFamily="34" charset="0"/>
                  <a:cs typeface="Arial" pitchFamily="34" charset="0"/>
                </a:rPr>
                <a:t>данных</a:t>
              </a:r>
            </a:p>
          </p:txBody>
        </p:sp>
        <p:sp>
          <p:nvSpPr>
            <p:cNvPr id="9" name="Text Box 17"/>
            <p:cNvSpPr txBox="1">
              <a:spLocks noChangeArrowheads="1"/>
            </p:cNvSpPr>
            <p:nvPr/>
          </p:nvSpPr>
          <p:spPr bwMode="auto">
            <a:xfrm>
              <a:off x="5464518" y="1881767"/>
              <a:ext cx="891270" cy="153888"/>
            </a:xfrm>
            <a:prstGeom prst="rect">
              <a:avLst/>
            </a:prstGeom>
            <a:noFill/>
            <a:ln w="9525">
              <a:noFill/>
              <a:miter lim="800000"/>
              <a:headEnd/>
              <a:tailEnd/>
            </a:ln>
            <a:effectLst>
              <a:outerShdw dist="28398" dir="3806097" algn="ctr" rotWithShape="0">
                <a:srgbClr val="000000"/>
              </a:outerShdw>
            </a:effectLst>
          </p:spPr>
          <p:txBody>
            <a:bodyPr wrap="none" lIns="0" tIns="0" rIns="0" bIns="0">
              <a:spAutoFit/>
            </a:bodyPr>
            <a:lstStyle/>
            <a:p>
              <a:pPr>
                <a:spcBef>
                  <a:spcPct val="0"/>
                </a:spcBef>
                <a:buClrTx/>
                <a:buFontTx/>
                <a:buNone/>
              </a:pPr>
              <a:r>
                <a:rPr lang="ru-RU" sz="1000" b="1" i="0" dirty="0" smtClean="0">
                  <a:solidFill>
                    <a:srgbClr val="FFFFFF"/>
                  </a:solidFill>
                  <a:latin typeface="Arial" pitchFamily="34" charset="0"/>
                  <a:cs typeface="Arial" pitchFamily="34" charset="0"/>
                </a:rPr>
                <a:t>Безопасность</a:t>
              </a:r>
            </a:p>
          </p:txBody>
        </p:sp>
        <p:sp>
          <p:nvSpPr>
            <p:cNvPr id="10" name="Text Box 18"/>
            <p:cNvSpPr txBox="1">
              <a:spLocks noChangeArrowheads="1"/>
            </p:cNvSpPr>
            <p:nvPr/>
          </p:nvSpPr>
          <p:spPr bwMode="auto">
            <a:xfrm>
              <a:off x="5656506" y="3592730"/>
              <a:ext cx="533800" cy="153888"/>
            </a:xfrm>
            <a:prstGeom prst="rect">
              <a:avLst/>
            </a:prstGeom>
            <a:noFill/>
            <a:ln w="9525">
              <a:noFill/>
              <a:miter lim="800000"/>
              <a:headEnd/>
              <a:tailEnd/>
            </a:ln>
            <a:effectLst>
              <a:outerShdw dist="28398" dir="3806097" algn="ctr" rotWithShape="0">
                <a:srgbClr val="000000"/>
              </a:outerShdw>
            </a:effectLst>
          </p:spPr>
          <p:txBody>
            <a:bodyPr wrap="none" lIns="0" tIns="0" rIns="0" bIns="0">
              <a:spAutoFit/>
            </a:bodyPr>
            <a:lstStyle/>
            <a:p>
              <a:pPr>
                <a:spcBef>
                  <a:spcPct val="0"/>
                </a:spcBef>
                <a:buClrTx/>
                <a:buFontTx/>
                <a:buNone/>
              </a:pPr>
              <a:r>
                <a:rPr lang="ru-RU" sz="1000" b="1" i="0" dirty="0" smtClean="0">
                  <a:solidFill>
                    <a:srgbClr val="FFFFFF"/>
                  </a:solidFill>
                  <a:latin typeface="Arial" pitchFamily="34" charset="0"/>
                  <a:cs typeface="Arial" pitchFamily="34" charset="0"/>
                </a:rPr>
                <a:t>Емкость</a:t>
              </a:r>
            </a:p>
          </p:txBody>
        </p:sp>
        <p:sp>
          <p:nvSpPr>
            <p:cNvPr id="11" name="Text Box 19"/>
            <p:cNvSpPr txBox="1">
              <a:spLocks noChangeArrowheads="1"/>
            </p:cNvSpPr>
            <p:nvPr/>
          </p:nvSpPr>
          <p:spPr bwMode="auto">
            <a:xfrm>
              <a:off x="3877147" y="4191302"/>
              <a:ext cx="1250342" cy="153888"/>
            </a:xfrm>
            <a:prstGeom prst="rect">
              <a:avLst/>
            </a:prstGeom>
            <a:noFill/>
            <a:ln w="9525">
              <a:noFill/>
              <a:miter lim="800000"/>
              <a:headEnd/>
              <a:tailEnd/>
            </a:ln>
            <a:effectLst>
              <a:outerShdw dist="28398" dir="3806097" algn="ctr" rotWithShape="0">
                <a:srgbClr val="000000"/>
              </a:outerShdw>
            </a:effectLst>
          </p:spPr>
          <p:txBody>
            <a:bodyPr wrap="none" lIns="0" tIns="0" rIns="0" bIns="0">
              <a:spAutoFit/>
            </a:bodyPr>
            <a:lstStyle/>
            <a:p>
              <a:pPr>
                <a:spcBef>
                  <a:spcPct val="0"/>
                </a:spcBef>
                <a:buClrTx/>
                <a:buFontTx/>
                <a:buNone/>
              </a:pPr>
              <a:r>
                <a:rPr lang="ru-RU" sz="1000" b="1" i="0" dirty="0" smtClean="0">
                  <a:solidFill>
                    <a:srgbClr val="FFFFFF"/>
                  </a:solidFill>
                  <a:latin typeface="Arial" pitchFamily="34" charset="0"/>
                  <a:cs typeface="Arial" pitchFamily="34" charset="0"/>
                </a:rPr>
                <a:t>Масштабируемость</a:t>
              </a:r>
            </a:p>
          </p:txBody>
        </p:sp>
        <p:sp>
          <p:nvSpPr>
            <p:cNvPr id="12" name="Text Box 20"/>
            <p:cNvSpPr txBox="1">
              <a:spLocks noChangeArrowheads="1"/>
            </p:cNvSpPr>
            <p:nvPr/>
          </p:nvSpPr>
          <p:spPr bwMode="auto">
            <a:xfrm>
              <a:off x="2398412" y="3583677"/>
              <a:ext cx="1370568" cy="153888"/>
            </a:xfrm>
            <a:prstGeom prst="rect">
              <a:avLst/>
            </a:prstGeom>
            <a:noFill/>
            <a:ln w="9525">
              <a:noFill/>
              <a:miter lim="800000"/>
              <a:headEnd/>
              <a:tailEnd/>
            </a:ln>
            <a:effectLst>
              <a:outerShdw dist="28398" dir="3806097" algn="ctr" rotWithShape="0">
                <a:srgbClr val="000000"/>
              </a:outerShdw>
            </a:effectLst>
          </p:spPr>
          <p:txBody>
            <a:bodyPr wrap="none" lIns="0" tIns="0" rIns="0" bIns="0">
              <a:spAutoFit/>
            </a:bodyPr>
            <a:lstStyle/>
            <a:p>
              <a:pPr>
                <a:spcBef>
                  <a:spcPct val="0"/>
                </a:spcBef>
                <a:buClrTx/>
                <a:buFontTx/>
                <a:buNone/>
              </a:pPr>
              <a:r>
                <a:rPr lang="ru-RU" sz="1000" b="1" i="0" dirty="0" smtClean="0">
                  <a:solidFill>
                    <a:srgbClr val="FFFFFF"/>
                  </a:solidFill>
                  <a:latin typeface="Arial" pitchFamily="34" charset="0"/>
                  <a:cs typeface="Arial" pitchFamily="34" charset="0"/>
                </a:rPr>
                <a:t>Производительность</a:t>
              </a:r>
            </a:p>
          </p:txBody>
        </p:sp>
        <p:sp>
          <p:nvSpPr>
            <p:cNvPr id="13" name="Text Box 21"/>
            <p:cNvSpPr txBox="1">
              <a:spLocks noChangeArrowheads="1"/>
            </p:cNvSpPr>
            <p:nvPr/>
          </p:nvSpPr>
          <p:spPr bwMode="auto">
            <a:xfrm>
              <a:off x="4004973" y="2728829"/>
              <a:ext cx="997068" cy="153888"/>
            </a:xfrm>
            <a:prstGeom prst="rect">
              <a:avLst/>
            </a:prstGeom>
            <a:noFill/>
            <a:ln w="9525">
              <a:noFill/>
              <a:miter lim="800000"/>
              <a:headEnd/>
              <a:tailEnd/>
            </a:ln>
            <a:effectLst>
              <a:outerShdw dist="28398" dir="3806097" algn="ctr" rotWithShape="0">
                <a:srgbClr val="000000"/>
              </a:outerShdw>
            </a:effectLst>
          </p:spPr>
          <p:txBody>
            <a:bodyPr wrap="none" lIns="0" tIns="0" rIns="0" bIns="0">
              <a:spAutoFit/>
            </a:bodyPr>
            <a:lstStyle/>
            <a:p>
              <a:pPr>
                <a:spcBef>
                  <a:spcPct val="0"/>
                </a:spcBef>
                <a:buClrTx/>
                <a:buFontTx/>
                <a:buNone/>
              </a:pPr>
              <a:r>
                <a:rPr lang="ru-RU" sz="1000" b="1" i="0" dirty="0" smtClean="0">
                  <a:solidFill>
                    <a:srgbClr val="FFFFFF"/>
                  </a:solidFill>
                  <a:latin typeface="Arial" pitchFamily="34" charset="0"/>
                  <a:cs typeface="Arial" pitchFamily="34" charset="0"/>
                </a:rPr>
                <a:t>Управляемость</a:t>
              </a:r>
            </a:p>
          </p:txBody>
        </p:sp>
      </p:grpSp>
      <p:sp>
        <p:nvSpPr>
          <p:cNvPr id="26" name="TextBox 2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10</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18876694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8467" y="228600"/>
            <a:ext cx="8764586" cy="457200"/>
          </a:xfrm>
        </p:spPr>
        <p:txBody>
          <a:bodyPr/>
          <a:lstStyle/>
          <a:p>
            <a:r>
              <a:rPr lang="ru-RU" sz="2700" b="0" i="0" dirty="0" smtClean="0">
                <a:solidFill>
                  <a:srgbClr val="2C95DD"/>
                </a:solidFill>
                <a:latin typeface="Arial" pitchFamily="34" charset="0"/>
                <a:cs typeface="Arial" pitchFamily="34" charset="0"/>
              </a:rPr>
              <a:t>Ключевые процессы управления центром обработки данных</a:t>
            </a:r>
          </a:p>
        </p:txBody>
      </p:sp>
      <p:graphicFrame>
        <p:nvGraphicFramePr>
          <p:cNvPr id="5" name="Table 4"/>
          <p:cNvGraphicFramePr>
            <a:graphicFrameLocks noGrp="1"/>
          </p:cNvGraphicFramePr>
          <p:nvPr>
            <p:extLst>
              <p:ext uri="{D42A27DB-BD31-4B8C-83A1-F6EECF244321}">
                <p14:modId xmlns:p14="http://schemas.microsoft.com/office/powerpoint/2010/main" val="3145559361"/>
              </p:ext>
            </p:extLst>
          </p:nvPr>
        </p:nvGraphicFramePr>
        <p:xfrm>
          <a:off x="395536" y="1050616"/>
          <a:ext cx="8352928" cy="3291840"/>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20000"/>
                    </a:ext>
                  </a:extLst>
                </a:gridCol>
                <a:gridCol w="5472608">
                  <a:extLst>
                    <a:ext uri="{9D8B030D-6E8A-4147-A177-3AD203B41FA5}">
                      <a16:colId xmlns:a16="http://schemas.microsoft.com/office/drawing/2014/main" val="20001"/>
                    </a:ext>
                  </a:extLst>
                </a:gridCol>
              </a:tblGrid>
              <a:tr h="315035">
                <a:tc>
                  <a:txBody>
                    <a:bodyPr/>
                    <a:lstStyle/>
                    <a:p>
                      <a:pPr algn="l"/>
                      <a:r>
                        <a:rPr lang="ru-RU" sz="1500" b="1" i="0" dirty="0" smtClean="0">
                          <a:solidFill>
                            <a:srgbClr val="FFFFFF"/>
                          </a:solidFill>
                          <a:latin typeface="Arial" pitchFamily="34" charset="0"/>
                          <a:cs typeface="Arial" pitchFamily="34" charset="0"/>
                        </a:rPr>
                        <a:t>Процесс управления</a:t>
                      </a:r>
                    </a:p>
                  </a:txBody>
                  <a:tcPr/>
                </a:tc>
                <a:tc>
                  <a:txBody>
                    <a:bodyPr/>
                    <a:lstStyle/>
                    <a:p>
                      <a:r>
                        <a:rPr lang="ru-RU" sz="1500" b="1" i="0" dirty="0" smtClean="0">
                          <a:solidFill>
                            <a:srgbClr val="FFFFFF"/>
                          </a:solidFill>
                          <a:latin typeface="Arial" pitchFamily="34" charset="0"/>
                          <a:cs typeface="Arial" pitchFamily="34" charset="0"/>
                        </a:rPr>
                        <a:t>Описание</a:t>
                      </a:r>
                    </a:p>
                  </a:txBody>
                  <a:tcPr/>
                </a:tc>
                <a:extLst>
                  <a:ext uri="{0D108BD9-81ED-4DB2-BD59-A6C34878D82A}">
                    <a16:rowId xmlns:a16="http://schemas.microsoft.com/office/drawing/2014/main" val="10000"/>
                  </a:ext>
                </a:extLst>
              </a:tr>
              <a:tr h="315035">
                <a:tc>
                  <a:txBody>
                    <a:bodyPr/>
                    <a:lstStyle/>
                    <a:p>
                      <a:pPr algn="l"/>
                      <a:r>
                        <a:rPr lang="ru-RU" sz="1500" b="0" i="0" dirty="0" smtClean="0">
                          <a:solidFill>
                            <a:srgbClr val="000000"/>
                          </a:solidFill>
                          <a:latin typeface="Arial" pitchFamily="34" charset="0"/>
                          <a:cs typeface="Arial" pitchFamily="34" charset="0"/>
                        </a:rPr>
                        <a:t>Мониторинг</a:t>
                      </a:r>
                    </a:p>
                  </a:txBody>
                  <a:tcPr/>
                </a:tc>
                <a:tc>
                  <a:txBody>
                    <a:bodyPr/>
                    <a:lstStyle/>
                    <a:p>
                      <a:r>
                        <a:rPr lang="ru-RU" sz="1500" b="0" i="0" dirty="0" smtClean="0">
                          <a:solidFill>
                            <a:srgbClr val="000000"/>
                          </a:solidFill>
                          <a:latin typeface="Arial" pitchFamily="34" charset="0"/>
                          <a:cs typeface="Arial" pitchFamily="34" charset="0"/>
                        </a:rPr>
                        <a:t>Непрерывный сбор информации о ресурсах центра обработки данных</a:t>
                      </a:r>
                    </a:p>
                  </a:txBody>
                  <a:tcPr/>
                </a:tc>
                <a:extLst>
                  <a:ext uri="{0D108BD9-81ED-4DB2-BD59-A6C34878D82A}">
                    <a16:rowId xmlns:a16="http://schemas.microsoft.com/office/drawing/2014/main" val="10001"/>
                  </a:ext>
                </a:extLst>
              </a:tr>
              <a:tr h="315035">
                <a:tc>
                  <a:txBody>
                    <a:bodyPr/>
                    <a:lstStyle/>
                    <a:p>
                      <a:pPr algn="l"/>
                      <a:r>
                        <a:rPr lang="ru-RU" sz="1500" b="0" i="0" dirty="0" smtClean="0">
                          <a:solidFill>
                            <a:srgbClr val="000000"/>
                          </a:solidFill>
                          <a:latin typeface="Arial" pitchFamily="34" charset="0"/>
                          <a:cs typeface="Arial" pitchFamily="34" charset="0"/>
                        </a:rPr>
                        <a:t>Отчетность</a:t>
                      </a:r>
                    </a:p>
                  </a:txBody>
                  <a:tcPr/>
                </a:tc>
                <a:tc>
                  <a:txBody>
                    <a:bodyPr/>
                    <a:lstStyle/>
                    <a:p>
                      <a:r>
                        <a:rPr lang="ru-RU" sz="1500" b="0" i="0" dirty="0" smtClean="0">
                          <a:solidFill>
                            <a:srgbClr val="000000"/>
                          </a:solidFill>
                          <a:latin typeface="Arial" pitchFamily="34" charset="0"/>
                          <a:cs typeface="Arial" pitchFamily="34" charset="0"/>
                        </a:rPr>
                        <a:t>Предоставление подробных сведений о производительности, емкости и использовании ресурсов</a:t>
                      </a:r>
                    </a:p>
                  </a:txBody>
                  <a:tcPr/>
                </a:tc>
                <a:extLst>
                  <a:ext uri="{0D108BD9-81ED-4DB2-BD59-A6C34878D82A}">
                    <a16:rowId xmlns:a16="http://schemas.microsoft.com/office/drawing/2014/main" val="10002"/>
                  </a:ext>
                </a:extLst>
              </a:tr>
              <a:tr h="315035">
                <a:tc>
                  <a:txBody>
                    <a:bodyPr/>
                    <a:lstStyle/>
                    <a:p>
                      <a:pPr algn="l"/>
                      <a:r>
                        <a:rPr lang="ru-RU" sz="1500" b="0" i="0" dirty="0" smtClean="0">
                          <a:solidFill>
                            <a:srgbClr val="000000"/>
                          </a:solidFill>
                          <a:latin typeface="Arial" pitchFamily="34" charset="0"/>
                          <a:cs typeface="Arial" pitchFamily="34" charset="0"/>
                        </a:rPr>
                        <a:t>Выделение ресурсов</a:t>
                      </a:r>
                    </a:p>
                  </a:txBody>
                  <a:tcPr/>
                </a:tc>
                <a:tc>
                  <a:txBody>
                    <a:bodyPr/>
                    <a:lstStyle/>
                    <a:p>
                      <a:r>
                        <a:rPr lang="ru-RU" sz="1500" b="0" i="0" dirty="0" smtClean="0">
                          <a:solidFill>
                            <a:srgbClr val="000000"/>
                          </a:solidFill>
                          <a:latin typeface="Arial" pitchFamily="34" charset="0"/>
                          <a:cs typeface="Arial" pitchFamily="34" charset="0"/>
                        </a:rPr>
                        <a:t>Конфигурирование и распределение ресурсов в соответствии с требованиями к емкости, доступности, производительности и безопасности</a:t>
                      </a:r>
                    </a:p>
                  </a:txBody>
                  <a:tcPr/>
                </a:tc>
                <a:extLst>
                  <a:ext uri="{0D108BD9-81ED-4DB2-BD59-A6C34878D82A}">
                    <a16:rowId xmlns:a16="http://schemas.microsoft.com/office/drawing/2014/main" val="10003"/>
                  </a:ext>
                </a:extLst>
              </a:tr>
              <a:tr h="315035">
                <a:tc>
                  <a:txBody>
                    <a:bodyPr/>
                    <a:lstStyle/>
                    <a:p>
                      <a:pPr algn="l"/>
                      <a:r>
                        <a:rPr lang="ru-RU" sz="1500" b="0" i="0" dirty="0" smtClean="0">
                          <a:solidFill>
                            <a:srgbClr val="000000"/>
                          </a:solidFill>
                          <a:latin typeface="Arial" pitchFamily="34" charset="0"/>
                          <a:cs typeface="Arial" pitchFamily="34" charset="0"/>
                        </a:rPr>
                        <a:t>Планирование</a:t>
                      </a:r>
                    </a:p>
                  </a:txBody>
                  <a:tcPr/>
                </a:tc>
                <a:tc>
                  <a:txBody>
                    <a:bodyPr/>
                    <a:lstStyle/>
                    <a:p>
                      <a:r>
                        <a:rPr lang="ru-RU" sz="1500" b="0" i="0" dirty="0" smtClean="0">
                          <a:solidFill>
                            <a:srgbClr val="000000"/>
                          </a:solidFill>
                          <a:latin typeface="Arial" pitchFamily="34" charset="0"/>
                          <a:cs typeface="Arial" pitchFamily="34" charset="0"/>
                        </a:rPr>
                        <a:t>Оценка количества ресурсов, необходимых для поддержки бизнес-операций </a:t>
                      </a:r>
                    </a:p>
                  </a:txBody>
                  <a:tcPr/>
                </a:tc>
                <a:extLst>
                  <a:ext uri="{0D108BD9-81ED-4DB2-BD59-A6C34878D82A}">
                    <a16:rowId xmlns:a16="http://schemas.microsoft.com/office/drawing/2014/main" val="10004"/>
                  </a:ext>
                </a:extLst>
              </a:tr>
              <a:tr h="315035">
                <a:tc>
                  <a:txBody>
                    <a:bodyPr/>
                    <a:lstStyle/>
                    <a:p>
                      <a:pPr algn="l"/>
                      <a:r>
                        <a:rPr lang="ru-RU" sz="1500" b="0" i="0" dirty="0" smtClean="0">
                          <a:solidFill>
                            <a:srgbClr val="000000"/>
                          </a:solidFill>
                          <a:latin typeface="Arial" pitchFamily="34" charset="0"/>
                          <a:cs typeface="Arial" pitchFamily="34" charset="0"/>
                        </a:rPr>
                        <a:t>Обслуживание </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500" b="0" i="0" dirty="0" smtClean="0">
                          <a:solidFill>
                            <a:srgbClr val="000000"/>
                          </a:solidFill>
                          <a:latin typeface="Arial" pitchFamily="34" charset="0"/>
                          <a:cs typeface="Arial" pitchFamily="34" charset="0"/>
                        </a:rPr>
                        <a:t>Обеспечение надлежащего функционирования ресурсов и устранение инцидентов </a:t>
                      </a:r>
                    </a:p>
                  </a:txBody>
                  <a:tcPr/>
                </a:tc>
                <a:extLst>
                  <a:ext uri="{0D108BD9-81ED-4DB2-BD59-A6C34878D82A}">
                    <a16:rowId xmlns:a16="http://schemas.microsoft.com/office/drawing/2014/main" val="10005"/>
                  </a:ext>
                </a:extLst>
              </a:tr>
            </a:tbl>
          </a:graphicData>
        </a:graphic>
      </p:graphicFrame>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11</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42625968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Этапы развития вычислительных платформ</a:t>
            </a:r>
          </a:p>
        </p:txBody>
      </p:sp>
      <p:grpSp>
        <p:nvGrpSpPr>
          <p:cNvPr id="6" name="Group 5"/>
          <p:cNvGrpSpPr/>
          <p:nvPr/>
        </p:nvGrpSpPr>
        <p:grpSpPr>
          <a:xfrm>
            <a:off x="321970" y="944391"/>
            <a:ext cx="7994446" cy="4081927"/>
            <a:chOff x="539552" y="971285"/>
            <a:chExt cx="7994446" cy="4081927"/>
          </a:xfrm>
        </p:grpSpPr>
        <p:grpSp>
          <p:nvGrpSpPr>
            <p:cNvPr id="5" name="Group 4"/>
            <p:cNvGrpSpPr/>
            <p:nvPr/>
          </p:nvGrpSpPr>
          <p:grpSpPr>
            <a:xfrm>
              <a:off x="539552" y="2513391"/>
              <a:ext cx="7994446" cy="1293660"/>
              <a:chOff x="407204" y="2601045"/>
              <a:chExt cx="7994446" cy="1293660"/>
            </a:xfrm>
          </p:grpSpPr>
          <p:cxnSp>
            <p:nvCxnSpPr>
              <p:cNvPr id="53" name="Straight Connector 52"/>
              <p:cNvCxnSpPr/>
              <p:nvPr/>
            </p:nvCxnSpPr>
            <p:spPr>
              <a:xfrm>
                <a:off x="1058333" y="3887447"/>
                <a:ext cx="7027334" cy="0"/>
              </a:xfrm>
              <a:prstGeom prst="line">
                <a:avLst/>
              </a:prstGeom>
              <a:ln w="12700" cmpd="sng">
                <a:solidFill>
                  <a:schemeClr val="bg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2" name="Group 61"/>
              <p:cNvGrpSpPr/>
              <p:nvPr/>
            </p:nvGrpSpPr>
            <p:grpSpPr>
              <a:xfrm>
                <a:off x="407204" y="2601045"/>
                <a:ext cx="7994446" cy="1293660"/>
                <a:chOff x="407204" y="2489731"/>
                <a:chExt cx="7994446" cy="1293660"/>
              </a:xfrm>
            </p:grpSpPr>
            <p:sp>
              <p:nvSpPr>
                <p:cNvPr id="63" name="Oval 62"/>
                <p:cNvSpPr>
                  <a:spLocks noChangeAspect="1"/>
                </p:cNvSpPr>
                <p:nvPr>
                  <p:custDataLst>
                    <p:tags r:id="rId16"/>
                  </p:custDataLst>
                </p:nvPr>
              </p:nvSpPr>
              <p:spPr>
                <a:xfrm>
                  <a:off x="3366471" y="2625683"/>
                  <a:ext cx="2411058" cy="713920"/>
                </a:xfrm>
                <a:prstGeom prst="ellipse">
                  <a:avLst/>
                </a:prstGeom>
                <a:solidFill>
                  <a:schemeClr val="tx2"/>
                </a:solidFill>
                <a:ln w="12700" cmpd="sng">
                  <a:noFill/>
                </a:ln>
                <a:effectLst/>
                <a:scene3d>
                  <a:camera prst="perspectiveFront">
                    <a:rot lat="8160000" lon="0" rev="0"/>
                  </a:camera>
                  <a:lightRig rig="threePt" dir="t"/>
                </a:scene3d>
                <a:sp3d extrusionH="2286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64" name="TextBox 63"/>
                <p:cNvSpPr txBox="1"/>
                <p:nvPr>
                  <p:custDataLst>
                    <p:tags r:id="rId17"/>
                  </p:custDataLst>
                </p:nvPr>
              </p:nvSpPr>
              <p:spPr>
                <a:xfrm>
                  <a:off x="3133234" y="3286390"/>
                  <a:ext cx="2868121" cy="446276"/>
                </a:xfrm>
                <a:prstGeom prst="rect">
                  <a:avLst/>
                </a:prstGeom>
                <a:noFill/>
              </p:spPr>
              <p:txBody>
                <a:bodyPr wrap="square" rtlCol="0">
                  <a:spAutoFit/>
                </a:bodyPr>
                <a:lstStyle/>
                <a:p>
                  <a:pPr algn="ctr"/>
                  <a:r>
                    <a:rPr lang="ru-RU" sz="1000" b="0" i="0" dirty="0" smtClean="0">
                      <a:solidFill>
                        <a:srgbClr val="3892D0"/>
                      </a:solidFill>
                      <a:latin typeface="Arial" pitchFamily="34" charset="0"/>
                      <a:cs typeface="Arial" pitchFamily="34" charset="0"/>
                    </a:rPr>
                    <a:t>Локальные сети/Интернет-клиенты/серверы </a:t>
                  </a:r>
                  <a:r>
                    <a:rPr lang="ru-RU" sz="1300" b="1" i="0" dirty="0" smtClean="0">
                      <a:solidFill>
                        <a:srgbClr val="3892D0"/>
                      </a:solidFill>
                      <a:latin typeface="Arial" pitchFamily="34" charset="0"/>
                      <a:cs typeface="Arial" pitchFamily="34" charset="0"/>
                    </a:rPr>
                    <a:t>Персональные компьютеры</a:t>
                  </a:r>
                </a:p>
              </p:txBody>
            </p:sp>
            <p:sp>
              <p:nvSpPr>
                <p:cNvPr id="65" name="TextBox 64"/>
                <p:cNvSpPr txBox="1"/>
                <p:nvPr/>
              </p:nvSpPr>
              <p:spPr>
                <a:xfrm>
                  <a:off x="4478046" y="3414059"/>
                  <a:ext cx="184730" cy="369332"/>
                </a:xfrm>
                <a:prstGeom prst="rect">
                  <a:avLst/>
                </a:prstGeom>
                <a:noFill/>
              </p:spPr>
              <p:txBody>
                <a:bodyPr wrap="none" rtlCol="0">
                  <a:spAutoFit/>
                </a:bodyPr>
                <a:lstStyle/>
                <a:p>
                  <a:pPr algn="ctr"/>
                  <a:endParaRPr lang="en-US" dirty="0" smtClean="0">
                    <a:solidFill>
                      <a:srgbClr val="4D4D4D"/>
                    </a:solidFill>
                    <a:latin typeface="Arial" pitchFamily="34" charset="0"/>
                    <a:cs typeface="Arial" pitchFamily="34" charset="0"/>
                  </a:endParaRPr>
                </a:p>
              </p:txBody>
            </p:sp>
            <p:sp>
              <p:nvSpPr>
                <p:cNvPr id="66" name="Rectangle 65"/>
                <p:cNvSpPr/>
                <p:nvPr>
                  <p:custDataLst>
                    <p:tags r:id="rId18"/>
                  </p:custDataLst>
                </p:nvPr>
              </p:nvSpPr>
              <p:spPr>
                <a:xfrm>
                  <a:off x="3246910" y="2489731"/>
                  <a:ext cx="2628900" cy="646331"/>
                </a:xfrm>
                <a:prstGeom prst="rect">
                  <a:avLst/>
                </a:prstGeom>
                <a:noFill/>
              </p:spPr>
              <p:txBody>
                <a:bodyPr wrap="square" rtlCol="0">
                  <a:spAutoFit/>
                </a:bodyPr>
                <a:lstStyle/>
                <a:p>
                  <a:pPr algn="ctr"/>
                  <a:r>
                    <a:rPr lang="ru-RU" b="1" i="0" dirty="0" smtClean="0">
                      <a:solidFill>
                        <a:srgbClr val="FFFFFF"/>
                      </a:solidFill>
                      <a:latin typeface="Arial" pitchFamily="34" charset="0"/>
                      <a:cs typeface="Arial" pitchFamily="34" charset="0"/>
                    </a:rPr>
                    <a:t>ВТОРАЯ ПЛАТФОРМА</a:t>
                  </a:r>
                </a:p>
              </p:txBody>
            </p:sp>
            <p:pic>
              <p:nvPicPr>
                <p:cNvPr id="67" name="Picture 66" descr="plat-users2.png"/>
                <p:cNvPicPr>
                  <a:picLocks noChangeAspect="1"/>
                </p:cNvPicPr>
                <p:nvPr>
                  <p:custDataLst>
                    <p:tags r:id="rId19"/>
                  </p:custDataLst>
                </p:nvPr>
              </p:nvPicPr>
              <p:blipFill>
                <a:blip r:embed="rId25">
                  <a:extLst>
                    <a:ext uri="{28A0092B-C50C-407E-A947-70E740481C1C}">
                      <a14:useLocalDpi xmlns:a14="http://schemas.microsoft.com/office/drawing/2010/main"/>
                    </a:ext>
                  </a:extLst>
                </a:blip>
                <a:stretch>
                  <a:fillRect/>
                </a:stretch>
              </p:blipFill>
              <p:spPr>
                <a:xfrm>
                  <a:off x="1526311" y="2633133"/>
                  <a:ext cx="1037582" cy="846666"/>
                </a:xfrm>
                <a:prstGeom prst="rect">
                  <a:avLst/>
                </a:prstGeom>
              </p:spPr>
            </p:pic>
            <p:pic>
              <p:nvPicPr>
                <p:cNvPr id="68" name="Picture 67" descr="plat-apps2.png"/>
                <p:cNvPicPr>
                  <a:picLocks noChangeAspect="1"/>
                </p:cNvPicPr>
                <p:nvPr>
                  <p:custDataLst>
                    <p:tags r:id="rId20"/>
                  </p:custDataLst>
                </p:nvPr>
              </p:nvPicPr>
              <p:blipFill>
                <a:blip r:embed="rId26">
                  <a:extLst>
                    <a:ext uri="{28A0092B-C50C-407E-A947-70E740481C1C}">
                      <a14:useLocalDpi xmlns:a14="http://schemas.microsoft.com/office/drawing/2010/main"/>
                    </a:ext>
                  </a:extLst>
                </a:blip>
                <a:stretch>
                  <a:fillRect/>
                </a:stretch>
              </p:blipFill>
              <p:spPr>
                <a:xfrm>
                  <a:off x="6438565" y="2633132"/>
                  <a:ext cx="1479832" cy="690034"/>
                </a:xfrm>
                <a:prstGeom prst="rect">
                  <a:avLst/>
                </a:prstGeom>
              </p:spPr>
            </p:pic>
            <p:sp>
              <p:nvSpPr>
                <p:cNvPr id="69" name="TextBox 68"/>
                <p:cNvSpPr txBox="1"/>
                <p:nvPr>
                  <p:custDataLst>
                    <p:tags r:id="rId21"/>
                  </p:custDataLst>
                </p:nvPr>
              </p:nvSpPr>
              <p:spPr>
                <a:xfrm>
                  <a:off x="407204" y="3517568"/>
                  <a:ext cx="3275796" cy="230832"/>
                </a:xfrm>
                <a:prstGeom prst="rect">
                  <a:avLst/>
                </a:prstGeom>
                <a:noFill/>
              </p:spPr>
              <p:txBody>
                <a:bodyPr wrap="square" rtlCol="0">
                  <a:spAutoFit/>
                </a:bodyPr>
                <a:lstStyle/>
                <a:p>
                  <a:pPr algn="ctr"/>
                  <a:r>
                    <a:rPr lang="ru-RU" sz="900" b="1" i="0" dirty="0" smtClean="0">
                      <a:solidFill>
                        <a:srgbClr val="3892D0"/>
                      </a:solidFill>
                      <a:latin typeface="Arial" pitchFamily="34" charset="0"/>
                      <a:cs typeface="Arial" pitchFamily="34" charset="0"/>
                    </a:rPr>
                    <a:t>СОТНИ МИЛЛИОНОВ</a:t>
                  </a:r>
                  <a:r>
                    <a:rPr lang="ru-RU" sz="900" b="0" i="0" dirty="0" smtClean="0">
                      <a:solidFill>
                        <a:srgbClr val="2C95DD"/>
                      </a:solidFill>
                      <a:latin typeface="Arial" pitchFamily="34" charset="0"/>
                      <a:cs typeface="Arial" pitchFamily="34" charset="0"/>
                    </a:rPr>
                    <a:t> ПОЛЬЗОВАТЕЛЕЙ</a:t>
                  </a:r>
                </a:p>
              </p:txBody>
            </p:sp>
            <p:sp>
              <p:nvSpPr>
                <p:cNvPr id="70" name="TextBox 69"/>
                <p:cNvSpPr txBox="1"/>
                <p:nvPr>
                  <p:custDataLst>
                    <p:tags r:id="rId22"/>
                  </p:custDataLst>
                </p:nvPr>
              </p:nvSpPr>
              <p:spPr>
                <a:xfrm>
                  <a:off x="5955313" y="3445141"/>
                  <a:ext cx="2446337" cy="230832"/>
                </a:xfrm>
                <a:prstGeom prst="rect">
                  <a:avLst/>
                </a:prstGeom>
                <a:noFill/>
              </p:spPr>
              <p:txBody>
                <a:bodyPr wrap="square" rtlCol="0">
                  <a:spAutoFit/>
                </a:bodyPr>
                <a:lstStyle/>
                <a:p>
                  <a:pPr algn="ctr"/>
                  <a:r>
                    <a:rPr lang="ru-RU" sz="900" b="1" i="0" dirty="0" smtClean="0">
                      <a:solidFill>
                        <a:srgbClr val="3892D0"/>
                      </a:solidFill>
                      <a:latin typeface="Arial" pitchFamily="34" charset="0"/>
                      <a:cs typeface="Arial" pitchFamily="34" charset="0"/>
                    </a:rPr>
                    <a:t>ДЕСЯТКИ ТЫСЯЧ </a:t>
                  </a:r>
                  <a:r>
                    <a:rPr lang="ru-RU" sz="900" b="0" i="0" dirty="0" smtClean="0">
                      <a:solidFill>
                        <a:srgbClr val="3892D0"/>
                      </a:solidFill>
                      <a:latin typeface="Arial" pitchFamily="34" charset="0"/>
                      <a:cs typeface="Arial" pitchFamily="34" charset="0"/>
                    </a:rPr>
                    <a:t>ПРИЛОЖЕНИЙ</a:t>
                  </a:r>
                </a:p>
              </p:txBody>
            </p:sp>
          </p:grpSp>
        </p:grpSp>
        <p:grpSp>
          <p:nvGrpSpPr>
            <p:cNvPr id="71" name="Group 70"/>
            <p:cNvGrpSpPr/>
            <p:nvPr/>
          </p:nvGrpSpPr>
          <p:grpSpPr>
            <a:xfrm>
              <a:off x="1281539" y="3889579"/>
              <a:ext cx="6934581" cy="1163633"/>
              <a:chOff x="1149191" y="3906260"/>
              <a:chExt cx="6934581" cy="1163633"/>
            </a:xfrm>
          </p:grpSpPr>
          <p:sp>
            <p:nvSpPr>
              <p:cNvPr id="72" name="Oval 71"/>
              <p:cNvSpPr>
                <a:spLocks noChangeAspect="1"/>
              </p:cNvSpPr>
              <p:nvPr>
                <p:custDataLst>
                  <p:tags r:id="rId9"/>
                </p:custDataLst>
              </p:nvPr>
            </p:nvSpPr>
            <p:spPr>
              <a:xfrm>
                <a:off x="3767667" y="4065282"/>
                <a:ext cx="1608666" cy="476330"/>
              </a:xfrm>
              <a:prstGeom prst="ellipse">
                <a:avLst/>
              </a:prstGeom>
              <a:solidFill>
                <a:schemeClr val="tx1">
                  <a:lumMod val="65000"/>
                  <a:lumOff val="35000"/>
                </a:schemeClr>
              </a:solidFill>
              <a:ln w="12700" cmpd="sng">
                <a:noFill/>
              </a:ln>
              <a:effectLst/>
              <a:scene3d>
                <a:camera prst="perspectiveFront">
                  <a:rot lat="8160000" lon="0" rev="0"/>
                </a:camera>
                <a:lightRig rig="threePt" dir="t"/>
              </a:scene3d>
              <a:sp3d extrusionH="2286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73" name="TextBox 72"/>
              <p:cNvSpPr txBox="1"/>
              <p:nvPr>
                <p:custDataLst>
                  <p:tags r:id="rId10"/>
                </p:custDataLst>
              </p:nvPr>
            </p:nvSpPr>
            <p:spPr>
              <a:xfrm>
                <a:off x="2980834" y="4537685"/>
                <a:ext cx="3200400" cy="446276"/>
              </a:xfrm>
              <a:prstGeom prst="rect">
                <a:avLst/>
              </a:prstGeom>
              <a:noFill/>
            </p:spPr>
            <p:txBody>
              <a:bodyPr wrap="square" rtlCol="0">
                <a:spAutoFit/>
              </a:bodyPr>
              <a:lstStyle/>
              <a:p>
                <a:pPr algn="ctr"/>
                <a:r>
                  <a:rPr lang="ru-RU" sz="1000" i="0" dirty="0" smtClean="0">
                    <a:solidFill>
                      <a:srgbClr val="4D4D4D"/>
                    </a:solidFill>
                    <a:latin typeface="Arial" pitchFamily="34" charset="0"/>
                    <a:cs typeface="Arial" pitchFamily="34" charset="0"/>
                  </a:rPr>
                  <a:t>Мейнфрейм, мини-к</a:t>
                </a:r>
                <a:r>
                  <a:rPr lang="ru-RU" sz="1000" dirty="0" smtClean="0">
                    <a:solidFill>
                      <a:srgbClr val="4D4D4D"/>
                    </a:solidFill>
                    <a:latin typeface="Arial" pitchFamily="34" charset="0"/>
                    <a:cs typeface="Arial" pitchFamily="34" charset="0"/>
                  </a:rPr>
                  <a:t>омпьютер</a:t>
                </a:r>
                <a:r>
                  <a:rPr lang="en-US" sz="1000" dirty="0" smtClean="0">
                    <a:solidFill>
                      <a:srgbClr val="FF00FF"/>
                    </a:solidFill>
                    <a:latin typeface="Arial" pitchFamily="34" charset="0"/>
                    <a:cs typeface="Arial" pitchFamily="34" charset="0"/>
                  </a:rPr>
                  <a:t/>
                </a:r>
                <a:br>
                  <a:rPr lang="en-US" sz="1000" dirty="0" smtClean="0">
                    <a:solidFill>
                      <a:srgbClr val="FF00FF"/>
                    </a:solidFill>
                    <a:latin typeface="Arial" pitchFamily="34" charset="0"/>
                    <a:cs typeface="Arial" pitchFamily="34" charset="0"/>
                  </a:rPr>
                </a:br>
                <a:r>
                  <a:rPr lang="ru-RU" sz="1300" b="1" i="0" dirty="0" smtClean="0">
                    <a:solidFill>
                      <a:srgbClr val="4D4D4D"/>
                    </a:solidFill>
                    <a:latin typeface="Arial" pitchFamily="34" charset="0"/>
                    <a:cs typeface="Arial" pitchFamily="34" charset="0"/>
                  </a:rPr>
                  <a:t>Терминалы</a:t>
                </a:r>
              </a:p>
            </p:txBody>
          </p:sp>
          <p:sp>
            <p:nvSpPr>
              <p:cNvPr id="74" name="Rectangle 73"/>
              <p:cNvSpPr/>
              <p:nvPr>
                <p:custDataLst>
                  <p:tags r:id="rId11"/>
                </p:custDataLst>
              </p:nvPr>
            </p:nvSpPr>
            <p:spPr>
              <a:xfrm>
                <a:off x="3582079" y="3906260"/>
                <a:ext cx="1943100" cy="461665"/>
              </a:xfrm>
              <a:prstGeom prst="rect">
                <a:avLst/>
              </a:prstGeom>
              <a:noFill/>
            </p:spPr>
            <p:txBody>
              <a:bodyPr wrap="square" rtlCol="0">
                <a:spAutoFit/>
              </a:bodyPr>
              <a:lstStyle/>
              <a:p>
                <a:pPr algn="ctr"/>
                <a:r>
                  <a:rPr lang="ru-RU" sz="1200" b="1" i="0" dirty="0" smtClean="0">
                    <a:solidFill>
                      <a:srgbClr val="FFFFFF"/>
                    </a:solidFill>
                    <a:latin typeface="Arial" pitchFamily="34" charset="0"/>
                    <a:cs typeface="Arial" pitchFamily="34" charset="0"/>
                  </a:rPr>
                  <a:t>ПЕРВАЯ</a:t>
                </a:r>
                <a:r>
                  <a:rPr lang="en-US" sz="1200" b="1" i="0" dirty="0" smtClean="0">
                    <a:solidFill>
                      <a:srgbClr val="FF00FF"/>
                    </a:solidFill>
                    <a:latin typeface="Arial" pitchFamily="34" charset="0"/>
                    <a:cs typeface="Arial" pitchFamily="34" charset="0"/>
                  </a:rPr>
                  <a:t/>
                </a:r>
                <a:br>
                  <a:rPr lang="en-US" sz="1200" b="1" i="0" dirty="0" smtClean="0">
                    <a:solidFill>
                      <a:srgbClr val="FF00FF"/>
                    </a:solidFill>
                    <a:latin typeface="Arial" pitchFamily="34" charset="0"/>
                    <a:cs typeface="Arial" pitchFamily="34" charset="0"/>
                  </a:rPr>
                </a:br>
                <a:r>
                  <a:rPr lang="ru-RU" sz="1200" b="1" i="0" dirty="0" smtClean="0">
                    <a:solidFill>
                      <a:srgbClr val="FFFFFF"/>
                    </a:solidFill>
                    <a:latin typeface="Arial" pitchFamily="34" charset="0"/>
                    <a:cs typeface="Arial" pitchFamily="34" charset="0"/>
                  </a:rPr>
                  <a:t>ПЛАТФОРМА</a:t>
                </a:r>
              </a:p>
            </p:txBody>
          </p:sp>
          <p:pic>
            <p:nvPicPr>
              <p:cNvPr id="75" name="Picture 74" descr="plat-users1.png"/>
              <p:cNvPicPr>
                <a:picLocks noChangeAspect="1"/>
              </p:cNvPicPr>
              <p:nvPr>
                <p:custDataLst>
                  <p:tags r:id="rId12"/>
                </p:custDataLst>
              </p:nvPr>
            </p:nvPicPr>
            <p:blipFill>
              <a:blip r:embed="rId27" cstate="print">
                <a:extLst>
                  <a:ext uri="{28A0092B-C50C-407E-A947-70E740481C1C}">
                    <a14:useLocalDpi xmlns:a14="http://schemas.microsoft.com/office/drawing/2010/main"/>
                  </a:ext>
                </a:extLst>
              </a:blip>
              <a:stretch>
                <a:fillRect/>
              </a:stretch>
            </p:blipFill>
            <p:spPr>
              <a:xfrm>
                <a:off x="1587439" y="3945466"/>
                <a:ext cx="915326" cy="791633"/>
              </a:xfrm>
              <a:prstGeom prst="rect">
                <a:avLst/>
              </a:prstGeom>
            </p:spPr>
          </p:pic>
          <p:pic>
            <p:nvPicPr>
              <p:cNvPr id="76" name="Picture 75" descr="plat-apps1.png"/>
              <p:cNvPicPr>
                <a:picLocks noChangeAspect="1"/>
              </p:cNvPicPr>
              <p:nvPr>
                <p:custDataLst>
                  <p:tags r:id="rId13"/>
                </p:custDataLst>
              </p:nvPr>
            </p:nvPicPr>
            <p:blipFill>
              <a:blip r:embed="rId28" cstate="print">
                <a:extLst>
                  <a:ext uri="{28A0092B-C50C-407E-A947-70E740481C1C}">
                    <a14:useLocalDpi xmlns:a14="http://schemas.microsoft.com/office/drawing/2010/main"/>
                  </a:ext>
                </a:extLst>
              </a:blip>
              <a:stretch>
                <a:fillRect/>
              </a:stretch>
            </p:blipFill>
            <p:spPr>
              <a:xfrm>
                <a:off x="6463048" y="4074023"/>
                <a:ext cx="1430867" cy="534519"/>
              </a:xfrm>
              <a:prstGeom prst="rect">
                <a:avLst/>
              </a:prstGeom>
            </p:spPr>
          </p:pic>
          <p:sp>
            <p:nvSpPr>
              <p:cNvPr id="77" name="TextBox 76"/>
              <p:cNvSpPr txBox="1"/>
              <p:nvPr>
                <p:custDataLst>
                  <p:tags r:id="rId14"/>
                </p:custDataLst>
              </p:nvPr>
            </p:nvSpPr>
            <p:spPr>
              <a:xfrm>
                <a:off x="1149191" y="4700561"/>
                <a:ext cx="1791822" cy="369332"/>
              </a:xfrm>
              <a:prstGeom prst="rect">
                <a:avLst/>
              </a:prstGeom>
              <a:noFill/>
            </p:spPr>
            <p:txBody>
              <a:bodyPr wrap="square" rtlCol="0">
                <a:spAutoFit/>
              </a:bodyPr>
              <a:lstStyle/>
              <a:p>
                <a:pPr algn="ctr"/>
                <a:r>
                  <a:rPr lang="ru-RU" sz="900" b="1" i="0" dirty="0" smtClean="0">
                    <a:solidFill>
                      <a:srgbClr val="4D4D4D"/>
                    </a:solidFill>
                    <a:latin typeface="Arial" pitchFamily="34" charset="0"/>
                    <a:cs typeface="Arial" pitchFamily="34" charset="0"/>
                  </a:rPr>
                  <a:t>МИЛЛИОНЫ</a:t>
                </a:r>
                <a:r>
                  <a:rPr lang="ru-RU" sz="900" b="0" i="0" dirty="0" smtClean="0">
                    <a:solidFill>
                      <a:srgbClr val="4D4D4D"/>
                    </a:solidFill>
                    <a:latin typeface="Arial" pitchFamily="34" charset="0"/>
                    <a:cs typeface="Arial" pitchFamily="34" charset="0"/>
                  </a:rPr>
                  <a:t> ПОЛЬЗОВАТЕЛЕЙ</a:t>
                </a:r>
              </a:p>
            </p:txBody>
          </p:sp>
          <p:sp>
            <p:nvSpPr>
              <p:cNvPr id="78" name="TextBox 77"/>
              <p:cNvSpPr txBox="1"/>
              <p:nvPr>
                <p:custDataLst>
                  <p:tags r:id="rId15"/>
                </p:custDataLst>
              </p:nvPr>
            </p:nvSpPr>
            <p:spPr>
              <a:xfrm>
                <a:off x="6255085" y="4700558"/>
                <a:ext cx="1828687" cy="230832"/>
              </a:xfrm>
              <a:prstGeom prst="rect">
                <a:avLst/>
              </a:prstGeom>
              <a:noFill/>
            </p:spPr>
            <p:txBody>
              <a:bodyPr wrap="square" rtlCol="0">
                <a:spAutoFit/>
              </a:bodyPr>
              <a:lstStyle/>
              <a:p>
                <a:pPr algn="ctr"/>
                <a:r>
                  <a:rPr lang="ru-RU" sz="900" b="1" i="0" dirty="0" smtClean="0">
                    <a:solidFill>
                      <a:srgbClr val="4D4D4D"/>
                    </a:solidFill>
                    <a:latin typeface="Arial" pitchFamily="34" charset="0"/>
                    <a:cs typeface="Arial" pitchFamily="34" charset="0"/>
                  </a:rPr>
                  <a:t>ТЫСЯЧИ</a:t>
                </a:r>
                <a:r>
                  <a:rPr lang="ru-RU" sz="900" b="0" i="0" dirty="0" smtClean="0">
                    <a:solidFill>
                      <a:srgbClr val="4D4D4D"/>
                    </a:solidFill>
                    <a:latin typeface="Arial" pitchFamily="34" charset="0"/>
                    <a:cs typeface="Arial" pitchFamily="34" charset="0"/>
                  </a:rPr>
                  <a:t> ПРИЛОЖЕНИЙ</a:t>
                </a:r>
              </a:p>
            </p:txBody>
          </p:sp>
        </p:grpSp>
        <p:grpSp>
          <p:nvGrpSpPr>
            <p:cNvPr id="3" name="Group 2"/>
            <p:cNvGrpSpPr/>
            <p:nvPr/>
          </p:nvGrpSpPr>
          <p:grpSpPr>
            <a:xfrm>
              <a:off x="1190681" y="971285"/>
              <a:ext cx="7027334" cy="1609476"/>
              <a:chOff x="1058333" y="1005151"/>
              <a:chExt cx="7027334" cy="1609476"/>
            </a:xfrm>
          </p:grpSpPr>
          <p:cxnSp>
            <p:nvCxnSpPr>
              <p:cNvPr id="52" name="Straight Connector 51"/>
              <p:cNvCxnSpPr/>
              <p:nvPr/>
            </p:nvCxnSpPr>
            <p:spPr>
              <a:xfrm>
                <a:off x="1058333" y="2549714"/>
                <a:ext cx="7027334" cy="0"/>
              </a:xfrm>
              <a:prstGeom prst="line">
                <a:avLst/>
              </a:prstGeom>
              <a:ln w="12700" cmpd="sng">
                <a:solidFill>
                  <a:schemeClr val="bg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56" name="Oval 55"/>
              <p:cNvSpPr/>
              <p:nvPr>
                <p:custDataLst>
                  <p:tags r:id="rId2"/>
                </p:custDataLst>
              </p:nvPr>
            </p:nvSpPr>
            <p:spPr>
              <a:xfrm>
                <a:off x="2811780" y="1093448"/>
                <a:ext cx="3520440" cy="1042416"/>
              </a:xfrm>
              <a:prstGeom prst="ellipse">
                <a:avLst/>
              </a:prstGeom>
              <a:solidFill>
                <a:srgbClr val="339933"/>
              </a:solidFill>
              <a:ln w="12700" cmpd="sng">
                <a:noFill/>
              </a:ln>
              <a:effectLst/>
              <a:scene3d>
                <a:camera prst="perspectiveFront">
                  <a:rot lat="8160000" lon="0" rev="0"/>
                </a:camera>
                <a:lightRig rig="threePt" dir="t"/>
              </a:scene3d>
              <a:sp3d extrusionH="2286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7" name="Rectangle 56"/>
              <p:cNvSpPr/>
              <p:nvPr>
                <p:custDataLst>
                  <p:tags r:id="rId3"/>
                </p:custDataLst>
              </p:nvPr>
            </p:nvSpPr>
            <p:spPr>
              <a:xfrm>
                <a:off x="2944641" y="1005151"/>
                <a:ext cx="3200400" cy="892552"/>
              </a:xfrm>
              <a:prstGeom prst="rect">
                <a:avLst/>
              </a:prstGeom>
              <a:noFill/>
            </p:spPr>
            <p:txBody>
              <a:bodyPr wrap="square" rtlCol="0">
                <a:spAutoFit/>
              </a:bodyPr>
              <a:lstStyle/>
              <a:p>
                <a:pPr algn="ctr"/>
                <a:r>
                  <a:rPr lang="ru-RU" sz="2600" b="1" i="0" dirty="0" smtClean="0">
                    <a:solidFill>
                      <a:srgbClr val="FFFFFF"/>
                    </a:solidFill>
                    <a:latin typeface="Arial" pitchFamily="34" charset="0"/>
                    <a:cs typeface="Arial" pitchFamily="34" charset="0"/>
                  </a:rPr>
                  <a:t>ТРЕТЬЯ ПЛАТФОРМА</a:t>
                </a:r>
              </a:p>
            </p:txBody>
          </p:sp>
          <p:pic>
            <p:nvPicPr>
              <p:cNvPr id="58" name="Picture 57" descr="plat-users3.png"/>
              <p:cNvPicPr>
                <a:picLocks noChangeAspect="1"/>
              </p:cNvPicPr>
              <p:nvPr>
                <p:custDataLst>
                  <p:tags r:id="rId4"/>
                </p:custDataLst>
              </p:nvPr>
            </p:nvPicPr>
            <p:blipFill>
              <a:blip r:embed="rId29" cstate="print">
                <a:extLst>
                  <a:ext uri="{28A0092B-C50C-407E-A947-70E740481C1C}">
                    <a14:useLocalDpi xmlns:a14="http://schemas.microsoft.com/office/drawing/2010/main"/>
                  </a:ext>
                </a:extLst>
              </a:blip>
              <a:stretch>
                <a:fillRect/>
              </a:stretch>
            </p:blipFill>
            <p:spPr>
              <a:xfrm>
                <a:off x="1405831" y="1330514"/>
                <a:ext cx="1278542" cy="914400"/>
              </a:xfrm>
              <a:prstGeom prst="rect">
                <a:avLst/>
              </a:prstGeom>
            </p:spPr>
          </p:pic>
          <p:pic>
            <p:nvPicPr>
              <p:cNvPr id="59" name="Picture 58" descr="plat-apps3.png"/>
              <p:cNvPicPr>
                <a:picLocks noChangeAspect="1"/>
              </p:cNvPicPr>
              <p:nvPr>
                <p:custDataLst>
                  <p:tags r:id="rId5"/>
                </p:custDataLst>
              </p:nvPr>
            </p:nvPicPr>
            <p:blipFill>
              <a:blip r:embed="rId30">
                <a:extLst>
                  <a:ext uri="{28A0092B-C50C-407E-A947-70E740481C1C}">
                    <a14:useLocalDpi xmlns:a14="http://schemas.microsoft.com/office/drawing/2010/main"/>
                  </a:ext>
                </a:extLst>
              </a:blip>
              <a:stretch>
                <a:fillRect/>
              </a:stretch>
            </p:blipFill>
            <p:spPr>
              <a:xfrm>
                <a:off x="6501799" y="1178114"/>
                <a:ext cx="1353364" cy="1099608"/>
              </a:xfrm>
              <a:prstGeom prst="rect">
                <a:avLst/>
              </a:prstGeom>
            </p:spPr>
          </p:pic>
          <p:sp>
            <p:nvSpPr>
              <p:cNvPr id="60" name="TextBox 59"/>
              <p:cNvSpPr txBox="1"/>
              <p:nvPr>
                <p:custDataLst>
                  <p:tags r:id="rId6"/>
                </p:custDataLst>
              </p:nvPr>
            </p:nvSpPr>
            <p:spPr>
              <a:xfrm>
                <a:off x="1149191" y="2236245"/>
                <a:ext cx="1791822" cy="369332"/>
              </a:xfrm>
              <a:prstGeom prst="rect">
                <a:avLst/>
              </a:prstGeom>
              <a:noFill/>
            </p:spPr>
            <p:txBody>
              <a:bodyPr wrap="square" rtlCol="0">
                <a:spAutoFit/>
              </a:bodyPr>
              <a:lstStyle/>
              <a:p>
                <a:pPr algn="ctr"/>
                <a:r>
                  <a:rPr lang="ru-RU" sz="900" b="1" i="0" dirty="0" smtClean="0">
                    <a:solidFill>
                      <a:srgbClr val="377F31"/>
                    </a:solidFill>
                    <a:latin typeface="Arial" pitchFamily="34" charset="0"/>
                    <a:cs typeface="Arial" pitchFamily="34" charset="0"/>
                  </a:rPr>
                  <a:t>МИЛЛИАРДЫ</a:t>
                </a:r>
                <a:r>
                  <a:rPr lang="ru-RU" sz="900" b="0" i="0" dirty="0" smtClean="0">
                    <a:solidFill>
                      <a:srgbClr val="377F31"/>
                    </a:solidFill>
                    <a:latin typeface="Arial" pitchFamily="34" charset="0"/>
                    <a:cs typeface="Arial" pitchFamily="34" charset="0"/>
                  </a:rPr>
                  <a:t> ПОЛЬЗОВАТЕЛЕЙ</a:t>
                </a:r>
              </a:p>
            </p:txBody>
          </p:sp>
          <p:sp>
            <p:nvSpPr>
              <p:cNvPr id="61" name="TextBox 60"/>
              <p:cNvSpPr txBox="1"/>
              <p:nvPr>
                <p:custDataLst>
                  <p:tags r:id="rId7"/>
                </p:custDataLst>
              </p:nvPr>
            </p:nvSpPr>
            <p:spPr>
              <a:xfrm>
                <a:off x="6360619" y="2245295"/>
                <a:ext cx="1635724" cy="369332"/>
              </a:xfrm>
              <a:prstGeom prst="rect">
                <a:avLst/>
              </a:prstGeom>
              <a:noFill/>
            </p:spPr>
            <p:txBody>
              <a:bodyPr wrap="square" rtlCol="0">
                <a:spAutoFit/>
              </a:bodyPr>
              <a:lstStyle/>
              <a:p>
                <a:pPr algn="ctr"/>
                <a:r>
                  <a:rPr lang="ru-RU" sz="900" b="1" i="0" dirty="0" smtClean="0">
                    <a:solidFill>
                      <a:srgbClr val="377F31"/>
                    </a:solidFill>
                    <a:latin typeface="Arial" pitchFamily="34" charset="0"/>
                    <a:cs typeface="Arial" pitchFamily="34" charset="0"/>
                  </a:rPr>
                  <a:t>МИЛЛИОНЫ </a:t>
                </a:r>
                <a:r>
                  <a:rPr lang="ru-RU" sz="900" b="0" i="0" dirty="0" smtClean="0">
                    <a:solidFill>
                      <a:srgbClr val="377F31"/>
                    </a:solidFill>
                    <a:latin typeface="Arial" pitchFamily="34" charset="0"/>
                    <a:cs typeface="Arial" pitchFamily="34" charset="0"/>
                  </a:rPr>
                  <a:t>ПРИЛОЖЕНИЙ</a:t>
                </a:r>
              </a:p>
            </p:txBody>
          </p:sp>
          <p:sp>
            <p:nvSpPr>
              <p:cNvPr id="79" name="TextBox 78"/>
              <p:cNvSpPr txBox="1"/>
              <p:nvPr>
                <p:custDataLst>
                  <p:tags r:id="rId8"/>
                </p:custDataLst>
              </p:nvPr>
            </p:nvSpPr>
            <p:spPr>
              <a:xfrm>
                <a:off x="3209434" y="1975234"/>
                <a:ext cx="2715721" cy="615553"/>
              </a:xfrm>
              <a:prstGeom prst="rect">
                <a:avLst/>
              </a:prstGeom>
              <a:noFill/>
            </p:spPr>
            <p:txBody>
              <a:bodyPr wrap="square" rtlCol="0">
                <a:spAutoFit/>
              </a:bodyPr>
              <a:lstStyle/>
              <a:p>
                <a:pPr algn="ctr"/>
                <a:r>
                  <a:rPr lang="ru-RU" sz="1000" b="0" i="0" dirty="0" smtClean="0">
                    <a:solidFill>
                      <a:srgbClr val="377F31"/>
                    </a:solidFill>
                    <a:latin typeface="Arial" pitchFamily="34" charset="0"/>
                    <a:cs typeface="Arial" pitchFamily="34" charset="0"/>
                  </a:rPr>
                  <a:t>Облако Большие данные Мобильные технологии Социальные сети </a:t>
                </a:r>
                <a:r>
                  <a:rPr lang="ru-RU" sz="1300" b="1" i="0" dirty="0" smtClean="0">
                    <a:solidFill>
                      <a:srgbClr val="377F31"/>
                    </a:solidFill>
                    <a:latin typeface="Arial" pitchFamily="34" charset="0"/>
                    <a:cs typeface="Arial" pitchFamily="34" charset="0"/>
                  </a:rPr>
                  <a:t>Мобильные устройства</a:t>
                </a:r>
              </a:p>
            </p:txBody>
          </p:sp>
        </p:grpSp>
      </p:grpSp>
      <p:sp>
        <p:nvSpPr>
          <p:cNvPr id="510" name="TextBox 509"/>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12</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292630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Первая платформа</a:t>
            </a:r>
          </a:p>
        </p:txBody>
      </p:sp>
      <p:sp>
        <p:nvSpPr>
          <p:cNvPr id="5" name="Content Placeholder 4"/>
          <p:cNvSpPr>
            <a:spLocks noGrp="1"/>
          </p:cNvSpPr>
          <p:nvPr>
            <p:ph sz="quarter" idx="10"/>
          </p:nvPr>
        </p:nvSpPr>
        <p:spPr>
          <a:xfrm>
            <a:off x="379414" y="990600"/>
            <a:ext cx="5200698" cy="3429000"/>
          </a:xfrm>
        </p:spPr>
        <p:txBody>
          <a:bodyPr/>
          <a:lstStyle/>
          <a:p>
            <a:r>
              <a:rPr lang="ru-RU" sz="2000" b="0" i="0" dirty="0" smtClean="0">
                <a:solidFill>
                  <a:srgbClr val="000000"/>
                </a:solidFill>
                <a:latin typeface="Arial" pitchFamily="34" charset="0"/>
                <a:cs typeface="Arial" pitchFamily="34" charset="0"/>
              </a:rPr>
              <a:t>Создана на базе мейнфреймов</a:t>
            </a:r>
          </a:p>
          <a:p>
            <a:pPr lvl="1"/>
            <a:r>
              <a:rPr lang="ru-RU" sz="1800" b="0" i="0" dirty="0" smtClean="0">
                <a:solidFill>
                  <a:srgbClr val="000000"/>
                </a:solidFill>
                <a:latin typeface="Arial" pitchFamily="34" charset="0"/>
                <a:cs typeface="Arial" pitchFamily="34" charset="0"/>
              </a:rPr>
              <a:t>Централизованное размещение приложений и баз данных</a:t>
            </a:r>
          </a:p>
          <a:p>
            <a:pPr lvl="1"/>
            <a:r>
              <a:rPr lang="ru-RU" sz="1800" b="0" i="0" dirty="0" smtClean="0">
                <a:solidFill>
                  <a:srgbClr val="000000"/>
                </a:solidFill>
                <a:latin typeface="Arial" pitchFamily="34" charset="0"/>
                <a:cs typeface="Arial" pitchFamily="34" charset="0"/>
              </a:rPr>
              <a:t>Пользователи подключаются к мейнфреймам через терминалы</a:t>
            </a:r>
          </a:p>
          <a:p>
            <a:r>
              <a:rPr lang="ru-RU" sz="2000" b="0" i="0" dirty="0" smtClean="0">
                <a:solidFill>
                  <a:srgbClr val="000000"/>
                </a:solidFill>
                <a:latin typeface="Arial" pitchFamily="34" charset="0"/>
                <a:cs typeface="Arial" pitchFamily="34" charset="0"/>
              </a:rPr>
              <a:t>Сложности, связанные с мейнфреймами</a:t>
            </a:r>
          </a:p>
          <a:p>
            <a:pPr lvl="1"/>
            <a:r>
              <a:rPr lang="ru-RU" sz="1800" b="0" i="0" dirty="0" smtClean="0">
                <a:solidFill>
                  <a:srgbClr val="000000"/>
                </a:solidFill>
                <a:latin typeface="Arial" pitchFamily="34" charset="0"/>
                <a:cs typeface="Arial" pitchFamily="34" charset="0"/>
              </a:rPr>
              <a:t>Значительные капитальные и операционные издержки</a:t>
            </a:r>
          </a:p>
          <a:p>
            <a:pPr lvl="2"/>
            <a:r>
              <a:rPr lang="ru-RU" sz="1600" b="0" i="0" dirty="0" smtClean="0">
                <a:solidFill>
                  <a:srgbClr val="000000"/>
                </a:solidFill>
                <a:latin typeface="Arial" pitchFamily="34" charset="0"/>
                <a:cs typeface="Arial" pitchFamily="34" charset="0"/>
              </a:rPr>
              <a:t>Высокие затраты на приобретение</a:t>
            </a:r>
          </a:p>
          <a:p>
            <a:pPr lvl="2"/>
            <a:r>
              <a:rPr lang="ru-RU" sz="1600" b="0" i="0" dirty="0" smtClean="0">
                <a:solidFill>
                  <a:srgbClr val="000000"/>
                </a:solidFill>
                <a:latin typeface="Arial" pitchFamily="34" charset="0"/>
                <a:cs typeface="Arial" pitchFamily="34" charset="0"/>
              </a:rPr>
              <a:t>Значительная занимаемая площадь и высокие требования к энергопотреблению</a:t>
            </a:r>
          </a:p>
        </p:txBody>
      </p:sp>
      <p:grpSp>
        <p:nvGrpSpPr>
          <p:cNvPr id="3" name="Group 2"/>
          <p:cNvGrpSpPr/>
          <p:nvPr/>
        </p:nvGrpSpPr>
        <p:grpSpPr>
          <a:xfrm>
            <a:off x="5724128" y="1090062"/>
            <a:ext cx="3285578" cy="2825445"/>
            <a:chOff x="5724128" y="1090062"/>
            <a:chExt cx="3285578" cy="2825445"/>
          </a:xfrm>
        </p:grpSpPr>
        <p:sp>
          <p:nvSpPr>
            <p:cNvPr id="17" name="Rounded Rectangle 16"/>
            <p:cNvSpPr/>
            <p:nvPr>
              <p:custDataLst>
                <p:tags r:id="rId2"/>
              </p:custDataLst>
            </p:nvPr>
          </p:nvSpPr>
          <p:spPr>
            <a:xfrm>
              <a:off x="5724128" y="1090062"/>
              <a:ext cx="3276000" cy="1656000"/>
            </a:xfrm>
            <a:prstGeom prst="roundRect">
              <a:avLst/>
            </a:prstGeom>
            <a:solidFill>
              <a:schemeClr val="accent4">
                <a:lumMod val="40000"/>
                <a:lumOff val="60000"/>
              </a:schemeClr>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ru-RU" sz="1100" b="1" i="0" dirty="0" smtClean="0">
                  <a:solidFill>
                    <a:srgbClr val="000000"/>
                  </a:solidFill>
                  <a:latin typeface="Arial" pitchFamily="34" charset="0"/>
                  <a:cs typeface="Arial" pitchFamily="34" charset="0"/>
                </a:rPr>
                <a:t>Центр обработки данных</a:t>
              </a:r>
            </a:p>
          </p:txBody>
        </p:sp>
        <p:cxnSp>
          <p:nvCxnSpPr>
            <p:cNvPr id="18" name="Straight Connector 17"/>
            <p:cNvCxnSpPr>
              <a:stCxn id="23" idx="0"/>
              <a:endCxn id="20" idx="0"/>
            </p:cNvCxnSpPr>
            <p:nvPr/>
          </p:nvCxnSpPr>
          <p:spPr>
            <a:xfrm flipH="1" flipV="1">
              <a:off x="7320069" y="1472871"/>
              <a:ext cx="889784" cy="1578541"/>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21" idx="0"/>
              <a:endCxn id="20" idx="0"/>
            </p:cNvCxnSpPr>
            <p:nvPr/>
          </p:nvCxnSpPr>
          <p:spPr>
            <a:xfrm flipV="1">
              <a:off x="6478404" y="1472871"/>
              <a:ext cx="841665" cy="1578542"/>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pic>
          <p:nvPicPr>
            <p:cNvPr id="20" name="Shape 767"/>
            <p:cNvPicPr preferRelativeResize="0">
              <a:picLocks noChangeAspect="1" noChangeArrowheads="1"/>
            </p:cNvPicPr>
            <p:nvPr>
              <p:custDataLst>
                <p:tags r:id="rId3"/>
              </p:custDataLst>
            </p:nvPr>
          </p:nvPicPr>
          <p:blipFill>
            <a:blip r:embed="rId12" cstate="screen">
              <a:grayscl/>
              <a:extLst>
                <a:ext uri="{28A0092B-C50C-407E-A947-70E740481C1C}">
                  <a14:useLocalDpi xmlns:a14="http://schemas.microsoft.com/office/drawing/2010/main"/>
                </a:ext>
              </a:extLst>
            </a:blip>
            <a:srcRect/>
            <a:stretch>
              <a:fillRect/>
            </a:stretch>
          </p:blipFill>
          <p:spPr bwMode="auto">
            <a:xfrm>
              <a:off x="6598257" y="1472871"/>
              <a:ext cx="1443623" cy="1080000"/>
            </a:xfrm>
            <a:prstGeom prst="rect">
              <a:avLst/>
            </a:prstGeom>
            <a:noFill/>
            <a:ln w="9525">
              <a:noFill/>
              <a:miter lim="800000"/>
              <a:headEnd/>
              <a:tailEnd/>
            </a:ln>
          </p:spPr>
        </p:pic>
        <p:pic>
          <p:nvPicPr>
            <p:cNvPr id="21" name="Picture 38" descr="C:\Users\patils1\Desktop\2013 Projects\CIS v2\CIS Slide Deck_Based on Book\Colored Graphics\Thin Client.png"/>
            <p:cNvPicPr>
              <a:picLocks noChangeAspect="1" noChangeArrowheads="1"/>
            </p:cNvPicPr>
            <p:nvPr>
              <p:custDataLst>
                <p:tags r:id="rId4"/>
              </p:custDataLst>
            </p:nvPr>
          </p:nvPicPr>
          <p:blipFill>
            <a:blip r:embed="rId13">
              <a:extLst>
                <a:ext uri="{28A0092B-C50C-407E-A947-70E740481C1C}">
                  <a14:useLocalDpi xmlns:a14="http://schemas.microsoft.com/office/drawing/2010/main" val="0"/>
                </a:ext>
              </a:extLst>
            </a:blip>
            <a:srcRect/>
            <a:stretch>
              <a:fillRect/>
            </a:stretch>
          </p:blipFill>
          <p:spPr bwMode="auto">
            <a:xfrm>
              <a:off x="6264008" y="3051413"/>
              <a:ext cx="428791" cy="38864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38" descr="C:\Users\patils1\Desktop\2013 Projects\CIS v2\CIS Slide Deck_Based on Book\Colored Graphics\Thin Client.png"/>
            <p:cNvPicPr>
              <a:picLocks noChangeAspect="1" noChangeArrowheads="1"/>
            </p:cNvPicPr>
            <p:nvPr>
              <p:custDataLst>
                <p:tags r:id="rId5"/>
              </p:custDataLst>
            </p:nvPr>
          </p:nvPicPr>
          <p:blipFill>
            <a:blip r:embed="rId13">
              <a:extLst>
                <a:ext uri="{28A0092B-C50C-407E-A947-70E740481C1C}">
                  <a14:useLocalDpi xmlns:a14="http://schemas.microsoft.com/office/drawing/2010/main" val="0"/>
                </a:ext>
              </a:extLst>
            </a:blip>
            <a:srcRect/>
            <a:stretch>
              <a:fillRect/>
            </a:stretch>
          </p:blipFill>
          <p:spPr bwMode="auto">
            <a:xfrm>
              <a:off x="7105673" y="3051414"/>
              <a:ext cx="428791" cy="38864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38" descr="C:\Users\patils1\Desktop\2013 Projects\CIS v2\CIS Slide Deck_Based on Book\Colored Graphics\Thin Client.png"/>
            <p:cNvPicPr>
              <a:picLocks noChangeAspect="1" noChangeArrowheads="1"/>
            </p:cNvPicPr>
            <p:nvPr>
              <p:custDataLst>
                <p:tags r:id="rId6"/>
              </p:custDataLst>
            </p:nvPr>
          </p:nvPicPr>
          <p:blipFill>
            <a:blip r:embed="rId13">
              <a:extLst>
                <a:ext uri="{28A0092B-C50C-407E-A947-70E740481C1C}">
                  <a14:useLocalDpi xmlns:a14="http://schemas.microsoft.com/office/drawing/2010/main" val="0"/>
                </a:ext>
              </a:extLst>
            </a:blip>
            <a:srcRect/>
            <a:stretch>
              <a:fillRect/>
            </a:stretch>
          </p:blipFill>
          <p:spPr bwMode="auto">
            <a:xfrm>
              <a:off x="7995457" y="3051412"/>
              <a:ext cx="428791" cy="388641"/>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p:cNvCxnSpPr>
              <a:stCxn id="22" idx="0"/>
              <a:endCxn id="20" idx="2"/>
            </p:cNvCxnSpPr>
            <p:nvPr/>
          </p:nvCxnSpPr>
          <p:spPr>
            <a:xfrm flipV="1">
              <a:off x="7320069" y="2552871"/>
              <a:ext cx="0" cy="498543"/>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5" name="Text Box 38"/>
            <p:cNvSpPr txBox="1">
              <a:spLocks noChangeArrowheads="1"/>
            </p:cNvSpPr>
            <p:nvPr>
              <p:custDataLst>
                <p:tags r:id="rId7"/>
              </p:custDataLst>
            </p:nvPr>
          </p:nvSpPr>
          <p:spPr bwMode="auto">
            <a:xfrm>
              <a:off x="6895927" y="3669286"/>
              <a:ext cx="923651" cy="246221"/>
            </a:xfrm>
            <a:prstGeom prst="rect">
              <a:avLst/>
            </a:prstGeom>
            <a:noFill/>
          </p:spPr>
          <p:txBody>
            <a:bodyPr wrap="none" rtlCol="0">
              <a:spAutoFit/>
            </a:bodyPr>
            <a:lstStyle>
              <a:defPPr>
                <a:defRPr lang="en-US"/>
              </a:defPPr>
              <a:lvl1pPr>
                <a:defRPr sz="1000" b="1">
                  <a:solidFill>
                    <a:schemeClr val="bg2"/>
                  </a:solidFill>
                </a:defRPr>
              </a:lvl1pPr>
            </a:lstStyle>
            <a:p>
              <a:r>
                <a:rPr lang="ru-RU" i="0" dirty="0" smtClean="0">
                  <a:solidFill>
                    <a:srgbClr val="000000"/>
                  </a:solidFill>
                  <a:latin typeface="Arial" pitchFamily="34" charset="0"/>
                  <a:cs typeface="Arial" pitchFamily="34" charset="0"/>
                </a:rPr>
                <a:t>Терминалы</a:t>
              </a:r>
            </a:p>
          </p:txBody>
        </p:sp>
        <p:sp>
          <p:nvSpPr>
            <p:cNvPr id="26" name="Left Brace 25"/>
            <p:cNvSpPr/>
            <p:nvPr>
              <p:custDataLst>
                <p:tags r:id="rId8"/>
              </p:custDataLst>
            </p:nvPr>
          </p:nvSpPr>
          <p:spPr>
            <a:xfrm rot="16200000">
              <a:off x="7241560" y="2454116"/>
              <a:ext cx="205137" cy="2180768"/>
            </a:xfrm>
            <a:prstGeom prst="leftBrace">
              <a:avLst>
                <a:gd name="adj1" fmla="val 8333"/>
                <a:gd name="adj2" fmla="val 50412"/>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rial" pitchFamily="34" charset="0"/>
                <a:cs typeface="Arial" pitchFamily="34" charset="0"/>
              </a:endParaRPr>
            </a:p>
          </p:txBody>
        </p:sp>
        <p:sp>
          <p:nvSpPr>
            <p:cNvPr id="27" name="Text Box 38"/>
            <p:cNvSpPr txBox="1">
              <a:spLocks noChangeArrowheads="1"/>
            </p:cNvSpPr>
            <p:nvPr>
              <p:custDataLst>
                <p:tags r:id="rId9"/>
              </p:custDataLst>
            </p:nvPr>
          </p:nvSpPr>
          <p:spPr bwMode="auto">
            <a:xfrm>
              <a:off x="8004944" y="1777333"/>
              <a:ext cx="1004762" cy="553998"/>
            </a:xfrm>
            <a:prstGeom prst="rect">
              <a:avLst/>
            </a:prstGeom>
            <a:noFill/>
          </p:spPr>
          <p:txBody>
            <a:bodyPr wrap="square" rtlCol="0">
              <a:spAutoFit/>
            </a:bodyPr>
            <a:lstStyle>
              <a:defPPr>
                <a:defRPr lang="en-US"/>
              </a:defPPr>
              <a:lvl1pPr>
                <a:defRPr sz="1000" b="1">
                  <a:solidFill>
                    <a:schemeClr val="bg2"/>
                  </a:solidFill>
                </a:defRPr>
              </a:lvl1pPr>
            </a:lstStyle>
            <a:p>
              <a:r>
                <a:rPr lang="ru-RU" i="0" dirty="0" smtClean="0">
                  <a:solidFill>
                    <a:srgbClr val="000000"/>
                  </a:solidFill>
                  <a:latin typeface="Arial" pitchFamily="34" charset="0"/>
                  <a:cs typeface="Arial" pitchFamily="34" charset="0"/>
                </a:rPr>
                <a:t>Мейнфрейм </a:t>
              </a:r>
              <a:r>
                <a:rPr lang="ru-RU" b="0" i="0" dirty="0" smtClean="0">
                  <a:solidFill>
                    <a:srgbClr val="000000"/>
                  </a:solidFill>
                  <a:latin typeface="Arial" pitchFamily="34" charset="0"/>
                  <a:cs typeface="Arial" pitchFamily="34" charset="0"/>
                </a:rPr>
                <a:t>(приложения и данные)</a:t>
              </a:r>
            </a:p>
          </p:txBody>
        </p:sp>
      </p:grpSp>
      <p:sp>
        <p:nvSpPr>
          <p:cNvPr id="130" name="TextBox 129"/>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13</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1066018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152400" y="990600"/>
            <a:ext cx="5257800" cy="3429000"/>
          </a:xfrm>
        </p:spPr>
        <p:txBody>
          <a:bodyPr/>
          <a:lstStyle/>
          <a:p>
            <a:r>
              <a:rPr lang="ru-RU" sz="1700" b="0" i="0" dirty="0" smtClean="0">
                <a:solidFill>
                  <a:srgbClr val="000000"/>
                </a:solidFill>
                <a:latin typeface="Arial" pitchFamily="34" charset="0"/>
                <a:cs typeface="Arial" pitchFamily="34" charset="0"/>
              </a:rPr>
              <a:t>На основе модели «клиент-сервер»</a:t>
            </a:r>
          </a:p>
          <a:p>
            <a:pPr lvl="1"/>
            <a:r>
              <a:rPr lang="ru-RU" sz="1500" b="0" i="0" dirty="0" smtClean="0">
                <a:solidFill>
                  <a:srgbClr val="000000"/>
                </a:solidFill>
                <a:latin typeface="Arial" pitchFamily="34" charset="0"/>
                <a:cs typeface="Arial" pitchFamily="34" charset="0"/>
              </a:rPr>
              <a:t>Распределенная архитектура приложений</a:t>
            </a:r>
          </a:p>
          <a:p>
            <a:pPr lvl="1"/>
            <a:r>
              <a:rPr lang="ru-RU" sz="1500" b="0" i="0" dirty="0" smtClean="0">
                <a:solidFill>
                  <a:srgbClr val="000000"/>
                </a:solidFill>
                <a:latin typeface="Arial" pitchFamily="34" charset="0"/>
                <a:cs typeface="Arial" pitchFamily="34" charset="0"/>
              </a:rPr>
              <a:t>Серверы получают и обрабатывают запросы</a:t>
            </a:r>
            <a:r>
              <a:rPr lang="en-US" sz="1500" b="0" i="0" dirty="0" smtClean="0">
                <a:solidFill>
                  <a:srgbClr val="FF00FF"/>
                </a:solidFill>
                <a:latin typeface="Arial" pitchFamily="34" charset="0"/>
                <a:cs typeface="Arial" pitchFamily="34" charset="0"/>
              </a:rPr>
              <a:t/>
            </a:r>
            <a:br>
              <a:rPr lang="en-US" sz="1500" b="0" i="0" dirty="0" smtClean="0">
                <a:solidFill>
                  <a:srgbClr val="FF00FF"/>
                </a:solidFill>
                <a:latin typeface="Arial" pitchFamily="34" charset="0"/>
                <a:cs typeface="Arial" pitchFamily="34" charset="0"/>
              </a:rPr>
            </a:br>
            <a:r>
              <a:rPr lang="ru-RU" sz="1500" b="0" i="0" dirty="0" smtClean="0">
                <a:solidFill>
                  <a:srgbClr val="000000"/>
                </a:solidFill>
                <a:latin typeface="Arial" pitchFamily="34" charset="0"/>
                <a:cs typeface="Arial" pitchFamily="34" charset="0"/>
              </a:rPr>
              <a:t>на предоставление ресурсов от клиентов</a:t>
            </a:r>
          </a:p>
          <a:p>
            <a:pPr lvl="1"/>
            <a:r>
              <a:rPr lang="ru-RU" sz="1500" b="0" i="0" dirty="0" smtClean="0">
                <a:solidFill>
                  <a:srgbClr val="000000"/>
                </a:solidFill>
                <a:latin typeface="Arial" pitchFamily="34" charset="0"/>
                <a:cs typeface="Arial" pitchFamily="34" charset="0"/>
              </a:rPr>
              <a:t>Пользователи подключаются через</a:t>
            </a:r>
            <a:r>
              <a:rPr lang="en-US" sz="1500" b="0" i="0" dirty="0" smtClean="0">
                <a:solidFill>
                  <a:srgbClr val="FF00FF"/>
                </a:solidFill>
                <a:latin typeface="Arial" pitchFamily="34" charset="0"/>
                <a:cs typeface="Arial" pitchFamily="34" charset="0"/>
              </a:rPr>
              <a:t/>
            </a:r>
            <a:br>
              <a:rPr lang="en-US" sz="1500" b="0" i="0" dirty="0" smtClean="0">
                <a:solidFill>
                  <a:srgbClr val="FF00FF"/>
                </a:solidFill>
                <a:latin typeface="Arial" pitchFamily="34" charset="0"/>
                <a:cs typeface="Arial" pitchFamily="34" charset="0"/>
              </a:rPr>
            </a:br>
            <a:r>
              <a:rPr lang="ru-RU" sz="1500" b="0" i="0" dirty="0" smtClean="0">
                <a:solidFill>
                  <a:srgbClr val="000000"/>
                </a:solidFill>
                <a:latin typeface="Arial" pitchFamily="34" charset="0"/>
                <a:cs typeface="Arial" pitchFamily="34" charset="0"/>
              </a:rPr>
              <a:t>клиентскую программу или веб-интерфейс</a:t>
            </a:r>
          </a:p>
          <a:p>
            <a:r>
              <a:rPr lang="ru-RU" sz="1700" b="0" i="0" dirty="0" smtClean="0">
                <a:solidFill>
                  <a:srgbClr val="000000"/>
                </a:solidFill>
                <a:latin typeface="Arial" pitchFamily="34" charset="0"/>
                <a:cs typeface="Arial" pitchFamily="34" charset="0"/>
              </a:rPr>
              <a:t>Сложности, связанные с моделью</a:t>
            </a:r>
            <a:r>
              <a:rPr lang="en-US" sz="1700" b="0" i="0" dirty="0" smtClean="0">
                <a:solidFill>
                  <a:srgbClr val="FF00FF"/>
                </a:solidFill>
                <a:latin typeface="Arial" pitchFamily="34" charset="0"/>
                <a:cs typeface="Arial" pitchFamily="34" charset="0"/>
              </a:rPr>
              <a:t/>
            </a:r>
            <a:br>
              <a:rPr lang="en-US" sz="1700" b="0" i="0" dirty="0" smtClean="0">
                <a:solidFill>
                  <a:srgbClr val="FF00FF"/>
                </a:solidFill>
                <a:latin typeface="Arial" pitchFamily="34" charset="0"/>
                <a:cs typeface="Arial" pitchFamily="34" charset="0"/>
              </a:rPr>
            </a:br>
            <a:r>
              <a:rPr lang="ru-RU" sz="1700" b="0" i="0" dirty="0" smtClean="0">
                <a:solidFill>
                  <a:srgbClr val="000000"/>
                </a:solidFill>
                <a:latin typeface="Arial" pitchFamily="34" charset="0"/>
                <a:cs typeface="Arial" pitchFamily="34" charset="0"/>
              </a:rPr>
              <a:t>«клиент-сервер»</a:t>
            </a:r>
          </a:p>
          <a:p>
            <a:pPr lvl="1"/>
            <a:r>
              <a:rPr lang="ru-RU" sz="1500" b="0" i="0" dirty="0" smtClean="0">
                <a:solidFill>
                  <a:srgbClr val="000000"/>
                </a:solidFill>
                <a:latin typeface="Arial" pitchFamily="34" charset="0"/>
                <a:cs typeface="Arial" pitchFamily="34" charset="0"/>
              </a:rPr>
              <a:t>Создание изолированных точек хранения в</a:t>
            </a:r>
            <a:r>
              <a:rPr lang="en-US" sz="1500" b="0" i="0" dirty="0" smtClean="0">
                <a:solidFill>
                  <a:srgbClr val="FF00FF"/>
                </a:solidFill>
                <a:latin typeface="Arial" pitchFamily="34" charset="0"/>
                <a:cs typeface="Arial" pitchFamily="34" charset="0"/>
              </a:rPr>
              <a:t/>
            </a:r>
            <a:br>
              <a:rPr lang="en-US" sz="1500" b="0" i="0" dirty="0" smtClean="0">
                <a:solidFill>
                  <a:srgbClr val="FF00FF"/>
                </a:solidFill>
                <a:latin typeface="Arial" pitchFamily="34" charset="0"/>
                <a:cs typeface="Arial" pitchFamily="34" charset="0"/>
              </a:rPr>
            </a:br>
            <a:r>
              <a:rPr lang="ru-RU" sz="1500" b="0" i="0" dirty="0" smtClean="0">
                <a:solidFill>
                  <a:srgbClr val="000000"/>
                </a:solidFill>
                <a:latin typeface="Arial" pitchFamily="34" charset="0"/>
                <a:cs typeface="Arial" pitchFamily="34" charset="0"/>
              </a:rPr>
              <a:t>ИТ-инфраструктуре</a:t>
            </a:r>
          </a:p>
          <a:p>
            <a:pPr lvl="1"/>
            <a:r>
              <a:rPr lang="ru-RU" sz="1500" b="0" i="0" dirty="0" smtClean="0">
                <a:solidFill>
                  <a:srgbClr val="000000"/>
                </a:solidFill>
                <a:latin typeface="Arial" pitchFamily="34" charset="0"/>
                <a:cs typeface="Arial" pitchFamily="34" charset="0"/>
              </a:rPr>
              <a:t>Издержки на обслуживание оборудования и ПО</a:t>
            </a:r>
          </a:p>
          <a:p>
            <a:pPr lvl="1"/>
            <a:r>
              <a:rPr lang="ru-RU" sz="1500" b="0" i="0" dirty="0" smtClean="0">
                <a:solidFill>
                  <a:srgbClr val="000000"/>
                </a:solidFill>
                <a:latin typeface="Arial" pitchFamily="34" charset="0"/>
                <a:cs typeface="Arial" pitchFamily="34" charset="0"/>
              </a:rPr>
              <a:t>Масштабируемость, необходимая, чтобы адаптироваться к увеличению количества пользователей и рабочих нагрузок</a:t>
            </a:r>
          </a:p>
        </p:txBody>
      </p:sp>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Вторая платформа</a:t>
            </a:r>
          </a:p>
        </p:txBody>
      </p:sp>
      <p:grpSp>
        <p:nvGrpSpPr>
          <p:cNvPr id="3" name="Group 2"/>
          <p:cNvGrpSpPr/>
          <p:nvPr/>
        </p:nvGrpSpPr>
        <p:grpSpPr>
          <a:xfrm>
            <a:off x="5070804" y="980603"/>
            <a:ext cx="4014839" cy="3403623"/>
            <a:chOff x="5070804" y="1088755"/>
            <a:chExt cx="4014839" cy="3403623"/>
          </a:xfrm>
        </p:grpSpPr>
        <p:sp>
          <p:nvSpPr>
            <p:cNvPr id="58" name="Text Box 38"/>
            <p:cNvSpPr txBox="1">
              <a:spLocks noChangeArrowheads="1"/>
            </p:cNvSpPr>
            <p:nvPr>
              <p:custDataLst>
                <p:tags r:id="rId2"/>
              </p:custDataLst>
            </p:nvPr>
          </p:nvSpPr>
          <p:spPr bwMode="auto">
            <a:xfrm>
              <a:off x="7983974" y="2732102"/>
              <a:ext cx="1050288" cy="246221"/>
            </a:xfrm>
            <a:prstGeom prst="rect">
              <a:avLst/>
            </a:prstGeom>
            <a:noFill/>
            <a:ln w="9525">
              <a:noFill/>
              <a:miter lim="800000"/>
              <a:headEnd/>
              <a:tailEnd/>
            </a:ln>
          </p:spPr>
          <p:txBody>
            <a:bodyPr wrap="none">
              <a:spAutoFit/>
            </a:bodyPr>
            <a:lstStyle/>
            <a:p>
              <a:r>
                <a:rPr lang="ru-RU" sz="1000" b="1" i="0" dirty="0" smtClean="0">
                  <a:solidFill>
                    <a:srgbClr val="000000"/>
                  </a:solidFill>
                  <a:latin typeface="Arial" pitchFamily="34" charset="0"/>
                  <a:cs typeface="Arial" pitchFamily="34" charset="0"/>
                </a:rPr>
                <a:t>Ваши ответы</a:t>
              </a:r>
            </a:p>
          </p:txBody>
        </p:sp>
        <p:sp>
          <p:nvSpPr>
            <p:cNvPr id="59" name="Rounded Rectangle 58"/>
            <p:cNvSpPr/>
            <p:nvPr>
              <p:custDataLst>
                <p:tags r:id="rId3"/>
              </p:custDataLst>
            </p:nvPr>
          </p:nvSpPr>
          <p:spPr>
            <a:xfrm>
              <a:off x="5070804" y="1088755"/>
              <a:ext cx="3960000" cy="1656000"/>
            </a:xfrm>
            <a:prstGeom prst="roundRect">
              <a:avLst/>
            </a:prstGeom>
            <a:solidFill>
              <a:schemeClr val="accent4">
                <a:lumMod val="40000"/>
                <a:lumOff val="60000"/>
              </a:schemeClr>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ru-RU" sz="1100" b="1" i="0" dirty="0" smtClean="0">
                  <a:solidFill>
                    <a:srgbClr val="000000"/>
                  </a:solidFill>
                  <a:latin typeface="Arial" pitchFamily="34" charset="0"/>
                  <a:cs typeface="Arial" pitchFamily="34" charset="0"/>
                </a:rPr>
                <a:t>Центр обработки данных</a:t>
              </a:r>
            </a:p>
          </p:txBody>
        </p:sp>
        <p:cxnSp>
          <p:nvCxnSpPr>
            <p:cNvPr id="60" name="Straight Connector 59"/>
            <p:cNvCxnSpPr/>
            <p:nvPr/>
          </p:nvCxnSpPr>
          <p:spPr>
            <a:xfrm flipV="1">
              <a:off x="7882706" y="2832017"/>
              <a:ext cx="0" cy="432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6080894" y="2837049"/>
              <a:ext cx="1800000"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7009154" y="2986740"/>
              <a:ext cx="0" cy="492759"/>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pic>
          <p:nvPicPr>
            <p:cNvPr id="63" name="Picture 6" descr="C:\Users\patils1\Desktop\2013 Projects\CIS v2\CIS Slide Deck_Based on Book\Colored Graphics\Client.png"/>
            <p:cNvPicPr>
              <a:picLocks noChangeAspect="1" noChangeArrowheads="1"/>
            </p:cNvPicPr>
            <p:nvPr>
              <p:custDataLst>
                <p:tags r:id="rId4"/>
              </p:custDataLst>
            </p:nvPr>
          </p:nvPicPr>
          <p:blipFill>
            <a:blip r:embed="rId20" cstate="print">
              <a:extLst>
                <a:ext uri="{28A0092B-C50C-407E-A947-70E740481C1C}">
                  <a14:useLocalDpi xmlns:a14="http://schemas.microsoft.com/office/drawing/2010/main" val="0"/>
                </a:ext>
              </a:extLst>
            </a:blip>
            <a:srcRect/>
            <a:stretch>
              <a:fillRect/>
            </a:stretch>
          </p:blipFill>
          <p:spPr bwMode="auto">
            <a:xfrm>
              <a:off x="5833209" y="3272875"/>
              <a:ext cx="513945" cy="576000"/>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9" descr="C:\Users\patils1\Desktop\2013 Projects\CIS v2\CIS Slide Deck_Based on Book\Colored Graphics\Physical Compute System.png"/>
            <p:cNvPicPr>
              <a:picLocks noChangeAspect="1" noChangeArrowheads="1"/>
            </p:cNvPicPr>
            <p:nvPr>
              <p:custDataLst>
                <p:tags r:id="rId5"/>
              </p:custDataLst>
            </p:nvPr>
          </p:nvPicPr>
          <p:blipFill>
            <a:blip r:embed="rId21">
              <a:extLst>
                <a:ext uri="{28A0092B-C50C-407E-A947-70E740481C1C}">
                  <a14:useLocalDpi xmlns:a14="http://schemas.microsoft.com/office/drawing/2010/main" val="0"/>
                </a:ext>
              </a:extLst>
            </a:blip>
            <a:srcRect/>
            <a:stretch>
              <a:fillRect/>
            </a:stretch>
          </p:blipFill>
          <p:spPr bwMode="auto">
            <a:xfrm>
              <a:off x="6546949" y="1958220"/>
              <a:ext cx="934518" cy="210312"/>
            </a:xfrm>
            <a:prstGeom prst="rect">
              <a:avLst/>
            </a:prstGeom>
            <a:noFill/>
            <a:extLst>
              <a:ext uri="{909E8E84-426E-40DD-AFC4-6F175D3DCCD1}">
                <a14:hiddenFill xmlns:a14="http://schemas.microsoft.com/office/drawing/2010/main">
                  <a:solidFill>
                    <a:srgbClr val="FFFFFF"/>
                  </a:solidFill>
                </a14:hiddenFill>
              </a:ext>
            </a:extLst>
          </p:spPr>
        </p:pic>
        <p:sp>
          <p:nvSpPr>
            <p:cNvPr id="67" name="Text Box 38"/>
            <p:cNvSpPr txBox="1">
              <a:spLocks noChangeArrowheads="1"/>
            </p:cNvSpPr>
            <p:nvPr>
              <p:custDataLst>
                <p:tags r:id="rId6"/>
              </p:custDataLst>
            </p:nvPr>
          </p:nvSpPr>
          <p:spPr bwMode="auto">
            <a:xfrm>
              <a:off x="6253389" y="1710321"/>
              <a:ext cx="1487908" cy="246221"/>
            </a:xfrm>
            <a:prstGeom prst="rect">
              <a:avLst/>
            </a:prstGeom>
            <a:noFill/>
            <a:ln w="9525">
              <a:noFill/>
              <a:miter lim="800000"/>
              <a:headEnd/>
              <a:tailEnd/>
            </a:ln>
          </p:spPr>
          <p:txBody>
            <a:bodyPr wrap="none">
              <a:spAutoFit/>
            </a:bodyPr>
            <a:lstStyle/>
            <a:p>
              <a:r>
                <a:rPr lang="ru-RU" sz="1000" b="1" i="0" dirty="0" smtClean="0">
                  <a:solidFill>
                    <a:srgbClr val="000000"/>
                  </a:solidFill>
                  <a:latin typeface="Arial" pitchFamily="34" charset="0"/>
                  <a:cs typeface="Arial" pitchFamily="34" charset="0"/>
                </a:rPr>
                <a:t>Сервер приложений</a:t>
              </a:r>
            </a:p>
          </p:txBody>
        </p:sp>
        <p:sp>
          <p:nvSpPr>
            <p:cNvPr id="68" name="Text Box 38"/>
            <p:cNvSpPr txBox="1">
              <a:spLocks noChangeArrowheads="1"/>
            </p:cNvSpPr>
            <p:nvPr>
              <p:custDataLst>
                <p:tags r:id="rId7"/>
              </p:custDataLst>
            </p:nvPr>
          </p:nvSpPr>
          <p:spPr bwMode="auto">
            <a:xfrm>
              <a:off x="7661855" y="1710321"/>
              <a:ext cx="1423788" cy="246221"/>
            </a:xfrm>
            <a:prstGeom prst="rect">
              <a:avLst/>
            </a:prstGeom>
            <a:noFill/>
            <a:ln w="9525">
              <a:noFill/>
              <a:miter lim="800000"/>
              <a:headEnd/>
              <a:tailEnd/>
            </a:ln>
          </p:spPr>
          <p:txBody>
            <a:bodyPr wrap="none">
              <a:spAutoFit/>
            </a:bodyPr>
            <a:lstStyle/>
            <a:p>
              <a:r>
                <a:rPr lang="ru-RU" sz="1000" b="1" i="0" dirty="0" smtClean="0">
                  <a:solidFill>
                    <a:srgbClr val="000000"/>
                  </a:solidFill>
                  <a:latin typeface="Arial" pitchFamily="34" charset="0"/>
                  <a:cs typeface="Arial" pitchFamily="34" charset="0"/>
                </a:rPr>
                <a:t>Сервер баз данных</a:t>
              </a:r>
            </a:p>
          </p:txBody>
        </p:sp>
        <p:cxnSp>
          <p:nvCxnSpPr>
            <p:cNvPr id="70" name="Straight Connector 69"/>
            <p:cNvCxnSpPr>
              <a:stCxn id="66" idx="2"/>
              <a:endCxn id="84" idx="0"/>
            </p:cNvCxnSpPr>
            <p:nvPr/>
          </p:nvCxnSpPr>
          <p:spPr>
            <a:xfrm flipH="1">
              <a:off x="7013130" y="2168532"/>
              <a:ext cx="1078" cy="34298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6085067" y="2839637"/>
              <a:ext cx="0" cy="432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72" name="Left Brace 71"/>
            <p:cNvSpPr/>
            <p:nvPr>
              <p:custDataLst>
                <p:tags r:id="rId8"/>
              </p:custDataLst>
            </p:nvPr>
          </p:nvSpPr>
          <p:spPr>
            <a:xfrm rot="16200000">
              <a:off x="6921698" y="2787327"/>
              <a:ext cx="205137" cy="2412000"/>
            </a:xfrm>
            <a:prstGeom prst="leftBrace">
              <a:avLst>
                <a:gd name="adj1" fmla="val 8333"/>
                <a:gd name="adj2" fmla="val 50412"/>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rial" pitchFamily="34" charset="0"/>
                <a:cs typeface="Arial" pitchFamily="34" charset="0"/>
              </a:endParaRPr>
            </a:p>
          </p:txBody>
        </p:sp>
        <p:sp>
          <p:nvSpPr>
            <p:cNvPr id="73" name="Text Box 38"/>
            <p:cNvSpPr txBox="1">
              <a:spLocks noChangeArrowheads="1"/>
            </p:cNvSpPr>
            <p:nvPr>
              <p:custDataLst>
                <p:tags r:id="rId9"/>
              </p:custDataLst>
            </p:nvPr>
          </p:nvSpPr>
          <p:spPr bwMode="auto">
            <a:xfrm>
              <a:off x="6019073" y="4092268"/>
              <a:ext cx="2042547" cy="400110"/>
            </a:xfrm>
            <a:prstGeom prst="rect">
              <a:avLst/>
            </a:prstGeom>
            <a:noFill/>
          </p:spPr>
          <p:txBody>
            <a:bodyPr wrap="none" rtlCol="0">
              <a:spAutoFit/>
            </a:bodyPr>
            <a:lstStyle>
              <a:defPPr>
                <a:defRPr lang="en-US"/>
              </a:defPPr>
              <a:lvl1pPr>
                <a:defRPr sz="1000" b="1">
                  <a:solidFill>
                    <a:schemeClr val="bg2"/>
                  </a:solidFill>
                </a:defRPr>
              </a:lvl1pPr>
            </a:lstStyle>
            <a:p>
              <a:pPr algn="ctr"/>
              <a:r>
                <a:rPr lang="ru-RU" i="0" dirty="0" smtClean="0">
                  <a:solidFill>
                    <a:srgbClr val="000000"/>
                  </a:solidFill>
                  <a:latin typeface="Arial" pitchFamily="34" charset="0"/>
                  <a:cs typeface="Arial" pitchFamily="34" charset="0"/>
                </a:rPr>
                <a:t>Клиенты</a:t>
              </a:r>
            </a:p>
            <a:p>
              <a:r>
                <a:rPr lang="ru-RU" b="0" i="0" dirty="0" smtClean="0">
                  <a:solidFill>
                    <a:srgbClr val="000000"/>
                  </a:solidFill>
                  <a:latin typeface="Arial" pitchFamily="34" charset="0"/>
                  <a:cs typeface="Arial" pitchFamily="34" charset="0"/>
                </a:rPr>
                <a:t>(клиентское ПО и веб-браузер)</a:t>
              </a:r>
            </a:p>
          </p:txBody>
        </p:sp>
        <p:cxnSp>
          <p:nvCxnSpPr>
            <p:cNvPr id="74" name="Straight Arrow Connector 73"/>
            <p:cNvCxnSpPr/>
            <p:nvPr/>
          </p:nvCxnSpPr>
          <p:spPr>
            <a:xfrm>
              <a:off x="5959241" y="2476154"/>
              <a:ext cx="0" cy="648000"/>
            </a:xfrm>
            <a:prstGeom prst="straightConnector1">
              <a:avLst/>
            </a:prstGeom>
            <a:ln w="15875" cmpd="sng">
              <a:solidFill>
                <a:schemeClr val="bg2"/>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a:off x="8015723" y="2476154"/>
              <a:ext cx="0" cy="648000"/>
            </a:xfrm>
            <a:prstGeom prst="straightConnector1">
              <a:avLst/>
            </a:prstGeom>
            <a:ln w="15875" cmpd="sng">
              <a:solidFill>
                <a:schemeClr val="bg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76" name="Text Box 38"/>
            <p:cNvSpPr txBox="1">
              <a:spLocks noChangeArrowheads="1"/>
            </p:cNvSpPr>
            <p:nvPr>
              <p:custDataLst>
                <p:tags r:id="rId10"/>
              </p:custDataLst>
            </p:nvPr>
          </p:nvSpPr>
          <p:spPr bwMode="auto">
            <a:xfrm>
              <a:off x="5254860" y="2732102"/>
              <a:ext cx="639920" cy="246221"/>
            </a:xfrm>
            <a:prstGeom prst="rect">
              <a:avLst/>
            </a:prstGeom>
            <a:noFill/>
          </p:spPr>
          <p:txBody>
            <a:bodyPr wrap="none" rtlCol="0">
              <a:spAutoFit/>
            </a:bodyPr>
            <a:lstStyle>
              <a:defPPr>
                <a:defRPr lang="en-US"/>
              </a:defPPr>
              <a:lvl1pPr algn="ctr">
                <a:defRPr sz="1000" b="1">
                  <a:solidFill>
                    <a:schemeClr val="bg2"/>
                  </a:solidFill>
                </a:defRPr>
              </a:lvl1pPr>
            </a:lstStyle>
            <a:p>
              <a:r>
                <a:rPr lang="ru-RU" i="0" dirty="0" smtClean="0">
                  <a:solidFill>
                    <a:srgbClr val="000000"/>
                  </a:solidFill>
                  <a:latin typeface="Arial" pitchFamily="34" charset="0"/>
                  <a:cs typeface="Arial" pitchFamily="34" charset="0"/>
                </a:rPr>
                <a:t>Запрос</a:t>
              </a:r>
            </a:p>
          </p:txBody>
        </p:sp>
        <p:sp>
          <p:nvSpPr>
            <p:cNvPr id="77" name="Text Box 38"/>
            <p:cNvSpPr txBox="1">
              <a:spLocks noChangeArrowheads="1"/>
            </p:cNvSpPr>
            <p:nvPr>
              <p:custDataLst>
                <p:tags r:id="rId11"/>
              </p:custDataLst>
            </p:nvPr>
          </p:nvSpPr>
          <p:spPr bwMode="auto">
            <a:xfrm>
              <a:off x="5264895" y="1710321"/>
              <a:ext cx="934871" cy="246221"/>
            </a:xfrm>
            <a:prstGeom prst="rect">
              <a:avLst/>
            </a:prstGeom>
            <a:noFill/>
            <a:ln w="9525">
              <a:noFill/>
              <a:miter lim="800000"/>
              <a:headEnd/>
              <a:tailEnd/>
            </a:ln>
          </p:spPr>
          <p:txBody>
            <a:bodyPr wrap="none">
              <a:spAutoFit/>
            </a:bodyPr>
            <a:lstStyle/>
            <a:p>
              <a:r>
                <a:rPr lang="ru-RU" sz="1000" b="1" i="0" dirty="0" smtClean="0">
                  <a:solidFill>
                    <a:srgbClr val="000000"/>
                  </a:solidFill>
                  <a:latin typeface="Arial" pitchFamily="34" charset="0"/>
                  <a:cs typeface="Arial" pitchFamily="34" charset="0"/>
                </a:rPr>
                <a:t>Веб-сервер</a:t>
              </a:r>
            </a:p>
          </p:txBody>
        </p:sp>
        <p:cxnSp>
          <p:nvCxnSpPr>
            <p:cNvPr id="78" name="Straight Connector 77"/>
            <p:cNvCxnSpPr/>
            <p:nvPr/>
          </p:nvCxnSpPr>
          <p:spPr>
            <a:xfrm>
              <a:off x="5732998" y="2667854"/>
              <a:ext cx="2635200"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5738598" y="2129669"/>
              <a:ext cx="0" cy="540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80" name="Group 79"/>
            <p:cNvGrpSpPr/>
            <p:nvPr/>
          </p:nvGrpSpPr>
          <p:grpSpPr>
            <a:xfrm>
              <a:off x="6623195" y="2511520"/>
              <a:ext cx="779870" cy="502920"/>
              <a:chOff x="5652120" y="2396887"/>
              <a:chExt cx="779870" cy="502920"/>
            </a:xfrm>
          </p:grpSpPr>
          <p:pic>
            <p:nvPicPr>
              <p:cNvPr id="84" name="Picture 3" descr="C:\Users\patils1\Desktop\2013 Projects\CIS v2\CIS Slide Deck_Based on Book\Colored Graphics\LAN-WAN.png"/>
              <p:cNvPicPr>
                <a:picLocks noChangeAspect="1" noChangeArrowheads="1"/>
              </p:cNvPicPr>
              <p:nvPr>
                <p:custDataLst>
                  <p:tags r:id="rId16"/>
                </p:custDataLst>
              </p:nvPr>
            </p:nvPicPr>
            <p:blipFill>
              <a:blip r:embed="rId22">
                <a:extLst>
                  <a:ext uri="{28A0092B-C50C-407E-A947-70E740481C1C}">
                    <a14:useLocalDpi xmlns:a14="http://schemas.microsoft.com/office/drawing/2010/main" val="0"/>
                  </a:ext>
                </a:extLst>
              </a:blip>
              <a:srcRect/>
              <a:stretch>
                <a:fillRect/>
              </a:stretch>
            </p:blipFill>
            <p:spPr bwMode="auto">
              <a:xfrm>
                <a:off x="5652120" y="2396887"/>
                <a:ext cx="779870" cy="502920"/>
              </a:xfrm>
              <a:prstGeom prst="rect">
                <a:avLst/>
              </a:prstGeom>
              <a:noFill/>
              <a:extLst>
                <a:ext uri="{909E8E84-426E-40DD-AFC4-6F175D3DCCD1}">
                  <a14:hiddenFill xmlns:a14="http://schemas.microsoft.com/office/drawing/2010/main">
                    <a:solidFill>
                      <a:srgbClr val="FFFFFF"/>
                    </a:solidFill>
                  </a14:hiddenFill>
                </a:ext>
              </a:extLst>
            </p:spPr>
          </p:pic>
          <p:sp>
            <p:nvSpPr>
              <p:cNvPr id="85" name="Text Box 38"/>
              <p:cNvSpPr txBox="1">
                <a:spLocks noChangeArrowheads="1"/>
              </p:cNvSpPr>
              <p:nvPr>
                <p:custDataLst>
                  <p:tags r:id="rId17"/>
                </p:custDataLst>
              </p:nvPr>
            </p:nvSpPr>
            <p:spPr bwMode="auto">
              <a:xfrm>
                <a:off x="5715491" y="2550876"/>
                <a:ext cx="662361" cy="215444"/>
              </a:xfrm>
              <a:prstGeom prst="rect">
                <a:avLst/>
              </a:prstGeom>
              <a:noFill/>
              <a:ln w="9525">
                <a:noFill/>
                <a:miter lim="800000"/>
                <a:headEnd/>
                <a:tailEnd/>
              </a:ln>
            </p:spPr>
            <p:txBody>
              <a:bodyPr wrap="none">
                <a:spAutoFit/>
              </a:bodyPr>
              <a:lstStyle/>
              <a:p>
                <a:r>
                  <a:rPr lang="ru-RU" sz="800" b="1" i="0" dirty="0" smtClean="0">
                    <a:solidFill>
                      <a:srgbClr val="000000"/>
                    </a:solidFill>
                    <a:latin typeface="Arial" pitchFamily="34" charset="0"/>
                    <a:cs typeface="Arial" pitchFamily="34" charset="0"/>
                  </a:rPr>
                  <a:t>LAN/WAN</a:t>
                </a:r>
              </a:p>
            </p:txBody>
          </p:sp>
        </p:grpSp>
        <p:pic>
          <p:nvPicPr>
            <p:cNvPr id="81" name="Picture 29" descr="C:\Users\patils1\Desktop\2013 Projects\CIS v2\CIS Slide Deck_Based on Book\Colored Graphics\Physical Compute System.png"/>
            <p:cNvPicPr>
              <a:picLocks noChangeAspect="1" noChangeArrowheads="1"/>
            </p:cNvPicPr>
            <p:nvPr>
              <p:custDataLst>
                <p:tags r:id="rId12"/>
              </p:custDataLst>
            </p:nvPr>
          </p:nvPicPr>
          <p:blipFill>
            <a:blip r:embed="rId21">
              <a:extLst>
                <a:ext uri="{28A0092B-C50C-407E-A947-70E740481C1C}">
                  <a14:useLocalDpi xmlns:a14="http://schemas.microsoft.com/office/drawing/2010/main" val="0"/>
                </a:ext>
              </a:extLst>
            </a:blip>
            <a:srcRect/>
            <a:stretch>
              <a:fillRect/>
            </a:stretch>
          </p:blipFill>
          <p:spPr bwMode="auto">
            <a:xfrm>
              <a:off x="5271339" y="1958220"/>
              <a:ext cx="934518" cy="210312"/>
            </a:xfrm>
            <a:prstGeom prst="rect">
              <a:avLst/>
            </a:prstGeom>
            <a:noFill/>
            <a:extLst>
              <a:ext uri="{909E8E84-426E-40DD-AFC4-6F175D3DCCD1}">
                <a14:hiddenFill xmlns:a14="http://schemas.microsoft.com/office/drawing/2010/main">
                  <a:solidFill>
                    <a:srgbClr val="FFFFFF"/>
                  </a:solidFill>
                </a14:hiddenFill>
              </a:ext>
            </a:extLst>
          </p:spPr>
        </p:pic>
        <p:cxnSp>
          <p:nvCxnSpPr>
            <p:cNvPr id="82" name="Straight Connector 81"/>
            <p:cNvCxnSpPr/>
            <p:nvPr/>
          </p:nvCxnSpPr>
          <p:spPr>
            <a:xfrm flipV="1">
              <a:off x="8364604" y="2129669"/>
              <a:ext cx="0" cy="540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pic>
          <p:nvPicPr>
            <p:cNvPr id="83" name="Picture 82" descr="C:\Users\patils1\Desktop\2013 Projects\CIS v2\CIS Slide Deck_Based on Book\Colored Graphics\Physical Compute System.png"/>
            <p:cNvPicPr>
              <a:picLocks noChangeAspect="1" noChangeArrowheads="1"/>
            </p:cNvPicPr>
            <p:nvPr>
              <p:custDataLst>
                <p:tags r:id="rId13"/>
              </p:custDataLst>
            </p:nvPr>
          </p:nvPicPr>
          <p:blipFill>
            <a:blip r:embed="rId21">
              <a:extLst>
                <a:ext uri="{28A0092B-C50C-407E-A947-70E740481C1C}">
                  <a14:useLocalDpi xmlns:a14="http://schemas.microsoft.com/office/drawing/2010/main" val="0"/>
                </a:ext>
              </a:extLst>
            </a:blip>
            <a:srcRect/>
            <a:stretch>
              <a:fillRect/>
            </a:stretch>
          </p:blipFill>
          <p:spPr bwMode="auto">
            <a:xfrm>
              <a:off x="7897345" y="1958220"/>
              <a:ext cx="934518" cy="210312"/>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1_Projects\1_ISM\ISM V3\1_ILT Modules PPT\Module 1\Images\laptop4.png"/>
            <p:cNvPicPr>
              <a:picLocks noChangeAspect="1" noChangeArrowheads="1"/>
            </p:cNvPicPr>
            <p:nvPr>
              <p:custDataLst>
                <p:tags r:id="rId14"/>
              </p:custDataLst>
            </p:nvPr>
          </p:nvPicPr>
          <p:blipFill>
            <a:blip r:embed="rId23">
              <a:extLst>
                <a:ext uri="{28A0092B-C50C-407E-A947-70E740481C1C}">
                  <a14:useLocalDpi xmlns:a14="http://schemas.microsoft.com/office/drawing/2010/main" val="0"/>
                </a:ext>
              </a:extLst>
            </a:blip>
            <a:srcRect/>
            <a:stretch>
              <a:fillRect/>
            </a:stretch>
          </p:blipFill>
          <p:spPr bwMode="auto">
            <a:xfrm>
              <a:off x="6704149" y="3272875"/>
              <a:ext cx="617963" cy="54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1_Projects\1_ISM\ISM V3\1_ILT Modules PPT\Module 1\Images\tablet and phone_1.png"/>
            <p:cNvPicPr>
              <a:picLocks noChangeAspect="1" noChangeArrowheads="1"/>
            </p:cNvPicPr>
            <p:nvPr>
              <p:custDataLst>
                <p:tags r:id="rId15"/>
              </p:custDataLst>
            </p:nvPr>
          </p:nvPicPr>
          <p:blipFill>
            <a:blip r:embed="rId24">
              <a:extLst>
                <a:ext uri="{28A0092B-C50C-407E-A947-70E740481C1C}">
                  <a14:useLocalDpi xmlns:a14="http://schemas.microsoft.com/office/drawing/2010/main" val="0"/>
                </a:ext>
              </a:extLst>
            </a:blip>
            <a:srcRect/>
            <a:stretch>
              <a:fillRect/>
            </a:stretch>
          </p:blipFill>
          <p:spPr bwMode="auto">
            <a:xfrm>
              <a:off x="7624547" y="3272875"/>
              <a:ext cx="557792" cy="396000"/>
            </a:xfrm>
            <a:prstGeom prst="rect">
              <a:avLst/>
            </a:prstGeom>
            <a:noFill/>
            <a:extLst>
              <a:ext uri="{909E8E84-426E-40DD-AFC4-6F175D3DCCD1}">
                <a14:hiddenFill xmlns:a14="http://schemas.microsoft.com/office/drawing/2010/main">
                  <a:solidFill>
                    <a:srgbClr val="FFFFFF"/>
                  </a:solidFill>
                </a14:hiddenFill>
              </a:ext>
            </a:extLst>
          </p:spPr>
        </p:pic>
      </p:grpSp>
      <p:sp>
        <p:nvSpPr>
          <p:cNvPr id="405" name="TextBox 40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14</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28102843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smtClean="0">
                <a:solidFill>
                  <a:srgbClr val="2C95DD"/>
                </a:solidFill>
                <a:latin typeface="Arial" pitchFamily="34" charset="0"/>
                <a:cs typeface="Arial" pitchFamily="34" charset="0"/>
              </a:rPr>
              <a:t>Третья платформа</a:t>
            </a:r>
          </a:p>
        </p:txBody>
      </p:sp>
      <p:sp>
        <p:nvSpPr>
          <p:cNvPr id="3" name="Content Placeholder 2"/>
          <p:cNvSpPr>
            <a:spLocks noGrp="1"/>
          </p:cNvSpPr>
          <p:nvPr>
            <p:ph sz="quarter" idx="10"/>
          </p:nvPr>
        </p:nvSpPr>
        <p:spPr/>
        <p:txBody>
          <a:bodyPr/>
          <a:lstStyle/>
          <a:p>
            <a:endParaRPr lang="en-US" dirty="0" smtClean="0"/>
          </a:p>
          <a:p>
            <a:endParaRPr lang="en-US" dirty="0"/>
          </a:p>
          <a:p>
            <a:endParaRPr lang="en-US" dirty="0" smtClean="0"/>
          </a:p>
          <a:p>
            <a:endParaRPr lang="en-US" dirty="0"/>
          </a:p>
          <a:p>
            <a:endParaRPr lang="en-US" dirty="0" smtClean="0"/>
          </a:p>
          <a:p>
            <a:endParaRPr lang="en-US" sz="700" dirty="0" smtClean="0"/>
          </a:p>
          <a:p>
            <a:endParaRPr lang="en-US" sz="500" dirty="0" smtClean="0"/>
          </a:p>
          <a:p>
            <a:r>
              <a:rPr lang="ru-RU" sz="2000" b="0" i="0" dirty="0" smtClean="0">
                <a:solidFill>
                  <a:srgbClr val="000000"/>
                </a:solidFill>
                <a:latin typeface="Arial"/>
              </a:rPr>
              <a:t>Четыре</a:t>
            </a:r>
            <a:r>
              <a:rPr lang="ru-RU" sz="2000" b="0" i="0" dirty="0" smtClean="0">
                <a:solidFill>
                  <a:srgbClr val="000000"/>
                </a:solidFill>
              </a:rPr>
              <a:t> </a:t>
            </a:r>
            <a:r>
              <a:rPr lang="ru-RU" sz="2000" b="0" i="0" dirty="0" smtClean="0">
                <a:solidFill>
                  <a:srgbClr val="000000"/>
                </a:solidFill>
                <a:latin typeface="Arial"/>
              </a:rPr>
              <a:t>основные</a:t>
            </a:r>
            <a:r>
              <a:rPr lang="ru-RU" sz="2000" b="0" i="0" dirty="0" smtClean="0">
                <a:solidFill>
                  <a:srgbClr val="000000"/>
                </a:solidFill>
              </a:rPr>
              <a:t> </a:t>
            </a:r>
            <a:r>
              <a:rPr lang="ru-RU" sz="2000" b="0" i="0" dirty="0" smtClean="0">
                <a:solidFill>
                  <a:srgbClr val="000000"/>
                </a:solidFill>
                <a:latin typeface="Arial"/>
              </a:rPr>
              <a:t>составляющие</a:t>
            </a:r>
            <a:r>
              <a:rPr lang="ru-RU" sz="2000" b="0" i="0" dirty="0" smtClean="0">
                <a:solidFill>
                  <a:srgbClr val="000000"/>
                </a:solidFill>
              </a:rPr>
              <a:t>, </a:t>
            </a:r>
            <a:r>
              <a:rPr lang="ru-RU" sz="2000" b="0" i="0" dirty="0" smtClean="0">
                <a:solidFill>
                  <a:srgbClr val="000000"/>
                </a:solidFill>
                <a:latin typeface="Arial"/>
              </a:rPr>
              <a:t>которые</a:t>
            </a:r>
            <a:r>
              <a:rPr lang="ru-RU" sz="2000" b="0" i="0" dirty="0" smtClean="0">
                <a:solidFill>
                  <a:srgbClr val="000000"/>
                </a:solidFill>
              </a:rPr>
              <a:t> </a:t>
            </a:r>
            <a:r>
              <a:rPr lang="ru-RU" sz="2000" b="0" i="0" dirty="0" smtClean="0">
                <a:solidFill>
                  <a:srgbClr val="000000"/>
                </a:solidFill>
                <a:latin typeface="Arial"/>
              </a:rPr>
              <a:t>трансформируют</a:t>
            </a:r>
            <a:r>
              <a:rPr lang="ru-RU" sz="2000" b="0" i="0" dirty="0" smtClean="0">
                <a:solidFill>
                  <a:srgbClr val="000000"/>
                </a:solidFill>
              </a:rPr>
              <a:t> </a:t>
            </a:r>
            <a:r>
              <a:rPr lang="ru-RU" sz="2000" b="0" i="0" dirty="0" smtClean="0">
                <a:solidFill>
                  <a:srgbClr val="000000"/>
                </a:solidFill>
                <a:latin typeface="Arial"/>
              </a:rPr>
              <a:t>использование</a:t>
            </a:r>
            <a:r>
              <a:rPr lang="ru-RU" sz="2000" b="0" i="0" dirty="0" smtClean="0">
                <a:solidFill>
                  <a:srgbClr val="000000"/>
                </a:solidFill>
              </a:rPr>
              <a:t> </a:t>
            </a:r>
            <a:r>
              <a:rPr lang="ru-RU" sz="2000" b="0" i="0" dirty="0" smtClean="0">
                <a:solidFill>
                  <a:srgbClr val="000000"/>
                </a:solidFill>
                <a:latin typeface="Arial"/>
              </a:rPr>
              <a:t>организациями</a:t>
            </a:r>
            <a:r>
              <a:rPr lang="ru-RU" sz="2000" b="0" i="0" dirty="0" smtClean="0">
                <a:solidFill>
                  <a:srgbClr val="000000"/>
                </a:solidFill>
              </a:rPr>
              <a:t> </a:t>
            </a:r>
            <a:r>
              <a:rPr lang="ru-RU" sz="2000" b="0" i="0" dirty="0" smtClean="0">
                <a:solidFill>
                  <a:srgbClr val="000000"/>
                </a:solidFill>
                <a:latin typeface="Arial"/>
              </a:rPr>
              <a:t>технологий</a:t>
            </a:r>
            <a:r>
              <a:rPr lang="ru-RU" sz="2000" b="0" i="0" dirty="0" smtClean="0">
                <a:solidFill>
                  <a:srgbClr val="000000"/>
                </a:solidFill>
              </a:rPr>
              <a:t> </a:t>
            </a:r>
            <a:r>
              <a:rPr lang="ru-RU" sz="2000" b="0" i="0" dirty="0" smtClean="0">
                <a:solidFill>
                  <a:srgbClr val="000000"/>
                </a:solidFill>
                <a:latin typeface="Arial"/>
              </a:rPr>
              <a:t>для</a:t>
            </a:r>
            <a:r>
              <a:rPr lang="ru-RU" sz="2000" b="0" i="0" dirty="0" smtClean="0">
                <a:solidFill>
                  <a:srgbClr val="000000"/>
                </a:solidFill>
              </a:rPr>
              <a:t> </a:t>
            </a:r>
            <a:r>
              <a:rPr lang="ru-RU" sz="2000" b="0" i="0" dirty="0" smtClean="0">
                <a:solidFill>
                  <a:srgbClr val="000000"/>
                </a:solidFill>
                <a:latin typeface="Arial"/>
              </a:rPr>
              <a:t>бизнес</a:t>
            </a:r>
            <a:r>
              <a:rPr lang="ru-RU" sz="2000" b="0" i="0" dirty="0" smtClean="0">
                <a:solidFill>
                  <a:srgbClr val="000000"/>
                </a:solidFill>
              </a:rPr>
              <a:t>-</a:t>
            </a:r>
            <a:r>
              <a:rPr lang="ru-RU" sz="2000" b="0" i="0" dirty="0" smtClean="0">
                <a:solidFill>
                  <a:srgbClr val="000000"/>
                </a:solidFill>
                <a:latin typeface="Arial"/>
              </a:rPr>
              <a:t>операций</a:t>
            </a:r>
          </a:p>
        </p:txBody>
      </p:sp>
      <p:grpSp>
        <p:nvGrpSpPr>
          <p:cNvPr id="17" name="Group 16"/>
          <p:cNvGrpSpPr/>
          <p:nvPr/>
        </p:nvGrpSpPr>
        <p:grpSpPr>
          <a:xfrm>
            <a:off x="591039" y="1131590"/>
            <a:ext cx="7961923" cy="2322636"/>
            <a:chOff x="591039" y="1131590"/>
            <a:chExt cx="7961923" cy="2322636"/>
          </a:xfrm>
        </p:grpSpPr>
        <p:sp>
          <p:nvSpPr>
            <p:cNvPr id="5" name="Rounded Rectangle 4"/>
            <p:cNvSpPr/>
            <p:nvPr>
              <p:custDataLst>
                <p:tags r:id="rId2"/>
              </p:custDataLst>
            </p:nvPr>
          </p:nvSpPr>
          <p:spPr>
            <a:xfrm>
              <a:off x="591039" y="1131590"/>
              <a:ext cx="7961923" cy="2322636"/>
            </a:xfrm>
            <a:prstGeom prst="roundRect">
              <a:avLst/>
            </a:prstGeom>
            <a:solidFill>
              <a:schemeClr val="accent1">
                <a:lumMod val="50000"/>
              </a:schemeClr>
            </a:solidFill>
            <a:ln w="12700" cmpd="sng">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smtClean="0">
                <a:latin typeface="Arial" pitchFamily="34" charset="0"/>
                <a:cs typeface="Arial" pitchFamily="34" charset="0"/>
              </a:endParaRPr>
            </a:p>
            <a:p>
              <a:pPr algn="ctr"/>
              <a:endParaRPr lang="en-US" dirty="0">
                <a:latin typeface="Arial" pitchFamily="34" charset="0"/>
                <a:cs typeface="Arial" pitchFamily="34" charset="0"/>
              </a:endParaRPr>
            </a:p>
            <a:p>
              <a:pPr algn="ctr"/>
              <a:endParaRPr lang="en-US" dirty="0" smtClean="0">
                <a:latin typeface="Arial" pitchFamily="34" charset="0"/>
                <a:cs typeface="Arial" pitchFamily="34" charset="0"/>
              </a:endParaRPr>
            </a:p>
            <a:p>
              <a:pPr algn="ctr"/>
              <a:endParaRPr lang="en-US" dirty="0">
                <a:latin typeface="Arial" pitchFamily="34" charset="0"/>
                <a:cs typeface="Arial" pitchFamily="34" charset="0"/>
              </a:endParaRPr>
            </a:p>
            <a:p>
              <a:pPr algn="ctr"/>
              <a:endParaRPr lang="en-US" dirty="0" smtClean="0">
                <a:latin typeface="Arial" pitchFamily="34" charset="0"/>
                <a:cs typeface="Arial" pitchFamily="34" charset="0"/>
              </a:endParaRPr>
            </a:p>
            <a:p>
              <a:pPr algn="ctr"/>
              <a:endParaRPr lang="en-US" dirty="0">
                <a:latin typeface="Arial" pitchFamily="34" charset="0"/>
                <a:cs typeface="Arial" pitchFamily="34" charset="0"/>
              </a:endParaRPr>
            </a:p>
            <a:p>
              <a:pPr algn="ctr"/>
              <a:endParaRPr lang="en-US" dirty="0" smtClean="0">
                <a:latin typeface="Arial" pitchFamily="34" charset="0"/>
                <a:cs typeface="Arial" pitchFamily="34" charset="0"/>
              </a:endParaRPr>
            </a:p>
            <a:p>
              <a:pPr algn="ctr"/>
              <a:r>
                <a:rPr lang="ru-RU" sz="1700" b="1" i="0" dirty="0" smtClean="0">
                  <a:solidFill>
                    <a:srgbClr val="FFFFFF"/>
                  </a:solidFill>
                  <a:latin typeface="Arial" pitchFamily="34" charset="0"/>
                  <a:cs typeface="Arial" pitchFamily="34" charset="0"/>
                </a:rPr>
                <a:t>Четыре основные составляющие третьей платформы</a:t>
              </a:r>
            </a:p>
          </p:txBody>
        </p:sp>
        <p:pic>
          <p:nvPicPr>
            <p:cNvPr id="7" name="Picture 6" descr="bigdata.png"/>
            <p:cNvPicPr>
              <a:picLocks noChangeAspect="1"/>
            </p:cNvPicPr>
            <p:nvPr>
              <p:custDataLst>
                <p:tags r:id="rId3"/>
              </p:custDataLst>
            </p:nvPr>
          </p:nvPicPr>
          <p:blipFill>
            <a:blip r:embed="rId13">
              <a:extLst>
                <a:ext uri="{28A0092B-C50C-407E-A947-70E740481C1C}">
                  <a14:useLocalDpi xmlns:a14="http://schemas.microsoft.com/office/drawing/2010/main" val="0"/>
                </a:ext>
              </a:extLst>
            </a:blip>
            <a:stretch>
              <a:fillRect/>
            </a:stretch>
          </p:blipFill>
          <p:spPr>
            <a:xfrm>
              <a:off x="3004203" y="1745788"/>
              <a:ext cx="1595643" cy="1162540"/>
            </a:xfrm>
            <a:prstGeom prst="rect">
              <a:avLst/>
            </a:prstGeom>
          </p:spPr>
        </p:pic>
        <p:pic>
          <p:nvPicPr>
            <p:cNvPr id="8" name="Picture 7" descr="mobile.png"/>
            <p:cNvPicPr>
              <a:picLocks noChangeAspect="1"/>
            </p:cNvPicPr>
            <p:nvPr>
              <p:custDataLst>
                <p:tags r:id="rId4"/>
              </p:custDataLst>
            </p:nvPr>
          </p:nvPicPr>
          <p:blipFill>
            <a:blip r:embed="rId14">
              <a:extLst>
                <a:ext uri="{28A0092B-C50C-407E-A947-70E740481C1C}">
                  <a14:useLocalDpi xmlns:a14="http://schemas.microsoft.com/office/drawing/2010/main" val="0"/>
                </a:ext>
              </a:extLst>
            </a:blip>
            <a:stretch>
              <a:fillRect/>
            </a:stretch>
          </p:blipFill>
          <p:spPr>
            <a:xfrm>
              <a:off x="5198212" y="1672519"/>
              <a:ext cx="821338" cy="1235809"/>
            </a:xfrm>
            <a:prstGeom prst="rect">
              <a:avLst/>
            </a:prstGeom>
          </p:spPr>
        </p:pic>
        <p:pic>
          <p:nvPicPr>
            <p:cNvPr id="9" name="Picture 8" descr="social.png"/>
            <p:cNvPicPr>
              <a:picLocks noChangeAspect="1"/>
            </p:cNvPicPr>
            <p:nvPr>
              <p:custDataLst>
                <p:tags r:id="rId5"/>
              </p:custDataLst>
            </p:nvPr>
          </p:nvPicPr>
          <p:blipFill>
            <a:blip r:embed="rId15">
              <a:extLst>
                <a:ext uri="{28A0092B-C50C-407E-A947-70E740481C1C}">
                  <a14:useLocalDpi xmlns:a14="http://schemas.microsoft.com/office/drawing/2010/main" val="0"/>
                </a:ext>
              </a:extLst>
            </a:blip>
            <a:stretch>
              <a:fillRect/>
            </a:stretch>
          </p:blipFill>
          <p:spPr>
            <a:xfrm>
              <a:off x="6692790" y="1701829"/>
              <a:ext cx="1334623" cy="1206499"/>
            </a:xfrm>
            <a:prstGeom prst="rect">
              <a:avLst/>
            </a:prstGeom>
          </p:spPr>
        </p:pic>
        <p:sp>
          <p:nvSpPr>
            <p:cNvPr id="10" name="TextBox 9"/>
            <p:cNvSpPr txBox="1"/>
            <p:nvPr>
              <p:custDataLst>
                <p:tags r:id="rId6"/>
              </p:custDataLst>
            </p:nvPr>
          </p:nvSpPr>
          <p:spPr>
            <a:xfrm>
              <a:off x="1103012" y="1149279"/>
              <a:ext cx="1240692" cy="353943"/>
            </a:xfrm>
            <a:prstGeom prst="rect">
              <a:avLst/>
            </a:prstGeom>
            <a:noFill/>
          </p:spPr>
          <p:txBody>
            <a:bodyPr wrap="square" rtlCol="0">
              <a:spAutoFit/>
            </a:bodyPr>
            <a:lstStyle/>
            <a:p>
              <a:r>
                <a:rPr lang="ru-RU" sz="1700" b="1" i="0" dirty="0" smtClean="0">
                  <a:solidFill>
                    <a:srgbClr val="FFFFFF"/>
                  </a:solidFill>
                  <a:latin typeface="Arial"/>
                </a:rPr>
                <a:t>ОБЛАКО</a:t>
              </a:r>
            </a:p>
          </p:txBody>
        </p:sp>
        <p:sp>
          <p:nvSpPr>
            <p:cNvPr id="11" name="TextBox 10"/>
            <p:cNvSpPr txBox="1"/>
            <p:nvPr>
              <p:custDataLst>
                <p:tags r:id="rId7"/>
              </p:custDataLst>
            </p:nvPr>
          </p:nvSpPr>
          <p:spPr>
            <a:xfrm>
              <a:off x="3039208" y="1136260"/>
              <a:ext cx="1488835" cy="615553"/>
            </a:xfrm>
            <a:prstGeom prst="rect">
              <a:avLst/>
            </a:prstGeom>
            <a:noFill/>
          </p:spPr>
          <p:txBody>
            <a:bodyPr wrap="square" rtlCol="0">
              <a:spAutoFit/>
            </a:bodyPr>
            <a:lstStyle/>
            <a:p>
              <a:pPr algn="ctr"/>
              <a:r>
                <a:rPr lang="ru-RU" sz="1700" b="1" i="0" dirty="0" smtClean="0">
                  <a:solidFill>
                    <a:srgbClr val="FFFFFF"/>
                  </a:solidFill>
                  <a:latin typeface="Arial" pitchFamily="34" charset="0"/>
                  <a:cs typeface="Arial" pitchFamily="34" charset="0"/>
                </a:rPr>
                <a:t>БОЛЬШИЕ ДАННЫЕ</a:t>
              </a:r>
            </a:p>
          </p:txBody>
        </p:sp>
        <p:sp>
          <p:nvSpPr>
            <p:cNvPr id="12" name="TextBox 11"/>
            <p:cNvSpPr txBox="1"/>
            <p:nvPr>
              <p:custDataLst>
                <p:tags r:id="rId8"/>
              </p:custDataLst>
            </p:nvPr>
          </p:nvSpPr>
          <p:spPr>
            <a:xfrm>
              <a:off x="4688967" y="1146087"/>
              <a:ext cx="1855180" cy="615553"/>
            </a:xfrm>
            <a:prstGeom prst="rect">
              <a:avLst/>
            </a:prstGeom>
            <a:noFill/>
          </p:spPr>
          <p:txBody>
            <a:bodyPr wrap="square" rtlCol="0">
              <a:spAutoFit/>
            </a:bodyPr>
            <a:lstStyle/>
            <a:p>
              <a:pPr algn="ctr"/>
              <a:r>
                <a:rPr lang="ru-RU" sz="1700" b="1" i="0" dirty="0" smtClean="0">
                  <a:solidFill>
                    <a:srgbClr val="FFFFFF"/>
                  </a:solidFill>
                  <a:latin typeface="Arial" pitchFamily="34" charset="0"/>
                  <a:cs typeface="Arial" pitchFamily="34" charset="0"/>
                </a:rPr>
                <a:t>МОБИЛЬНЫЕ УСТРОЙСТВА</a:t>
              </a:r>
            </a:p>
          </p:txBody>
        </p:sp>
        <p:sp>
          <p:nvSpPr>
            <p:cNvPr id="13" name="TextBox 12"/>
            <p:cNvSpPr txBox="1"/>
            <p:nvPr>
              <p:custDataLst>
                <p:tags r:id="rId9"/>
              </p:custDataLst>
            </p:nvPr>
          </p:nvSpPr>
          <p:spPr>
            <a:xfrm>
              <a:off x="6431735" y="1145832"/>
              <a:ext cx="1828800" cy="615553"/>
            </a:xfrm>
            <a:prstGeom prst="rect">
              <a:avLst/>
            </a:prstGeom>
            <a:noFill/>
          </p:spPr>
          <p:txBody>
            <a:bodyPr wrap="square" rtlCol="0">
              <a:spAutoFit/>
            </a:bodyPr>
            <a:lstStyle/>
            <a:p>
              <a:pPr algn="ctr"/>
              <a:r>
                <a:rPr lang="ru-RU" sz="1700" b="1" i="0" dirty="0" smtClean="0">
                  <a:solidFill>
                    <a:srgbClr val="FFFFFF"/>
                  </a:solidFill>
                  <a:latin typeface="Arial" pitchFamily="34" charset="0"/>
                  <a:cs typeface="Arial" pitchFamily="34" charset="0"/>
                </a:rPr>
                <a:t>СОЦИАЛЬНЫЕ</a:t>
              </a:r>
              <a:r>
                <a:rPr lang="en-US" sz="1700" b="1" i="0" dirty="0" smtClean="0">
                  <a:solidFill>
                    <a:srgbClr val="FF00FF"/>
                  </a:solidFill>
                  <a:latin typeface="Arial" pitchFamily="34" charset="0"/>
                  <a:cs typeface="Arial" pitchFamily="34" charset="0"/>
                </a:rPr>
                <a:t/>
              </a:r>
              <a:br>
                <a:rPr lang="en-US" sz="1700" b="1" i="0" dirty="0" smtClean="0">
                  <a:solidFill>
                    <a:srgbClr val="FF00FF"/>
                  </a:solidFill>
                  <a:latin typeface="Arial" pitchFamily="34" charset="0"/>
                  <a:cs typeface="Arial" pitchFamily="34" charset="0"/>
                </a:rPr>
              </a:br>
              <a:r>
                <a:rPr lang="ru-RU" sz="1700" b="1" i="0" dirty="0" smtClean="0">
                  <a:solidFill>
                    <a:srgbClr val="FFFFFF"/>
                  </a:solidFill>
                  <a:latin typeface="Arial" pitchFamily="34" charset="0"/>
                  <a:cs typeface="Arial" pitchFamily="34" charset="0"/>
                </a:rPr>
                <a:t>СЕТИ</a:t>
              </a:r>
            </a:p>
          </p:txBody>
        </p:sp>
        <p:pic>
          <p:nvPicPr>
            <p:cNvPr id="16" name="Picture 2"/>
            <p:cNvPicPr>
              <a:picLocks noChangeArrowheads="1"/>
            </p:cNvPicPr>
            <p:nvPr>
              <p:custDataLst>
                <p:tags r:id="rId10"/>
              </p:custDataLst>
            </p:nvPr>
          </p:nvPicPr>
          <p:blipFill>
            <a:blip r:embed="rId16">
              <a:extLst>
                <a:ext uri="{28A0092B-C50C-407E-A947-70E740481C1C}">
                  <a14:useLocalDpi xmlns:a14="http://schemas.microsoft.com/office/drawing/2010/main" val="0"/>
                </a:ext>
              </a:extLst>
            </a:blip>
            <a:srcRect/>
            <a:stretch>
              <a:fillRect/>
            </a:stretch>
          </p:blipFill>
          <p:spPr bwMode="auto">
            <a:xfrm>
              <a:off x="997813" y="1767258"/>
              <a:ext cx="1677600" cy="11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75" name="TextBox 7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15</a:t>
            </a:fld>
            <a:endParaRPr lang="ru-RU" dirty="0" smtClean="0">
              <a:solidFill>
                <a:schemeClr val="bg2"/>
              </a:solidFill>
              <a:latin typeface="Arial"/>
            </a:endParaRPr>
          </a:p>
        </p:txBody>
      </p:sp>
    </p:spTree>
    <p:custDataLst>
      <p:tags r:id="rId1"/>
    </p:custDataLst>
    <p:extLst>
      <p:ext uri="{BB962C8B-B14F-4D97-AF65-F5344CB8AC3E}">
        <p14:creationId xmlns:p14="http://schemas.microsoft.com/office/powerpoint/2010/main" val="4430857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ESENTATION_ID" val="8190"/>
  <p:tag name="ENGAGE_INTERACTION_TITLE_1" val="ISM v3 Module 1: Introduction to Information Storage - Quiz"/>
  <p:tag name="ENGAGE_INTERACTION_FILENAME_1" val="M:\TEC Dev Projects\ISMv3  e-Learning\ISM v3 Module 1\Assessment\Module 1 Introduction to Information Storage.quiz"/>
  <p:tag name="ENGAGE_INTERACTION_PAUSE_1" val="1"/>
  <p:tag name="ENGAGE_INTERACTION_ID_1" val="af19c"/>
  <p:tag name="ENGAGE_INTERACTION_TABNAME_1" val="ISM v3 Module 1: Introduction to Information Storage - Quiz"/>
  <p:tag name="ENGAGE_LAST_MODIFY_DATE_1" val="42220.6689351852"/>
  <p:tag name="EMBEDDEDCONTENT_LASTWRITETIMEUTC_&amp; CSTR(INDEX)" val="2015-08-04 20:03:16Z"/>
  <p:tag name="AQP_PASS_ACTION_1" val="0"/>
  <p:tag name="AQP_FAIL_ACTION_1" val="0"/>
  <p:tag name="AQP_PASS_SCORE_1" val="80"/>
  <p:tag name="ARTICULATE_REFERENCE_ID" val="4880214c-bc69-4ef3-9f01-1011a012b06b"/>
  <p:tag name="ARTICULATE_SLIDE_COUNT" val="18"/>
  <p:tag name="ARTICULATE_REFERENCE_TYPE_1" val="1"/>
  <p:tag name="ARTICULATE_REFERENCE_1" val="C:\Users\CSOFT\Desktop\9011\pdf\ISM v3 Module 1_eLearning_SRG.pdf"/>
  <p:tag name="ARTICULATE_REFERENCE_TITLE_1" val="Student Guide (PDF)"/>
  <p:tag name="ARTICULATE_REFERENCE_ID_1" val="a54dc270-3d05-467f-9366-395681075734"/>
  <p:tag name="ARTICULATE_REFERENCE_COUNT" val="1"/>
  <p:tag name="ARTICULATE_REFERENCE_DESCRIPTION" val="Ниже указаны полезные ссылки и документы."/>
  <p:tag name="ARTICULATE_PLAYER_GLOSSARY_XML" val="&lt;?xml version=&quot;1.0&quot; encoding=&quot;utf-16&quot;?&gt;&lt;glossary xmlns:xsi=&quot;http://www.w3.org/2001/XMLSchema-instance&quot; xmlns:xsd=&quot;http://www.w3.org/2001/XMLSchema&quot;&gt;&lt;terms /&gt;&lt;/glossary&gt;"/>
  <p:tag name="ARTICULATE_META_COURSE_ID" val="4OUgN2UlHrl_course_id"/>
  <p:tag name="ARTICULATE_META_NAME" val="CSOFT"/>
  <p:tag name="ARTICULATE_META_NAME_SET" val="True"/>
  <p:tag name="TAG_BACKING_FORM_KEY" val="393698-c:\users\csoft\desktop\1\ism v3 module 1_elearning_srg.pptx"/>
  <p:tag name="ARTICULATE_PRESENTER_VERSION" val="7"/>
  <p:tag name="ARTICULATE_USED_PAGE_ORIENTATION" val="1"/>
  <p:tag name="ARTICULATE_USED_PAGE_SIZE" val="1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UDIO_ID" val="411"/>
  <p:tag name="ORIGINAL_AUDIO_FILEPATH" val="Z:\E\Project_MEW\C15038509011_SE15319_BPP_Tech_ISMv3_eLearning_CM\DTP\RU\Batch1\DTP\audios\1\Slide 1.mp3"/>
  <p:tag name="ELAPSEDTIME" val="17.44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1"/>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UDIO_ID" val="412"/>
  <p:tag name="ORIGINAL_AUDIO_FILEPATH" val="Z:\E\Project_MEW\C15038509011_SE15319_BPP_Tech_ISMv3_eLearning_CM\DTP\RU\Batch1\DTP\audios\1\Slide 2.mp3"/>
  <p:tag name="ELAPSEDTIME" val="21.28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0.xml><?xml version="1.0" encoding="utf-8"?>
<p:tagLst xmlns:a="http://schemas.openxmlformats.org/drawingml/2006/main" xmlns:r="http://schemas.openxmlformats.org/officeDocument/2006/relationships" xmlns:p="http://schemas.openxmlformats.org/presentationml/2006/main">
  <p:tag name="AUDIO_ID" val="382"/>
  <p:tag name="ORIGINAL_AUDIO_FILEPATH" val="Z:\E\Project_MEW\C15038509011_SE15319_BPP_Tech_ISMv3_eLearning_CM\DTP\RU\Batch1\DTP\audios\1\Slide 3.mp3"/>
  <p:tag name="ELAPSEDTIME" val="176.11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1.xml><?xml version="1.0" encoding="utf-8"?>
<p:tagLst xmlns:a="http://schemas.openxmlformats.org/drawingml/2006/main" xmlns:r="http://schemas.openxmlformats.org/officeDocument/2006/relationships" xmlns:p="http://schemas.openxmlformats.org/presentationml/2006/main">
  <p:tag name="AUDIO_ID" val="409"/>
  <p:tag name="ORIGINAL_AUDIO_FILEPATH" val="Z:\E\Project_MEW\C15038509011_SE15319_BPP_Tech_ISMv3_eLearning_CM\DTP\RU\Batch1\DTP\audios\1\Slide 4.mp3"/>
  <p:tag name="ELAPSEDTIME" val="155.72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2.xml><?xml version="1.0" encoding="utf-8"?>
<p:tagLst xmlns:a="http://schemas.openxmlformats.org/drawingml/2006/main" xmlns:r="http://schemas.openxmlformats.org/officeDocument/2006/relationships" xmlns:p="http://schemas.openxmlformats.org/presentationml/2006/main">
  <p:tag name="AUDIO_ID" val="350"/>
  <p:tag name="ORIGINAL_AUDIO_FILEPATH" val="Z:\E\Project_MEW\C15038509011_SE15319_BPP_Tech_ISMv3_eLearning_CM\DTP\RU\Batch1\DTP\audios\1\Slide 5.mp3"/>
  <p:tag name="ELAPSEDTIME" val="93.28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3.xml><?xml version="1.0" encoding="utf-8"?>
<p:tagLst xmlns:a="http://schemas.openxmlformats.org/drawingml/2006/main" xmlns:r="http://schemas.openxmlformats.org/officeDocument/2006/relationships" xmlns:p="http://schemas.openxmlformats.org/presentationml/2006/main">
  <p:tag name="AUDIO_ID" val="407"/>
  <p:tag name="ORIGINAL_AUDIO_FILEPATH" val="Z:\E\Project_MEW\C15038509011_SE15319_BPP_Tech_ISMv3_eLearning_CM\DTP\RU\Batch1\DTP\audios\1\Slide 6.mp3"/>
  <p:tag name="ELAPSEDTIME" val="171.99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4.xml><?xml version="1.0" encoding="utf-8"?>
<p:tagLst xmlns:a="http://schemas.openxmlformats.org/drawingml/2006/main" xmlns:r="http://schemas.openxmlformats.org/officeDocument/2006/relationships" xmlns:p="http://schemas.openxmlformats.org/presentationml/2006/main">
  <p:tag name="AUDIO_ID" val="352"/>
  <p:tag name="ORIGINAL_AUDIO_FILEPATH" val="Z:\E\Project_MEW\C15038509011_SE15319_BPP_Tech_ISMv3_eLearning_CM\DTP\RU\Batch1\DTP\audios\1\Slide 7.mp3"/>
  <p:tag name="ELAPSEDTIME" val="109.63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5.xml><?xml version="1.0" encoding="utf-8"?>
<p:tagLst xmlns:a="http://schemas.openxmlformats.org/drawingml/2006/main" xmlns:r="http://schemas.openxmlformats.org/officeDocument/2006/relationships" xmlns:p="http://schemas.openxmlformats.org/presentationml/2006/main">
  <p:tag name="AUDIO_ID" val="331"/>
  <p:tag name="ORIGINAL_AUDIO_FILEPATH" val="Z:\E\Project_MEW\C15038509011_SE15319_BPP_Tech_ISMv3_eLearning_CM\DTP\RU\Batch1\DTP\audios\1\Slide 8.mp3"/>
  <p:tag name="ELAPSEDTIME" val="155.40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6.xml><?xml version="1.0" encoding="utf-8"?>
<p:tagLst xmlns:a="http://schemas.openxmlformats.org/drawingml/2006/main" xmlns:r="http://schemas.openxmlformats.org/officeDocument/2006/relationships" xmlns:p="http://schemas.openxmlformats.org/presentationml/2006/main">
  <p:tag name="AUDIO_ID" val="376"/>
  <p:tag name="ORIGINAL_AUDIO_FILEPATH" val="Z:\E\Project_MEW\C15038509011_SE15319_BPP_Tech_ISMv3_eLearning_CM\DTP\RU\Batch1\DTP\audios\1\Slide 9.mp3"/>
  <p:tag name="ELAPSEDTIME" val="143.25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7.xml><?xml version="1.0" encoding="utf-8"?>
<p:tagLst xmlns:a="http://schemas.openxmlformats.org/drawingml/2006/main" xmlns:r="http://schemas.openxmlformats.org/officeDocument/2006/relationships" xmlns:p="http://schemas.openxmlformats.org/presentationml/2006/main">
  <p:tag name="AUDIO_ID" val="408"/>
  <p:tag name="ORIGINAL_AUDIO_FILEPATH" val="Z:\E\Project_MEW\C15038509011_SE15319_BPP_Tech_ISMv3_eLearning_CM\DTP\RU\Batch1\DTP\audios\1\Slide 10.mp3"/>
  <p:tag name="ELAPSEDTIME" val="141.24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8.xml><?xml version="1.0" encoding="utf-8"?>
<p:tagLst xmlns:a="http://schemas.openxmlformats.org/drawingml/2006/main" xmlns:r="http://schemas.openxmlformats.org/officeDocument/2006/relationships" xmlns:p="http://schemas.openxmlformats.org/presentationml/2006/main">
  <p:tag name="AUDIO_ID" val="402"/>
  <p:tag name="ORIGINAL_AUDIO_FILEPATH" val="Z:\E\Project_MEW\C15038509011_SE15319_BPP_Tech_ISMv3_eLearning_CM\DTP\RU\Batch1\DTP\audios\1\Slide 11.mp3"/>
  <p:tag name="ELAPSEDTIME" val="153.48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9.xml><?xml version="1.0" encoding="utf-8"?>
<p:tagLst xmlns:a="http://schemas.openxmlformats.org/drawingml/2006/main" xmlns:r="http://schemas.openxmlformats.org/officeDocument/2006/relationships" xmlns:p="http://schemas.openxmlformats.org/presentationml/2006/main">
  <p:tag name="AUDIO_ID" val="362"/>
  <p:tag name="ORIGINAL_AUDIO_FILEPATH" val="Z:\E\Project_MEW\C15038509011_SE15319_BPP_Tech_ISMv3_eLearning_CM\DTP\RU\Batch1\DTP\audios\1\Slide 12.mp3"/>
  <p:tag name="ELAPSEDTIME" val="106.08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0.xml><?xml version="1.0" encoding="utf-8"?>
<p:tagLst xmlns:a="http://schemas.openxmlformats.org/drawingml/2006/main" xmlns:r="http://schemas.openxmlformats.org/officeDocument/2006/relationships" xmlns:p="http://schemas.openxmlformats.org/presentationml/2006/main">
  <p:tag name="DUPLICATEID" val="05389b4a70bd4f6ca8e59749d64a593e"/>
</p:tagLst>
</file>

<file path=ppt/tags/tag51.xml><?xml version="1.0" encoding="utf-8"?>
<p:tagLst xmlns:a="http://schemas.openxmlformats.org/drawingml/2006/main" xmlns:r="http://schemas.openxmlformats.org/officeDocument/2006/relationships" xmlns:p="http://schemas.openxmlformats.org/presentationml/2006/main">
  <p:tag name="DUPLICATEID" val="e7b140f72f4b43be931a4ef93f637435"/>
</p:tagLst>
</file>

<file path=ppt/tags/tag52.xml><?xml version="1.0" encoding="utf-8"?>
<p:tagLst xmlns:a="http://schemas.openxmlformats.org/drawingml/2006/main" xmlns:r="http://schemas.openxmlformats.org/officeDocument/2006/relationships" xmlns:p="http://schemas.openxmlformats.org/presentationml/2006/main">
  <p:tag name="DUPLICATEID" val="cdc197323e654fb3b45b0f83e1dd654a"/>
</p:tagLst>
</file>

<file path=ppt/tags/tag53.xml><?xml version="1.0" encoding="utf-8"?>
<p:tagLst xmlns:a="http://schemas.openxmlformats.org/drawingml/2006/main" xmlns:r="http://schemas.openxmlformats.org/officeDocument/2006/relationships" xmlns:p="http://schemas.openxmlformats.org/presentationml/2006/main">
  <p:tag name="DUPLICATEID" val="56044313bbb84360b5c67db3722be7bc"/>
</p:tagLst>
</file>

<file path=ppt/tags/tag54.xml><?xml version="1.0" encoding="utf-8"?>
<p:tagLst xmlns:a="http://schemas.openxmlformats.org/drawingml/2006/main" xmlns:r="http://schemas.openxmlformats.org/officeDocument/2006/relationships" xmlns:p="http://schemas.openxmlformats.org/presentationml/2006/main">
  <p:tag name="DUPLICATEID" val="523bdc92631b475793d8a73620c7033a"/>
</p:tagLst>
</file>

<file path=ppt/tags/tag55.xml><?xml version="1.0" encoding="utf-8"?>
<p:tagLst xmlns:a="http://schemas.openxmlformats.org/drawingml/2006/main" xmlns:r="http://schemas.openxmlformats.org/officeDocument/2006/relationships" xmlns:p="http://schemas.openxmlformats.org/presentationml/2006/main">
  <p:tag name="DUPLICATEID" val="2a4dc74ba3b146d4b31e9f6cb20e6c54"/>
</p:tagLst>
</file>

<file path=ppt/tags/tag56.xml><?xml version="1.0" encoding="utf-8"?>
<p:tagLst xmlns:a="http://schemas.openxmlformats.org/drawingml/2006/main" xmlns:r="http://schemas.openxmlformats.org/officeDocument/2006/relationships" xmlns:p="http://schemas.openxmlformats.org/presentationml/2006/main">
  <p:tag name="DUPLICATEID" val="96e161a445ed42df8977685be4ef3017"/>
</p:tagLst>
</file>

<file path=ppt/tags/tag57.xml><?xml version="1.0" encoding="utf-8"?>
<p:tagLst xmlns:a="http://schemas.openxmlformats.org/drawingml/2006/main" xmlns:r="http://schemas.openxmlformats.org/officeDocument/2006/relationships" xmlns:p="http://schemas.openxmlformats.org/presentationml/2006/main">
  <p:tag name="DUPLICATEID" val="6ff43102516347be8e77d7619f06918e"/>
</p:tagLst>
</file>

<file path=ppt/tags/tag58.xml><?xml version="1.0" encoding="utf-8"?>
<p:tagLst xmlns:a="http://schemas.openxmlformats.org/drawingml/2006/main" xmlns:r="http://schemas.openxmlformats.org/officeDocument/2006/relationships" xmlns:p="http://schemas.openxmlformats.org/presentationml/2006/main">
  <p:tag name="DUPLICATEID" val="9af7b8c6617f4d429fcbe44c51bdab67"/>
</p:tagLst>
</file>

<file path=ppt/tags/tag59.xml><?xml version="1.0" encoding="utf-8"?>
<p:tagLst xmlns:a="http://schemas.openxmlformats.org/drawingml/2006/main" xmlns:r="http://schemas.openxmlformats.org/officeDocument/2006/relationships" xmlns:p="http://schemas.openxmlformats.org/presentationml/2006/main">
  <p:tag name="DUPLICATEID" val="658a483b06ca48c68be5640d98adaf6e"/>
</p:tagLst>
</file>

<file path=ppt/tags/tag60.xml><?xml version="1.0" encoding="utf-8"?>
<p:tagLst xmlns:a="http://schemas.openxmlformats.org/drawingml/2006/main" xmlns:r="http://schemas.openxmlformats.org/officeDocument/2006/relationships" xmlns:p="http://schemas.openxmlformats.org/presentationml/2006/main">
  <p:tag name="DUPLICATEID" val="2ee8a276ec3b464ab1346c45ef4943b8"/>
</p:tagLst>
</file>

<file path=ppt/tags/tag61.xml><?xml version="1.0" encoding="utf-8"?>
<p:tagLst xmlns:a="http://schemas.openxmlformats.org/drawingml/2006/main" xmlns:r="http://schemas.openxmlformats.org/officeDocument/2006/relationships" xmlns:p="http://schemas.openxmlformats.org/presentationml/2006/main">
  <p:tag name="DUPLICATEID" val="c6941cf64a8a480fa8c3cd72905948e3"/>
</p:tagLst>
</file>

<file path=ppt/tags/tag62.xml><?xml version="1.0" encoding="utf-8"?>
<p:tagLst xmlns:a="http://schemas.openxmlformats.org/drawingml/2006/main" xmlns:r="http://schemas.openxmlformats.org/officeDocument/2006/relationships" xmlns:p="http://schemas.openxmlformats.org/presentationml/2006/main">
  <p:tag name="DUPLICATEID" val="dba1a3e9b11049cb9e13a4d062264f2a"/>
</p:tagLst>
</file>

<file path=ppt/tags/tag63.xml><?xml version="1.0" encoding="utf-8"?>
<p:tagLst xmlns:a="http://schemas.openxmlformats.org/drawingml/2006/main" xmlns:r="http://schemas.openxmlformats.org/officeDocument/2006/relationships" xmlns:p="http://schemas.openxmlformats.org/presentationml/2006/main">
  <p:tag name="DUPLICATEID" val="2b45ecebd6084170b6c663099767b232"/>
</p:tagLst>
</file>

<file path=ppt/tags/tag64.xml><?xml version="1.0" encoding="utf-8"?>
<p:tagLst xmlns:a="http://schemas.openxmlformats.org/drawingml/2006/main" xmlns:r="http://schemas.openxmlformats.org/officeDocument/2006/relationships" xmlns:p="http://schemas.openxmlformats.org/presentationml/2006/main">
  <p:tag name="DUPLICATEID" val="f45892f7527d461ebb4a3974142be814"/>
</p:tagLst>
</file>

<file path=ppt/tags/tag65.xml><?xml version="1.0" encoding="utf-8"?>
<p:tagLst xmlns:a="http://schemas.openxmlformats.org/drawingml/2006/main" xmlns:r="http://schemas.openxmlformats.org/officeDocument/2006/relationships" xmlns:p="http://schemas.openxmlformats.org/presentationml/2006/main">
  <p:tag name="DUPLICATEID" val="9f9b990ee75547aa97b146fdec4519c0"/>
</p:tagLst>
</file>

<file path=ppt/tags/tag66.xml><?xml version="1.0" encoding="utf-8"?>
<p:tagLst xmlns:a="http://schemas.openxmlformats.org/drawingml/2006/main" xmlns:r="http://schemas.openxmlformats.org/officeDocument/2006/relationships" xmlns:p="http://schemas.openxmlformats.org/presentationml/2006/main">
  <p:tag name="DUPLICATEID" val="21c33da2732347b0849a6a5801463620"/>
</p:tagLst>
</file>

<file path=ppt/tags/tag67.xml><?xml version="1.0" encoding="utf-8"?>
<p:tagLst xmlns:a="http://schemas.openxmlformats.org/drawingml/2006/main" xmlns:r="http://schemas.openxmlformats.org/officeDocument/2006/relationships" xmlns:p="http://schemas.openxmlformats.org/presentationml/2006/main">
  <p:tag name="DUPLICATEID" val="ee41d9267a794ef89911bdd183e53ca6"/>
</p:tagLst>
</file>

<file path=ppt/tags/tag68.xml><?xml version="1.0" encoding="utf-8"?>
<p:tagLst xmlns:a="http://schemas.openxmlformats.org/drawingml/2006/main" xmlns:r="http://schemas.openxmlformats.org/officeDocument/2006/relationships" xmlns:p="http://schemas.openxmlformats.org/presentationml/2006/main">
  <p:tag name="DUPLICATEID" val="1af873d217d342e3a0bb4303c0f07db6"/>
</p:tagLst>
</file>

<file path=ppt/tags/tag69.xml><?xml version="1.0" encoding="utf-8"?>
<p:tagLst xmlns:a="http://schemas.openxmlformats.org/drawingml/2006/main" xmlns:r="http://schemas.openxmlformats.org/officeDocument/2006/relationships" xmlns:p="http://schemas.openxmlformats.org/presentationml/2006/main">
  <p:tag name="DUPLICATEID" val="c9706d5f828b455e92e61ba81f441ba6"/>
</p:tagLst>
</file>

<file path=ppt/tags/tag70.xml><?xml version="1.0" encoding="utf-8"?>
<p:tagLst xmlns:a="http://schemas.openxmlformats.org/drawingml/2006/main" xmlns:r="http://schemas.openxmlformats.org/officeDocument/2006/relationships" xmlns:p="http://schemas.openxmlformats.org/presentationml/2006/main">
  <p:tag name="DUPLICATEID" val="0094d516f2f94bb194ac7a3561c377e5"/>
</p:tagLst>
</file>

<file path=ppt/tags/tag71.xml><?xml version="1.0" encoding="utf-8"?>
<p:tagLst xmlns:a="http://schemas.openxmlformats.org/drawingml/2006/main" xmlns:r="http://schemas.openxmlformats.org/officeDocument/2006/relationships" xmlns:p="http://schemas.openxmlformats.org/presentationml/2006/main">
  <p:tag name="AUDIO_ID" val="391"/>
  <p:tag name="ORIGINAL_AUDIO_FILEPATH" val="Z:\E\Project_MEW\C15038509011_SE15319_BPP_Tech_ISMv3_eLearning_CM\DTP\RU\Batch1\DTP\audios\1\Slide 13.mp3"/>
  <p:tag name="ELAPSEDTIME" val="68.61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72.xml><?xml version="1.0" encoding="utf-8"?>
<p:tagLst xmlns:a="http://schemas.openxmlformats.org/drawingml/2006/main" xmlns:r="http://schemas.openxmlformats.org/officeDocument/2006/relationships" xmlns:p="http://schemas.openxmlformats.org/presentationml/2006/main">
  <p:tag name="DUPLICATEID" val="cd83846c67664fd5a268622fc79e70f0"/>
</p:tagLst>
</file>

<file path=ppt/tags/tag73.xml><?xml version="1.0" encoding="utf-8"?>
<p:tagLst xmlns:a="http://schemas.openxmlformats.org/drawingml/2006/main" xmlns:r="http://schemas.openxmlformats.org/officeDocument/2006/relationships" xmlns:p="http://schemas.openxmlformats.org/presentationml/2006/main">
  <p:tag name="DUPLICATEID" val="79da0baa714e41b0bf7a49985a1908ce"/>
</p:tagLst>
</file>

<file path=ppt/tags/tag74.xml><?xml version="1.0" encoding="utf-8"?>
<p:tagLst xmlns:a="http://schemas.openxmlformats.org/drawingml/2006/main" xmlns:r="http://schemas.openxmlformats.org/officeDocument/2006/relationships" xmlns:p="http://schemas.openxmlformats.org/presentationml/2006/main">
  <p:tag name="DUPLICATEID" val="47f3ecc9ec6949d5ae3749908a3e2ce3"/>
</p:tagLst>
</file>

<file path=ppt/tags/tag75.xml><?xml version="1.0" encoding="utf-8"?>
<p:tagLst xmlns:a="http://schemas.openxmlformats.org/drawingml/2006/main" xmlns:r="http://schemas.openxmlformats.org/officeDocument/2006/relationships" xmlns:p="http://schemas.openxmlformats.org/presentationml/2006/main">
  <p:tag name="DUPLICATEID" val="b7a421b1747348f884978a7cd5afdb2a"/>
</p:tagLst>
</file>

<file path=ppt/tags/tag76.xml><?xml version="1.0" encoding="utf-8"?>
<p:tagLst xmlns:a="http://schemas.openxmlformats.org/drawingml/2006/main" xmlns:r="http://schemas.openxmlformats.org/officeDocument/2006/relationships" xmlns:p="http://schemas.openxmlformats.org/presentationml/2006/main">
  <p:tag name="DUPLICATEID" val="9c9a125daf2942cb84d3db3e4d313a5a"/>
</p:tagLst>
</file>

<file path=ppt/tags/tag77.xml><?xml version="1.0" encoding="utf-8"?>
<p:tagLst xmlns:a="http://schemas.openxmlformats.org/drawingml/2006/main" xmlns:r="http://schemas.openxmlformats.org/officeDocument/2006/relationships" xmlns:p="http://schemas.openxmlformats.org/presentationml/2006/main">
  <p:tag name="DUPLICATEID" val="340fd01e3b714bec8c6f99a1b3e697bb"/>
</p:tagLst>
</file>

<file path=ppt/tags/tag78.xml><?xml version="1.0" encoding="utf-8"?>
<p:tagLst xmlns:a="http://schemas.openxmlformats.org/drawingml/2006/main" xmlns:r="http://schemas.openxmlformats.org/officeDocument/2006/relationships" xmlns:p="http://schemas.openxmlformats.org/presentationml/2006/main">
  <p:tag name="DUPLICATEID" val="9c0ed862ef414e43863b62615660f16f"/>
</p:tagLst>
</file>

<file path=ppt/tags/tag79.xml><?xml version="1.0" encoding="utf-8"?>
<p:tagLst xmlns:a="http://schemas.openxmlformats.org/drawingml/2006/main" xmlns:r="http://schemas.openxmlformats.org/officeDocument/2006/relationships" xmlns:p="http://schemas.openxmlformats.org/presentationml/2006/main">
  <p:tag name="DUPLICATEID" val="44b00dd5ea12415f8d7de7eb2660dbd6"/>
</p:tagLst>
</file>

<file path=ppt/tags/tag80.xml><?xml version="1.0" encoding="utf-8"?>
<p:tagLst xmlns:a="http://schemas.openxmlformats.org/drawingml/2006/main" xmlns:r="http://schemas.openxmlformats.org/officeDocument/2006/relationships" xmlns:p="http://schemas.openxmlformats.org/presentationml/2006/main">
  <p:tag name="AUDIO_ID" val="405"/>
  <p:tag name="ORIGINAL_AUDIO_FILEPATH" val="Z:\E\Project_MEW\C15038509011_SE15319_BPP_Tech_ISMv3_eLearning_CM\DTP\RU\Batch1\DTP\audios\1\14_15.wav"/>
  <p:tag name="ELAPSEDTIME" val="263.16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1.xml><?xml version="1.0" encoding="utf-8"?>
<p:tagLst xmlns:a="http://schemas.openxmlformats.org/drawingml/2006/main" xmlns:r="http://schemas.openxmlformats.org/officeDocument/2006/relationships" xmlns:p="http://schemas.openxmlformats.org/presentationml/2006/main">
  <p:tag name="DUPLICATEID" val="0aab4fc103a14b41a6097aa6753826bf"/>
</p:tagLst>
</file>

<file path=ppt/tags/tag82.xml><?xml version="1.0" encoding="utf-8"?>
<p:tagLst xmlns:a="http://schemas.openxmlformats.org/drawingml/2006/main" xmlns:r="http://schemas.openxmlformats.org/officeDocument/2006/relationships" xmlns:p="http://schemas.openxmlformats.org/presentationml/2006/main">
  <p:tag name="DUPLICATEID" val="de5ec0b0ddbb43709a05d37057104397"/>
</p:tagLst>
</file>

<file path=ppt/tags/tag83.xml><?xml version="1.0" encoding="utf-8"?>
<p:tagLst xmlns:a="http://schemas.openxmlformats.org/drawingml/2006/main" xmlns:r="http://schemas.openxmlformats.org/officeDocument/2006/relationships" xmlns:p="http://schemas.openxmlformats.org/presentationml/2006/main">
  <p:tag name="DUPLICATEID" val="751a2c2101324dc4b672626e526aacd3"/>
</p:tagLst>
</file>

<file path=ppt/tags/tag84.xml><?xml version="1.0" encoding="utf-8"?>
<p:tagLst xmlns:a="http://schemas.openxmlformats.org/drawingml/2006/main" xmlns:r="http://schemas.openxmlformats.org/officeDocument/2006/relationships" xmlns:p="http://schemas.openxmlformats.org/presentationml/2006/main">
  <p:tag name="DUPLICATEID" val="b7a65f550ea146b28f8f9afe21d7564d"/>
</p:tagLst>
</file>

<file path=ppt/tags/tag85.xml><?xml version="1.0" encoding="utf-8"?>
<p:tagLst xmlns:a="http://schemas.openxmlformats.org/drawingml/2006/main" xmlns:r="http://schemas.openxmlformats.org/officeDocument/2006/relationships" xmlns:p="http://schemas.openxmlformats.org/presentationml/2006/main">
  <p:tag name="DUPLICATEID" val="5d8af94f42e74643af9077bf3960d74d"/>
</p:tagLst>
</file>

<file path=ppt/tags/tag86.xml><?xml version="1.0" encoding="utf-8"?>
<p:tagLst xmlns:a="http://schemas.openxmlformats.org/drawingml/2006/main" xmlns:r="http://schemas.openxmlformats.org/officeDocument/2006/relationships" xmlns:p="http://schemas.openxmlformats.org/presentationml/2006/main">
  <p:tag name="DUPLICATEID" val="c160ae7b57c8469896537d89c1f6709f"/>
</p:tagLst>
</file>

<file path=ppt/tags/tag87.xml><?xml version="1.0" encoding="utf-8"?>
<p:tagLst xmlns:a="http://schemas.openxmlformats.org/drawingml/2006/main" xmlns:r="http://schemas.openxmlformats.org/officeDocument/2006/relationships" xmlns:p="http://schemas.openxmlformats.org/presentationml/2006/main">
  <p:tag name="DUPLICATEID" val="d3344edb10464178838f736be5f3c57b"/>
</p:tagLst>
</file>

<file path=ppt/tags/tag88.xml><?xml version="1.0" encoding="utf-8"?>
<p:tagLst xmlns:a="http://schemas.openxmlformats.org/drawingml/2006/main" xmlns:r="http://schemas.openxmlformats.org/officeDocument/2006/relationships" xmlns:p="http://schemas.openxmlformats.org/presentationml/2006/main">
  <p:tag name="DUPLICATEID" val="ccd593e6c5ba4dbaa53a9e0e9edef8a2"/>
</p:tagLst>
</file>

<file path=ppt/tags/tag89.xml><?xml version="1.0" encoding="utf-8"?>
<p:tagLst xmlns:a="http://schemas.openxmlformats.org/drawingml/2006/main" xmlns:r="http://schemas.openxmlformats.org/officeDocument/2006/relationships" xmlns:p="http://schemas.openxmlformats.org/presentationml/2006/main">
  <p:tag name="DUPLICATEID" val="bac4aeab587f4172be71dff895616fa8"/>
</p:tagLst>
</file>

<file path=ppt/tags/tag90.xml><?xml version="1.0" encoding="utf-8"?>
<p:tagLst xmlns:a="http://schemas.openxmlformats.org/drawingml/2006/main" xmlns:r="http://schemas.openxmlformats.org/officeDocument/2006/relationships" xmlns:p="http://schemas.openxmlformats.org/presentationml/2006/main">
  <p:tag name="DUPLICATEID" val="acd02ab70a814e899ac990c1ab5f1ffe"/>
</p:tagLst>
</file>

<file path=ppt/tags/tag91.xml><?xml version="1.0" encoding="utf-8"?>
<p:tagLst xmlns:a="http://schemas.openxmlformats.org/drawingml/2006/main" xmlns:r="http://schemas.openxmlformats.org/officeDocument/2006/relationships" xmlns:p="http://schemas.openxmlformats.org/presentationml/2006/main">
  <p:tag name="DUPLICATEID" val="e7c92b1c82a543299c2f095dd0975098"/>
</p:tagLst>
</file>

<file path=ppt/tags/tag92.xml><?xml version="1.0" encoding="utf-8"?>
<p:tagLst xmlns:a="http://schemas.openxmlformats.org/drawingml/2006/main" xmlns:r="http://schemas.openxmlformats.org/officeDocument/2006/relationships" xmlns:p="http://schemas.openxmlformats.org/presentationml/2006/main">
  <p:tag name="DUPLICATEID" val="819dc0b07d674ff18c93b1253f4d2ea9"/>
</p:tagLst>
</file>

<file path=ppt/tags/tag93.xml><?xml version="1.0" encoding="utf-8"?>
<p:tagLst xmlns:a="http://schemas.openxmlformats.org/drawingml/2006/main" xmlns:r="http://schemas.openxmlformats.org/officeDocument/2006/relationships" xmlns:p="http://schemas.openxmlformats.org/presentationml/2006/main">
  <p:tag name="DUPLICATEID" val="d594f35c08d14184baedccb78f15eba4"/>
</p:tagLst>
</file>

<file path=ppt/tags/tag94.xml><?xml version="1.0" encoding="utf-8"?>
<p:tagLst xmlns:a="http://schemas.openxmlformats.org/drawingml/2006/main" xmlns:r="http://schemas.openxmlformats.org/officeDocument/2006/relationships" xmlns:p="http://schemas.openxmlformats.org/presentationml/2006/main">
  <p:tag name="DUPLICATEID" val="02dc93ae28b94c8c91014aaa52d98417"/>
</p:tagLst>
</file>

<file path=ppt/tags/tag95.xml><?xml version="1.0" encoding="utf-8"?>
<p:tagLst xmlns:a="http://schemas.openxmlformats.org/drawingml/2006/main" xmlns:r="http://schemas.openxmlformats.org/officeDocument/2006/relationships" xmlns:p="http://schemas.openxmlformats.org/presentationml/2006/main">
  <p:tag name="DUPLICATEID" val="ea191cd4ef12455dacbbecd77a3a117f"/>
</p:tagLst>
</file>

<file path=ppt/tags/tag96.xml><?xml version="1.0" encoding="utf-8"?>
<p:tagLst xmlns:a="http://schemas.openxmlformats.org/drawingml/2006/main" xmlns:r="http://schemas.openxmlformats.org/officeDocument/2006/relationships" xmlns:p="http://schemas.openxmlformats.org/presentationml/2006/main">
  <p:tag name="DUPLICATEID" val="479c62295f6d440d8b188fe11b3c4bc7"/>
</p:tagLst>
</file>

<file path=ppt/tags/tag97.xml><?xml version="1.0" encoding="utf-8"?>
<p:tagLst xmlns:a="http://schemas.openxmlformats.org/drawingml/2006/main" xmlns:r="http://schemas.openxmlformats.org/officeDocument/2006/relationships" xmlns:p="http://schemas.openxmlformats.org/presentationml/2006/main">
  <p:tag name="AUDIO_ID" val="345"/>
  <p:tag name="ORIGINAL_AUDIO_FILEPATH" val="Z:\E\Project_MEW\C15038509011_SE15319_BPP_Tech_ISMv3_eLearning_CM\DTP\RU\Batch1\DTP\audios\1\16_17.wav"/>
  <p:tag name="ELAPSEDTIME" val="272.522"/>
  <p:tag name="ARTICULATE_NAV_LEVEL" val="1"/>
  <p:tag name="ARTICULATE_SLIDE_PRESENTER_GUID" val="03ec0737-b6a4-433f-a527-6598e327b6a4"/>
  <p:tag name="ARTICULATE_SLIDE_PAUSE" val="1"/>
  <p:tag name="ARTICULATE_LOCK_SLIDE" val="0"/>
  <p:tag name="ARTICULATE_HIDE_SLIDE" val="0"/>
  <p:tag name="ARTICULATE_PLAYER_CONTROL_PREVIOUS" val="True"/>
  <p:tag name="ARTICULATE_PLAYER_CONTROL_NEXT" val="True"/>
  <p:tag name="ARTICULATE_USED_LAYOUT" val="2"/>
</p:tagLst>
</file>

<file path=ppt/tags/tag98.xml><?xml version="1.0" encoding="utf-8"?>
<p:tagLst xmlns:a="http://schemas.openxmlformats.org/drawingml/2006/main" xmlns:r="http://schemas.openxmlformats.org/officeDocument/2006/relationships" xmlns:p="http://schemas.openxmlformats.org/presentationml/2006/main">
  <p:tag name="DUPLICATEID" val="eea39ffaf81d42e0a8dd1d4eb32b9e7e"/>
</p:tagLst>
</file>

<file path=ppt/tags/tag99.xml><?xml version="1.0" encoding="utf-8"?>
<p:tagLst xmlns:a="http://schemas.openxmlformats.org/drawingml/2006/main" xmlns:r="http://schemas.openxmlformats.org/officeDocument/2006/relationships" xmlns:p="http://schemas.openxmlformats.org/presentationml/2006/main">
  <p:tag name="DUPLICATEID" val="d74ecda6ae364475ac8dd4822f7ba632"/>
</p:tagLst>
</file>

<file path=ppt/tags/tag100.xml><?xml version="1.0" encoding="utf-8"?>
<p:tagLst xmlns:a="http://schemas.openxmlformats.org/drawingml/2006/main" xmlns:r="http://schemas.openxmlformats.org/officeDocument/2006/relationships" xmlns:p="http://schemas.openxmlformats.org/presentationml/2006/main">
  <p:tag name="DUPLICATEID" val="6b1b5e0531fa43faab6729fcbffc4aaa"/>
</p:tagLst>
</file>

<file path=ppt/tags/tag101.xml><?xml version="1.0" encoding="utf-8"?>
<p:tagLst xmlns:a="http://schemas.openxmlformats.org/drawingml/2006/main" xmlns:r="http://schemas.openxmlformats.org/officeDocument/2006/relationships" xmlns:p="http://schemas.openxmlformats.org/presentationml/2006/main">
  <p:tag name="DUPLICATEID" val="8911c3e0a46a46c1b07c8be65b1b140d"/>
</p:tagLst>
</file>

<file path=ppt/tags/tag102.xml><?xml version="1.0" encoding="utf-8"?>
<p:tagLst xmlns:a="http://schemas.openxmlformats.org/drawingml/2006/main" xmlns:r="http://schemas.openxmlformats.org/officeDocument/2006/relationships" xmlns:p="http://schemas.openxmlformats.org/presentationml/2006/main">
  <p:tag name="DUPLICATEID" val="d702ac43369641cfa6c8c7baa5cfbf9c"/>
</p:tagLst>
</file>

<file path=ppt/tags/tag103.xml><?xml version="1.0" encoding="utf-8"?>
<p:tagLst xmlns:a="http://schemas.openxmlformats.org/drawingml/2006/main" xmlns:r="http://schemas.openxmlformats.org/officeDocument/2006/relationships" xmlns:p="http://schemas.openxmlformats.org/presentationml/2006/main">
  <p:tag name="DUPLICATEID" val="234234f702d94b1b8ba9233748c9780c"/>
</p:tagLst>
</file>

<file path=ppt/tags/tag104.xml><?xml version="1.0" encoding="utf-8"?>
<p:tagLst xmlns:a="http://schemas.openxmlformats.org/drawingml/2006/main" xmlns:r="http://schemas.openxmlformats.org/officeDocument/2006/relationships" xmlns:p="http://schemas.openxmlformats.org/presentationml/2006/main">
  <p:tag name="DUPLICATEID" val="ae552ba3acd8441fb88495b33bf7a933"/>
</p:tagLst>
</file>

<file path=ppt/tags/tag105.xml><?xml version="1.0" encoding="utf-8"?>
<p:tagLst xmlns:a="http://schemas.openxmlformats.org/drawingml/2006/main" xmlns:r="http://schemas.openxmlformats.org/officeDocument/2006/relationships" xmlns:p="http://schemas.openxmlformats.org/presentationml/2006/main">
  <p:tag name="DUPLICATEID" val="1b357f7d5ab04a66a79823629e8d860a"/>
</p:tagLst>
</file>

<file path=ppt/tags/tag106.xml><?xml version="1.0" encoding="utf-8"?>
<p:tagLst xmlns:a="http://schemas.openxmlformats.org/drawingml/2006/main" xmlns:r="http://schemas.openxmlformats.org/officeDocument/2006/relationships" xmlns:p="http://schemas.openxmlformats.org/presentationml/2006/main">
  <p:tag name="DUPLICATEID" val="ed6e491d2d754cd5ae9cf9166647fb4b"/>
</p:tagLst>
</file>

<file path=ppt/theme/theme1.xml><?xml version="1.0" encoding="utf-8"?>
<a:theme xmlns:a="http://schemas.openxmlformats.org/drawingml/2006/main" name="D311-16x9_ILT OILT VILT Template_OPEN Curriculum-20151401">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07_Module 7">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7636</TotalTime>
  <Words>5975</Words>
  <Application>Microsoft Office PowerPoint</Application>
  <PresentationFormat>Экран (16:9)</PresentationFormat>
  <Paragraphs>305</Paragraphs>
  <Slides>15</Slides>
  <Notes>15</Notes>
  <HiddenSlides>0</HiddenSlides>
  <MMClips>0</MMClips>
  <ScaleCrop>false</ScaleCrop>
  <HeadingPairs>
    <vt:vector size="6" baseType="variant">
      <vt:variant>
        <vt:lpstr>Использованные шрифты</vt:lpstr>
      </vt:variant>
      <vt:variant>
        <vt:i4>5</vt:i4>
      </vt:variant>
      <vt:variant>
        <vt:lpstr>Тема</vt:lpstr>
      </vt:variant>
      <vt:variant>
        <vt:i4>2</vt:i4>
      </vt:variant>
      <vt:variant>
        <vt:lpstr>Заголовки слайдов</vt:lpstr>
      </vt:variant>
      <vt:variant>
        <vt:i4>15</vt:i4>
      </vt:variant>
    </vt:vector>
  </HeadingPairs>
  <TitlesOfParts>
    <vt:vector size="22" baseType="lpstr">
      <vt:lpstr>Arial</vt:lpstr>
      <vt:lpstr>Lucida Grande</vt:lpstr>
      <vt:lpstr>Times New Roman</vt:lpstr>
      <vt:lpstr>Verdana</vt:lpstr>
      <vt:lpstr>Wingdings</vt:lpstr>
      <vt:lpstr>D311-16x9_ILT OILT VILT Template_OPEN Curriculum-20151401</vt:lpstr>
      <vt:lpstr>07_Module 7</vt:lpstr>
      <vt:lpstr>ISM v3 модуль 1: введение в системы хранения информации</vt:lpstr>
      <vt:lpstr>Обзор модуля</vt:lpstr>
      <vt:lpstr>Рост цифровой вселенной</vt:lpstr>
      <vt:lpstr>Зачем нужны решения для хранения информации и управления ею?</vt:lpstr>
      <vt:lpstr>Что собой представляют цифровые данные?</vt:lpstr>
      <vt:lpstr>Типы цифровых данных</vt:lpstr>
      <vt:lpstr>Что такое информация?</vt:lpstr>
      <vt:lpstr>Система хранения информации</vt:lpstr>
      <vt:lpstr>Что такое центр обработки данных?</vt:lpstr>
      <vt:lpstr>Ключевые характеристики центра обработки данных</vt:lpstr>
      <vt:lpstr>Ключевые процессы управления центром обработки данных</vt:lpstr>
      <vt:lpstr>Этапы развития вычислительных платформ</vt:lpstr>
      <vt:lpstr>Первая платформа</vt:lpstr>
      <vt:lpstr>Вторая платформа</vt:lpstr>
      <vt:lpstr>Третья платформа</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Pramod Prasad</dc:creator>
  <cp:lastModifiedBy>Казаков Виталий Геннадьевич</cp:lastModifiedBy>
  <cp:revision>1283</cp:revision>
  <cp:lastPrinted>2013-12-05T19:23:46Z</cp:lastPrinted>
  <dcterms:created xsi:type="dcterms:W3CDTF">2015-01-29T09:11:34Z</dcterms:created>
  <dcterms:modified xsi:type="dcterms:W3CDTF">2022-02-10T05:23:07Z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Path">
    <vt:lpwstr>2014 Template</vt:lpwstr>
  </property>
  <property fmtid="{D5CDD505-2E9C-101B-9397-08002B2CF9AE}" pid="3" name="ArticulateUseProject">
    <vt:lpwstr>1</vt:lpwstr>
  </property>
  <property fmtid="{D5CDD505-2E9C-101B-9397-08002B2CF9AE}" pid="4" name="ArticulateProjectVersion">
    <vt:lpwstr>7</vt:lpwstr>
  </property>
  <property fmtid="{D5CDD505-2E9C-101B-9397-08002B2CF9AE}" pid="5" name="ArticulateGUID">
    <vt:lpwstr>105B2413-3031-4D67-A872-255927B7513C</vt:lpwstr>
  </property>
  <property fmtid="{D5CDD505-2E9C-101B-9397-08002B2CF9AE}" pid="6" name="ArticulateProjectFull">
    <vt:lpwstr>C:\Users\CSOFT\Desktop\1\ISM v3 Module 1_eLearning_SRG.ppta</vt:lpwstr>
  </property>
</Properties>
</file>